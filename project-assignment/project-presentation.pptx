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Anaheim"/>
      <p:regular r:id="rId28"/>
      <p:bold r:id="rId29"/>
    </p:embeddedFont>
    <p:embeddedFont>
      <p:font typeface="Albert Sans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naheim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nahei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bertSans-bold.fntdata"/><Relationship Id="rId30" Type="http://schemas.openxmlformats.org/officeDocument/2006/relationships/font" Target="fonts/AlbertSans-regular.fntdata"/><Relationship Id="rId11" Type="http://schemas.openxmlformats.org/officeDocument/2006/relationships/slide" Target="slides/slide6.xml"/><Relationship Id="rId33" Type="http://schemas.openxmlformats.org/officeDocument/2006/relationships/font" Target="fonts/AlbertSans-boldItalic.fntdata"/><Relationship Id="rId10" Type="http://schemas.openxmlformats.org/officeDocument/2006/relationships/slide" Target="slides/slide5.xml"/><Relationship Id="rId32" Type="http://schemas.openxmlformats.org/officeDocument/2006/relationships/font" Target="fonts/AlbertSans-italic.fntdata"/><Relationship Id="rId13" Type="http://schemas.openxmlformats.org/officeDocument/2006/relationships/slide" Target="slides/slide8.xml"/><Relationship Id="rId35" Type="http://schemas.openxmlformats.org/officeDocument/2006/relationships/font" Target="fonts/DMSans-bold.fntdata"/><Relationship Id="rId12" Type="http://schemas.openxmlformats.org/officeDocument/2006/relationships/slide" Target="slides/slide7.xml"/><Relationship Id="rId34" Type="http://schemas.openxmlformats.org/officeDocument/2006/relationships/font" Target="fonts/DMSans-regular.fntdata"/><Relationship Id="rId15" Type="http://schemas.openxmlformats.org/officeDocument/2006/relationships/slide" Target="slides/slide10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9.xml"/><Relationship Id="rId36" Type="http://schemas.openxmlformats.org/officeDocument/2006/relationships/font" Target="fonts/DM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d5260bdd8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d5260bdd8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ab2957c74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3ab2957c74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ab2957c74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ab2957c74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ab2957c745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3ab2957c745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3ab2957c745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3ab2957c745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g3ab2957c745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1" name="Google Shape;2561;g3ab2957c745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g3ab2957c745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5" name="Google Shape;2855;g3ab2957c745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g3ab2957c745_0_1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9" name="Google Shape;3149;g3ab2957c745_0_1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3" name="Google Shape;3443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0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54dda194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54dda194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1" name="Shape 3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2" name="Google Shape;3842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3" name="Google Shape;3843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g3ab2957c745_0_2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2" name="Google Shape;3852;g3ab2957c745_0_2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9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1" name="Google Shape;3861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5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6" name="Google Shape;3866;g3ab2957c745_0_2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7" name="Google Shape;3867;g3ab2957c745_0_2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3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5" name="Google Shape;3875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0" name="Shape 4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" name="Google Shape;4311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2" name="Google Shape;4312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1" name="Shape 4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" name="Google Shape;4372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3" name="Google Shape;4373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8075" y="301209"/>
            <a:ext cx="8691424" cy="4645767"/>
            <a:chOff x="258075" y="301209"/>
            <a:chExt cx="8691424" cy="464576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58075" y="301209"/>
              <a:ext cx="8627275" cy="4645767"/>
              <a:chOff x="258075" y="301209"/>
              <a:chExt cx="8627275" cy="464576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585394" y="2807585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7024950" y="374473"/>
                <a:ext cx="114150" cy="114196"/>
                <a:chOff x="-685100" y="4136737"/>
                <a:chExt cx="38359" cy="383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8771200" y="1615548"/>
                <a:ext cx="114150" cy="114196"/>
                <a:chOff x="-685100" y="4136737"/>
                <a:chExt cx="38359" cy="38359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" name="Google Shape;18;p2"/>
              <p:cNvSpPr/>
              <p:nvPr/>
            </p:nvSpPr>
            <p:spPr>
              <a:xfrm>
                <a:off x="258075" y="48476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51881" y="459679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00426" y="538456"/>
                <a:ext cx="89032" cy="89191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51886" y="301209"/>
                <a:ext cx="418657" cy="26503"/>
              </a:xfrm>
              <a:custGeom>
                <a:rect b="b" l="l" r="r" t="t"/>
                <a:pathLst>
                  <a:path extrusionOk="0" fill="none" h="167" w="2638">
                    <a:moveTo>
                      <a:pt x="0" y="1"/>
                    </a:moveTo>
                    <a:cubicBezTo>
                      <a:pt x="216" y="1"/>
                      <a:pt x="216" y="167"/>
                      <a:pt x="438" y="167"/>
                    </a:cubicBezTo>
                    <a:cubicBezTo>
                      <a:pt x="661" y="167"/>
                      <a:pt x="661" y="1"/>
                      <a:pt x="877" y="1"/>
                    </a:cubicBezTo>
                    <a:cubicBezTo>
                      <a:pt x="1099" y="1"/>
                      <a:pt x="1099" y="167"/>
                      <a:pt x="1315" y="167"/>
                    </a:cubicBezTo>
                    <a:cubicBezTo>
                      <a:pt x="1537" y="167"/>
                      <a:pt x="1537" y="1"/>
                      <a:pt x="1762" y="1"/>
                    </a:cubicBezTo>
                    <a:cubicBezTo>
                      <a:pt x="1977" y="1"/>
                      <a:pt x="1977" y="167"/>
                      <a:pt x="2200" y="167"/>
                    </a:cubicBezTo>
                    <a:cubicBezTo>
                      <a:pt x="2422" y="167"/>
                      <a:pt x="2422" y="1"/>
                      <a:pt x="2638" y="1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>
              <a:off x="8530365" y="3457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713300" y="2754300"/>
            <a:ext cx="49452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201177" y="366922"/>
            <a:ext cx="8734643" cy="4630271"/>
            <a:chOff x="201177" y="366922"/>
            <a:chExt cx="8734643" cy="4630271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201177" y="471879"/>
              <a:ext cx="8734643" cy="4525314"/>
              <a:chOff x="201177" y="471879"/>
              <a:chExt cx="8734643" cy="4525314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301027" y="47187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476060" y="11307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" name="Google Shape;30;p3"/>
              <p:cNvGrpSpPr/>
              <p:nvPr/>
            </p:nvGrpSpPr>
            <p:grpSpPr>
              <a:xfrm>
                <a:off x="201177" y="4781904"/>
                <a:ext cx="842275" cy="215289"/>
                <a:chOff x="201177" y="4781904"/>
                <a:chExt cx="842275" cy="215289"/>
              </a:xfrm>
            </p:grpSpPr>
            <p:sp>
              <p:nvSpPr>
                <p:cNvPr id="31" name="Google Shape;31;p3"/>
                <p:cNvSpPr/>
                <p:nvPr/>
              </p:nvSpPr>
              <p:spPr>
                <a:xfrm>
                  <a:off x="201177" y="4781904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" name="Google Shape;32;p3"/>
                <p:cNvGrpSpPr/>
                <p:nvPr/>
              </p:nvGrpSpPr>
              <p:grpSpPr>
                <a:xfrm>
                  <a:off x="929303" y="48829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" name="Google Shape;33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" name="Google Shape;35;p3"/>
              <p:cNvSpPr/>
              <p:nvPr/>
            </p:nvSpPr>
            <p:spPr>
              <a:xfrm>
                <a:off x="8680375" y="7552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830760" y="2348372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>
              <a:off x="756840" y="3669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35365" y="459074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756850" y="2263364"/>
            <a:ext cx="4185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3"/>
          <p:cNvSpPr txBox="1"/>
          <p:nvPr>
            <p:ph hasCustomPrompt="1" idx="2" type="title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/>
          <p:nvPr>
            <p:ph idx="1" type="subTitle"/>
          </p:nvPr>
        </p:nvSpPr>
        <p:spPr>
          <a:xfrm>
            <a:off x="756850" y="3228675"/>
            <a:ext cx="41850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255310" y="200698"/>
            <a:ext cx="8775027" cy="4761865"/>
            <a:chOff x="255310" y="200698"/>
            <a:chExt cx="8775027" cy="4761865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255310" y="200698"/>
              <a:ext cx="8698789" cy="4761865"/>
              <a:chOff x="255310" y="200698"/>
              <a:chExt cx="8698789" cy="4761865"/>
            </a:xfrm>
          </p:grpSpPr>
          <p:grpSp>
            <p:nvGrpSpPr>
              <p:cNvPr id="45" name="Google Shape;45;p4"/>
              <p:cNvGrpSpPr/>
              <p:nvPr/>
            </p:nvGrpSpPr>
            <p:grpSpPr>
              <a:xfrm>
                <a:off x="255310" y="200698"/>
                <a:ext cx="8664905" cy="4650763"/>
                <a:chOff x="255310" y="200698"/>
                <a:chExt cx="8664905" cy="465076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255310" y="4750685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7" name="Google Shape;47;p4"/>
                <p:cNvGrpSpPr/>
                <p:nvPr/>
              </p:nvGrpSpPr>
              <p:grpSpPr>
                <a:xfrm>
                  <a:off x="8806065" y="2006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48" name="Google Shape;48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" name="Google Shape;50;p4"/>
                <p:cNvSpPr/>
                <p:nvPr/>
              </p:nvSpPr>
              <p:spPr>
                <a:xfrm>
                  <a:off x="8128102" y="381679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" name="Google Shape;51;p4"/>
              <p:cNvSpPr/>
              <p:nvPr/>
            </p:nvSpPr>
            <p:spPr>
              <a:xfrm>
                <a:off x="8534965" y="84157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98315" y="493605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" name="Google Shape;53;p4"/>
            <p:cNvSpPr/>
            <p:nvPr/>
          </p:nvSpPr>
          <p:spPr>
            <a:xfrm>
              <a:off x="8381200" y="45543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11203" y="43512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4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720000" y="1139550"/>
            <a:ext cx="7704000" cy="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171510" y="345675"/>
            <a:ext cx="9133914" cy="4639293"/>
            <a:chOff x="171510" y="345675"/>
            <a:chExt cx="9133914" cy="4639293"/>
          </a:xfrm>
        </p:grpSpPr>
        <p:sp>
          <p:nvSpPr>
            <p:cNvPr id="59" name="Google Shape;59;p5"/>
            <p:cNvSpPr/>
            <p:nvPr/>
          </p:nvSpPr>
          <p:spPr>
            <a:xfrm>
              <a:off x="171510" y="20796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372102" y="1659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75053" y="24761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8579615" y="345675"/>
              <a:ext cx="725808" cy="600193"/>
              <a:chOff x="8579615" y="345675"/>
              <a:chExt cx="725808" cy="600193"/>
            </a:xfrm>
          </p:grpSpPr>
          <p:grpSp>
            <p:nvGrpSpPr>
              <p:cNvPr id="63" name="Google Shape;63;p5"/>
              <p:cNvGrpSpPr/>
              <p:nvPr/>
            </p:nvGrpSpPr>
            <p:grpSpPr>
              <a:xfrm>
                <a:off x="8579615" y="831673"/>
                <a:ext cx="114150" cy="114196"/>
                <a:chOff x="-685100" y="4136737"/>
                <a:chExt cx="38359" cy="38359"/>
              </a:xfrm>
            </p:grpSpPr>
            <p:sp>
              <p:nvSpPr>
                <p:cNvPr id="64" name="Google Shape;64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6" name="Google Shape;66;p5"/>
              <p:cNvSpPr/>
              <p:nvPr/>
            </p:nvSpPr>
            <p:spPr>
              <a:xfrm>
                <a:off x="8787137" y="34567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886290" y="71812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>
              <a:off x="8011640" y="4248354"/>
              <a:ext cx="872625" cy="736614"/>
              <a:chOff x="8011640" y="4248354"/>
              <a:chExt cx="872625" cy="736614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54090" y="4248354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011640" y="47054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" name="Google Shape;71;p5"/>
              <p:cNvGrpSpPr/>
              <p:nvPr/>
            </p:nvGrpSpPr>
            <p:grpSpPr>
              <a:xfrm>
                <a:off x="8770115" y="4870773"/>
                <a:ext cx="114150" cy="114196"/>
                <a:chOff x="-685100" y="4136737"/>
                <a:chExt cx="38359" cy="38359"/>
              </a:xfrm>
            </p:grpSpPr>
            <p:sp>
              <p:nvSpPr>
                <p:cNvPr id="72" name="Google Shape;72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" name="Google Shape;73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4" name="Google Shape;74;p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6132758" y="3122537"/>
            <a:ext cx="2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5"/>
          <p:cNvSpPr txBox="1"/>
          <p:nvPr>
            <p:ph idx="2" type="subTitle"/>
          </p:nvPr>
        </p:nvSpPr>
        <p:spPr>
          <a:xfrm>
            <a:off x="3317950" y="3122537"/>
            <a:ext cx="2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5"/>
          <p:cNvSpPr txBox="1"/>
          <p:nvPr>
            <p:ph idx="3" type="subTitle"/>
          </p:nvPr>
        </p:nvSpPr>
        <p:spPr>
          <a:xfrm>
            <a:off x="6132750" y="2702238"/>
            <a:ext cx="222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8" name="Google Shape;78;p5"/>
          <p:cNvSpPr txBox="1"/>
          <p:nvPr>
            <p:ph idx="4" type="subTitle"/>
          </p:nvPr>
        </p:nvSpPr>
        <p:spPr>
          <a:xfrm>
            <a:off x="3317750" y="2702238"/>
            <a:ext cx="222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35703" y="213535"/>
            <a:ext cx="8778375" cy="4765477"/>
            <a:chOff x="235703" y="213535"/>
            <a:chExt cx="8778375" cy="4765477"/>
          </a:xfrm>
        </p:grpSpPr>
        <p:grpSp>
          <p:nvGrpSpPr>
            <p:cNvPr id="81" name="Google Shape;81;p6"/>
            <p:cNvGrpSpPr/>
            <p:nvPr/>
          </p:nvGrpSpPr>
          <p:grpSpPr>
            <a:xfrm>
              <a:off x="235703" y="213535"/>
              <a:ext cx="990421" cy="603041"/>
              <a:chOff x="235703" y="213535"/>
              <a:chExt cx="990421" cy="603041"/>
            </a:xfrm>
          </p:grpSpPr>
          <p:sp>
            <p:nvSpPr>
              <p:cNvPr id="82" name="Google Shape;82;p6"/>
              <p:cNvSpPr/>
              <p:nvPr/>
            </p:nvSpPr>
            <p:spPr>
              <a:xfrm>
                <a:off x="243212" y="7172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806990" y="2573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4" name="Google Shape;84;p6"/>
              <p:cNvGrpSpPr/>
              <p:nvPr/>
            </p:nvGrpSpPr>
            <p:grpSpPr>
              <a:xfrm>
                <a:off x="235703" y="213535"/>
                <a:ext cx="114150" cy="114196"/>
                <a:chOff x="-685100" y="4136737"/>
                <a:chExt cx="38359" cy="38359"/>
              </a:xfrm>
            </p:grpSpPr>
            <p:sp>
              <p:nvSpPr>
                <p:cNvPr id="85" name="Google Shape;85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7" name="Google Shape;87;p6"/>
            <p:cNvSpPr/>
            <p:nvPr/>
          </p:nvSpPr>
          <p:spPr>
            <a:xfrm>
              <a:off x="8848852" y="39811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460515" y="49525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593685" y="33951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022060" y="479683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7"/>
          <p:cNvGrpSpPr/>
          <p:nvPr/>
        </p:nvGrpSpPr>
        <p:grpSpPr>
          <a:xfrm>
            <a:off x="294090" y="2304041"/>
            <a:ext cx="6647183" cy="2636887"/>
            <a:chOff x="294090" y="2304041"/>
            <a:chExt cx="6647183" cy="2636887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368572" y="2304041"/>
              <a:ext cx="6572702" cy="2636887"/>
              <a:chOff x="368572" y="2304041"/>
              <a:chExt cx="6572702" cy="2636887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368572" y="230404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66917" y="4895330"/>
                <a:ext cx="474357" cy="45598"/>
              </a:xfrm>
              <a:custGeom>
                <a:rect b="b" l="l" r="r" t="t"/>
                <a:pathLst>
                  <a:path extrusionOk="0" h="139" w="1446">
                    <a:moveTo>
                      <a:pt x="38" y="0"/>
                    </a:moveTo>
                    <a:cubicBezTo>
                      <a:pt x="22" y="0"/>
                      <a:pt x="1" y="0"/>
                      <a:pt x="1" y="17"/>
                    </a:cubicBezTo>
                    <a:cubicBezTo>
                      <a:pt x="1" y="34"/>
                      <a:pt x="22" y="51"/>
                      <a:pt x="38" y="51"/>
                    </a:cubicBezTo>
                    <a:cubicBezTo>
                      <a:pt x="89" y="51"/>
                      <a:pt x="105" y="67"/>
                      <a:pt x="143" y="88"/>
                    </a:cubicBezTo>
                    <a:cubicBezTo>
                      <a:pt x="160" y="105"/>
                      <a:pt x="193" y="138"/>
                      <a:pt x="264" y="138"/>
                    </a:cubicBezTo>
                    <a:cubicBezTo>
                      <a:pt x="335" y="138"/>
                      <a:pt x="368" y="105"/>
                      <a:pt x="402" y="88"/>
                    </a:cubicBezTo>
                    <a:cubicBezTo>
                      <a:pt x="419" y="67"/>
                      <a:pt x="456" y="51"/>
                      <a:pt x="506" y="51"/>
                    </a:cubicBezTo>
                    <a:cubicBezTo>
                      <a:pt x="544" y="51"/>
                      <a:pt x="577" y="67"/>
                      <a:pt x="594" y="88"/>
                    </a:cubicBezTo>
                    <a:cubicBezTo>
                      <a:pt x="627" y="105"/>
                      <a:pt x="665" y="138"/>
                      <a:pt x="732" y="138"/>
                    </a:cubicBezTo>
                    <a:cubicBezTo>
                      <a:pt x="803" y="138"/>
                      <a:pt x="836" y="105"/>
                      <a:pt x="857" y="88"/>
                    </a:cubicBezTo>
                    <a:cubicBezTo>
                      <a:pt x="890" y="67"/>
                      <a:pt x="907" y="51"/>
                      <a:pt x="961" y="51"/>
                    </a:cubicBezTo>
                    <a:cubicBezTo>
                      <a:pt x="1012" y="51"/>
                      <a:pt x="1028" y="67"/>
                      <a:pt x="1066" y="88"/>
                    </a:cubicBezTo>
                    <a:cubicBezTo>
                      <a:pt x="1099" y="105"/>
                      <a:pt x="1133" y="138"/>
                      <a:pt x="1204" y="138"/>
                    </a:cubicBezTo>
                    <a:cubicBezTo>
                      <a:pt x="1254" y="138"/>
                      <a:pt x="1291" y="105"/>
                      <a:pt x="1325" y="88"/>
                    </a:cubicBezTo>
                    <a:cubicBezTo>
                      <a:pt x="1358" y="67"/>
                      <a:pt x="1379" y="51"/>
                      <a:pt x="1429" y="51"/>
                    </a:cubicBezTo>
                    <a:cubicBezTo>
                      <a:pt x="1446" y="51"/>
                      <a:pt x="1446" y="34"/>
                      <a:pt x="1446" y="17"/>
                    </a:cubicBezTo>
                    <a:cubicBezTo>
                      <a:pt x="1446" y="0"/>
                      <a:pt x="1446" y="0"/>
                      <a:pt x="1429" y="0"/>
                    </a:cubicBezTo>
                    <a:cubicBezTo>
                      <a:pt x="1358" y="0"/>
                      <a:pt x="1325" y="17"/>
                      <a:pt x="1291" y="51"/>
                    </a:cubicBezTo>
                    <a:cubicBezTo>
                      <a:pt x="1275" y="67"/>
                      <a:pt x="1237" y="88"/>
                      <a:pt x="1204" y="88"/>
                    </a:cubicBezTo>
                    <a:cubicBezTo>
                      <a:pt x="1149" y="88"/>
                      <a:pt x="1116" y="67"/>
                      <a:pt x="1099" y="51"/>
                    </a:cubicBezTo>
                    <a:cubicBezTo>
                      <a:pt x="1066" y="17"/>
                      <a:pt x="1028" y="0"/>
                      <a:pt x="961" y="0"/>
                    </a:cubicBezTo>
                    <a:cubicBezTo>
                      <a:pt x="890" y="0"/>
                      <a:pt x="857" y="17"/>
                      <a:pt x="836" y="51"/>
                    </a:cubicBezTo>
                    <a:cubicBezTo>
                      <a:pt x="803" y="67"/>
                      <a:pt x="786" y="88"/>
                      <a:pt x="732" y="88"/>
                    </a:cubicBezTo>
                    <a:cubicBezTo>
                      <a:pt x="682" y="88"/>
                      <a:pt x="665" y="67"/>
                      <a:pt x="627" y="51"/>
                    </a:cubicBezTo>
                    <a:cubicBezTo>
                      <a:pt x="594" y="17"/>
                      <a:pt x="561" y="0"/>
                      <a:pt x="506" y="0"/>
                    </a:cubicBezTo>
                    <a:cubicBezTo>
                      <a:pt x="439" y="0"/>
                      <a:pt x="402" y="17"/>
                      <a:pt x="368" y="51"/>
                    </a:cubicBezTo>
                    <a:cubicBezTo>
                      <a:pt x="335" y="67"/>
                      <a:pt x="314" y="88"/>
                      <a:pt x="264" y="88"/>
                    </a:cubicBezTo>
                    <a:cubicBezTo>
                      <a:pt x="210" y="88"/>
                      <a:pt x="193" y="67"/>
                      <a:pt x="160" y="51"/>
                    </a:cubicBezTo>
                    <a:cubicBezTo>
                      <a:pt x="143" y="17"/>
                      <a:pt x="105" y="0"/>
                      <a:pt x="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6601710" y="460401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7"/>
              <p:cNvSpPr/>
              <p:nvPr/>
            </p:nvSpPr>
            <p:spPr>
              <a:xfrm>
                <a:off x="6202812" y="46305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7"/>
            <p:cNvSpPr/>
            <p:nvPr/>
          </p:nvSpPr>
          <p:spPr>
            <a:xfrm>
              <a:off x="294090" y="27174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7"/>
          <p:cNvSpPr txBox="1"/>
          <p:nvPr>
            <p:ph type="title"/>
          </p:nvPr>
        </p:nvSpPr>
        <p:spPr>
          <a:xfrm>
            <a:off x="720000" y="521208"/>
            <a:ext cx="77109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" type="subTitle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>
            <a:off x="197390" y="309004"/>
            <a:ext cx="8653755" cy="3593757"/>
            <a:chOff x="197390" y="309004"/>
            <a:chExt cx="8653755" cy="3593757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197390" y="2348909"/>
              <a:ext cx="8653755" cy="1553852"/>
              <a:chOff x="197390" y="2348909"/>
              <a:chExt cx="8653755" cy="1553852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197390" y="31052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7362" y="3702613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197410" y="347331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8746085" y="3801985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8430765" y="234890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" name="Google Shape;110;p8"/>
            <p:cNvSpPr/>
            <p:nvPr/>
          </p:nvSpPr>
          <p:spPr>
            <a:xfrm>
              <a:off x="1191252" y="3090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735685" y="489122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>
            <a:off x="246028" y="1839998"/>
            <a:ext cx="7592371" cy="3114363"/>
            <a:chOff x="246028" y="1839998"/>
            <a:chExt cx="7592371" cy="3114363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246028" y="1839998"/>
              <a:ext cx="7483968" cy="3114363"/>
              <a:chOff x="246028" y="1839998"/>
              <a:chExt cx="7483968" cy="3114363"/>
            </a:xfrm>
          </p:grpSpPr>
          <p:grpSp>
            <p:nvGrpSpPr>
              <p:cNvPr id="116" name="Google Shape;116;p9"/>
              <p:cNvGrpSpPr/>
              <p:nvPr/>
            </p:nvGrpSpPr>
            <p:grpSpPr>
              <a:xfrm>
                <a:off x="463875" y="1839998"/>
                <a:ext cx="7266121" cy="3114363"/>
                <a:chOff x="463875" y="1839998"/>
                <a:chExt cx="7266121" cy="3114363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>
                  <a:off x="7624935" y="4853585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7071125" y="4735213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9"/>
                <p:cNvGrpSpPr/>
                <p:nvPr/>
              </p:nvGrpSpPr>
              <p:grpSpPr>
                <a:xfrm>
                  <a:off x="463875" y="1839998"/>
                  <a:ext cx="294240" cy="1658216"/>
                  <a:chOff x="463875" y="1839998"/>
                  <a:chExt cx="294240" cy="1658216"/>
                </a:xfrm>
              </p:grpSpPr>
              <p:grpSp>
                <p:nvGrpSpPr>
                  <p:cNvPr id="120" name="Google Shape;120;p9"/>
                  <p:cNvGrpSpPr/>
                  <p:nvPr/>
                </p:nvGrpSpPr>
                <p:grpSpPr>
                  <a:xfrm>
                    <a:off x="643965" y="1839998"/>
                    <a:ext cx="114150" cy="114196"/>
                    <a:chOff x="-685100" y="4136737"/>
                    <a:chExt cx="38359" cy="38359"/>
                  </a:xfrm>
                </p:grpSpPr>
                <p:sp>
                  <p:nvSpPr>
                    <p:cNvPr id="121" name="Google Shape;121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rect b="b" l="l" r="r" t="t"/>
                      <a:pathLst>
                        <a:path extrusionOk="0" fill="none" h="389" w="389">
                          <a:moveTo>
                            <a:pt x="0" y="1"/>
                          </a:moveTo>
                          <a:lnTo>
                            <a:pt x="388" y="389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2" name="Google Shape;122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rect b="b" l="l" r="r" t="t"/>
                      <a:pathLst>
                        <a:path extrusionOk="0" fill="none" h="389" w="389">
                          <a:moveTo>
                            <a:pt x="388" y="1"/>
                          </a:moveTo>
                          <a:lnTo>
                            <a:pt x="0" y="389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23" name="Google Shape;123;p9"/>
                  <p:cNvSpPr/>
                  <p:nvPr/>
                </p:nvSpPr>
                <p:spPr>
                  <a:xfrm>
                    <a:off x="463875" y="3398863"/>
                    <a:ext cx="99155" cy="99350"/>
                  </a:xfrm>
                  <a:custGeom>
                    <a:rect b="b" l="l" r="r" t="t"/>
                    <a:pathLst>
                      <a:path extrusionOk="0" fill="none" h="562" w="561">
                        <a:moveTo>
                          <a:pt x="561" y="282"/>
                        </a:moveTo>
                        <a:cubicBezTo>
                          <a:pt x="561" y="432"/>
                          <a:pt x="438" y="561"/>
                          <a:pt x="281" y="561"/>
                        </a:cubicBezTo>
                        <a:cubicBezTo>
                          <a:pt x="129" y="561"/>
                          <a:pt x="0" y="432"/>
                          <a:pt x="0" y="282"/>
                        </a:cubicBezTo>
                        <a:cubicBezTo>
                          <a:pt x="0" y="123"/>
                          <a:pt x="129" y="0"/>
                          <a:pt x="281" y="0"/>
                        </a:cubicBezTo>
                        <a:cubicBezTo>
                          <a:pt x="438" y="0"/>
                          <a:pt x="561" y="123"/>
                          <a:pt x="561" y="282"/>
                        </a:cubicBez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4" name="Google Shape;124;p9"/>
              <p:cNvSpPr/>
              <p:nvPr/>
            </p:nvSpPr>
            <p:spPr>
              <a:xfrm>
                <a:off x="246028" y="25584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" name="Google Shape;125;p9"/>
            <p:cNvSpPr/>
            <p:nvPr/>
          </p:nvSpPr>
          <p:spPr>
            <a:xfrm>
              <a:off x="7419265" y="46039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4646950" y="2163750"/>
            <a:ext cx="3552600" cy="10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1143000" y="3898025"/>
            <a:ext cx="6858000" cy="62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1"/>
          <p:cNvGrpSpPr/>
          <p:nvPr/>
        </p:nvGrpSpPr>
        <p:grpSpPr>
          <a:xfrm>
            <a:off x="294090" y="171654"/>
            <a:ext cx="8784408" cy="2608746"/>
            <a:chOff x="294090" y="171654"/>
            <a:chExt cx="8784408" cy="2608746"/>
          </a:xfrm>
        </p:grpSpPr>
        <p:sp>
          <p:nvSpPr>
            <p:cNvPr id="133" name="Google Shape;133;p11"/>
            <p:cNvSpPr/>
            <p:nvPr/>
          </p:nvSpPr>
          <p:spPr>
            <a:xfrm>
              <a:off x="8659365" y="27538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8558902" y="22290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294090" y="7764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421052" y="1716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1087985" y="3068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1"/>
          <p:cNvSpPr txBox="1"/>
          <p:nvPr>
            <p:ph hasCustomPrompt="1" type="title"/>
          </p:nvPr>
        </p:nvSpPr>
        <p:spPr>
          <a:xfrm>
            <a:off x="713225" y="1175378"/>
            <a:ext cx="4461900" cy="8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/>
          <p:nvPr>
            <p:ph idx="1" type="subTitle"/>
          </p:nvPr>
        </p:nvSpPr>
        <p:spPr>
          <a:xfrm>
            <a:off x="713225" y="2074662"/>
            <a:ext cx="4461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3"/>
          <p:cNvGrpSpPr/>
          <p:nvPr/>
        </p:nvGrpSpPr>
        <p:grpSpPr>
          <a:xfrm>
            <a:off x="140465" y="125025"/>
            <a:ext cx="8836013" cy="4774862"/>
            <a:chOff x="140465" y="125025"/>
            <a:chExt cx="8836013" cy="4774862"/>
          </a:xfrm>
        </p:grpSpPr>
        <p:grpSp>
          <p:nvGrpSpPr>
            <p:cNvPr id="143" name="Google Shape;143;p13"/>
            <p:cNvGrpSpPr/>
            <p:nvPr/>
          </p:nvGrpSpPr>
          <p:grpSpPr>
            <a:xfrm>
              <a:off x="140465" y="125025"/>
              <a:ext cx="8836013" cy="4774862"/>
              <a:chOff x="140465" y="125025"/>
              <a:chExt cx="8836013" cy="4774862"/>
            </a:xfrm>
          </p:grpSpPr>
          <p:grpSp>
            <p:nvGrpSpPr>
              <p:cNvPr id="144" name="Google Shape;144;p13"/>
              <p:cNvGrpSpPr/>
              <p:nvPr/>
            </p:nvGrpSpPr>
            <p:grpSpPr>
              <a:xfrm>
                <a:off x="140465" y="125025"/>
                <a:ext cx="8836013" cy="4682629"/>
                <a:chOff x="140465" y="125025"/>
                <a:chExt cx="8836013" cy="4682629"/>
              </a:xfrm>
            </p:grpSpPr>
            <p:grpSp>
              <p:nvGrpSpPr>
                <p:cNvPr id="145" name="Google Shape;145;p13"/>
                <p:cNvGrpSpPr/>
                <p:nvPr/>
              </p:nvGrpSpPr>
              <p:grpSpPr>
                <a:xfrm>
                  <a:off x="140465" y="6792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" name="Google Shape;147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48" name="Google Shape;148;p13"/>
                <p:cNvSpPr/>
                <p:nvPr/>
              </p:nvSpPr>
              <p:spPr>
                <a:xfrm>
                  <a:off x="212200" y="1250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13"/>
                <p:cNvSpPr/>
                <p:nvPr/>
              </p:nvSpPr>
              <p:spPr>
                <a:xfrm>
                  <a:off x="720010" y="193616"/>
                  <a:ext cx="105061" cy="99348"/>
                </a:xfrm>
                <a:custGeom>
                  <a:rect b="b" l="l" r="r" t="t"/>
                  <a:pathLst>
                    <a:path extrusionOk="0" h="626" w="662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" name="Google Shape;150;p13"/>
                <p:cNvSpPr/>
                <p:nvPr/>
              </p:nvSpPr>
              <p:spPr>
                <a:xfrm>
                  <a:off x="8811252" y="4672404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1" name="Google Shape;151;p13"/>
                <p:cNvGrpSpPr/>
                <p:nvPr/>
              </p:nvGrpSpPr>
              <p:grpSpPr>
                <a:xfrm>
                  <a:off x="8612715" y="42892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54" name="Google Shape;154;p13"/>
              <p:cNvSpPr/>
              <p:nvPr/>
            </p:nvSpPr>
            <p:spPr>
              <a:xfrm>
                <a:off x="8161165" y="48733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893815" y="336373"/>
              <a:ext cx="1032283" cy="1057878"/>
              <a:chOff x="7893815" y="336373"/>
              <a:chExt cx="1032283" cy="1057878"/>
            </a:xfrm>
          </p:grpSpPr>
          <p:grpSp>
            <p:nvGrpSpPr>
              <p:cNvPr id="156" name="Google Shape;156;p13"/>
              <p:cNvGrpSpPr/>
              <p:nvPr/>
            </p:nvGrpSpPr>
            <p:grpSpPr>
              <a:xfrm>
                <a:off x="7893815" y="336373"/>
                <a:ext cx="114150" cy="114196"/>
                <a:chOff x="-685100" y="4136737"/>
                <a:chExt cx="38359" cy="38359"/>
              </a:xfrm>
            </p:grpSpPr>
            <p:sp>
              <p:nvSpPr>
                <p:cNvPr id="157" name="Google Shape;157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" name="Google Shape;158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" name="Google Shape;159;p13"/>
              <p:cNvSpPr/>
              <p:nvPr/>
            </p:nvSpPr>
            <p:spPr>
              <a:xfrm>
                <a:off x="8506965" y="4632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8660337" y="12949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" name="Google Shape;161;p13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" type="subTitle"/>
          </p:nvPr>
        </p:nvSpPr>
        <p:spPr>
          <a:xfrm>
            <a:off x="720000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idx="2" type="subTitle"/>
          </p:nvPr>
        </p:nvSpPr>
        <p:spPr>
          <a:xfrm>
            <a:off x="3419271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idx="3" type="subTitle"/>
          </p:nvPr>
        </p:nvSpPr>
        <p:spPr>
          <a:xfrm>
            <a:off x="720000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4" type="subTitle"/>
          </p:nvPr>
        </p:nvSpPr>
        <p:spPr>
          <a:xfrm>
            <a:off x="3419274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3"/>
          <p:cNvSpPr txBox="1"/>
          <p:nvPr>
            <p:ph idx="5" type="subTitle"/>
          </p:nvPr>
        </p:nvSpPr>
        <p:spPr>
          <a:xfrm>
            <a:off x="6118549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idx="6" type="subTitle"/>
          </p:nvPr>
        </p:nvSpPr>
        <p:spPr>
          <a:xfrm>
            <a:off x="6118549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hasCustomPrompt="1" idx="7" type="title"/>
          </p:nvPr>
        </p:nvSpPr>
        <p:spPr>
          <a:xfrm>
            <a:off x="72000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8" type="title"/>
          </p:nvPr>
        </p:nvSpPr>
        <p:spPr>
          <a:xfrm>
            <a:off x="72000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9" type="title"/>
          </p:nvPr>
        </p:nvSpPr>
        <p:spPr>
          <a:xfrm>
            <a:off x="3419275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13" type="title"/>
          </p:nvPr>
        </p:nvSpPr>
        <p:spPr>
          <a:xfrm>
            <a:off x="3419275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14" type="title"/>
          </p:nvPr>
        </p:nvSpPr>
        <p:spPr>
          <a:xfrm>
            <a:off x="611855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15" type="title"/>
          </p:nvPr>
        </p:nvSpPr>
        <p:spPr>
          <a:xfrm>
            <a:off x="611855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idx="16" type="subTitle"/>
          </p:nvPr>
        </p:nvSpPr>
        <p:spPr>
          <a:xfrm>
            <a:off x="720000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5" name="Google Shape;175;p13"/>
          <p:cNvSpPr txBox="1"/>
          <p:nvPr>
            <p:ph idx="17" type="subTitle"/>
          </p:nvPr>
        </p:nvSpPr>
        <p:spPr>
          <a:xfrm>
            <a:off x="3419271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6" name="Google Shape;176;p13"/>
          <p:cNvSpPr txBox="1"/>
          <p:nvPr>
            <p:ph idx="18" type="subTitle"/>
          </p:nvPr>
        </p:nvSpPr>
        <p:spPr>
          <a:xfrm>
            <a:off x="6118549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7" name="Google Shape;177;p13"/>
          <p:cNvSpPr txBox="1"/>
          <p:nvPr>
            <p:ph idx="19" type="subTitle"/>
          </p:nvPr>
        </p:nvSpPr>
        <p:spPr>
          <a:xfrm>
            <a:off x="720000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8" name="Google Shape;178;p13"/>
          <p:cNvSpPr txBox="1"/>
          <p:nvPr>
            <p:ph idx="20" type="subTitle"/>
          </p:nvPr>
        </p:nvSpPr>
        <p:spPr>
          <a:xfrm>
            <a:off x="3419271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9" name="Google Shape;179;p13"/>
          <p:cNvSpPr txBox="1"/>
          <p:nvPr>
            <p:ph idx="21" type="subTitle"/>
          </p:nvPr>
        </p:nvSpPr>
        <p:spPr>
          <a:xfrm>
            <a:off x="6118549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294090" y="222985"/>
            <a:ext cx="8656850" cy="3145983"/>
            <a:chOff x="294090" y="222985"/>
            <a:chExt cx="8656850" cy="3145983"/>
          </a:xfrm>
        </p:grpSpPr>
        <p:sp>
          <p:nvSpPr>
            <p:cNvPr id="182" name="Google Shape;182;p14"/>
            <p:cNvSpPr/>
            <p:nvPr/>
          </p:nvSpPr>
          <p:spPr>
            <a:xfrm>
              <a:off x="294090" y="23853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596637" y="7553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011640" y="266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" name="Google Shape;185;p14"/>
            <p:cNvGrpSpPr/>
            <p:nvPr/>
          </p:nvGrpSpPr>
          <p:grpSpPr>
            <a:xfrm>
              <a:off x="8836790" y="222985"/>
              <a:ext cx="114150" cy="114196"/>
              <a:chOff x="-685100" y="4136737"/>
              <a:chExt cx="38359" cy="38359"/>
            </a:xfrm>
          </p:grpSpPr>
          <p:sp>
            <p:nvSpPr>
              <p:cNvPr id="186" name="Google Shape;186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4"/>
            <p:cNvGrpSpPr/>
            <p:nvPr/>
          </p:nvGrpSpPr>
          <p:grpSpPr>
            <a:xfrm>
              <a:off x="446578" y="3254773"/>
              <a:ext cx="114150" cy="114196"/>
              <a:chOff x="-685100" y="4136737"/>
              <a:chExt cx="38359" cy="38359"/>
            </a:xfrm>
          </p:grpSpPr>
          <p:sp>
            <p:nvSpPr>
              <p:cNvPr id="189" name="Google Shape;189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1" name="Google Shape;191;p14"/>
          <p:cNvSpPr txBox="1"/>
          <p:nvPr>
            <p:ph type="title"/>
          </p:nvPr>
        </p:nvSpPr>
        <p:spPr>
          <a:xfrm>
            <a:off x="3825775" y="3227788"/>
            <a:ext cx="46050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2" name="Google Shape;192;p14"/>
          <p:cNvSpPr txBox="1"/>
          <p:nvPr>
            <p:ph idx="1" type="subTitle"/>
          </p:nvPr>
        </p:nvSpPr>
        <p:spPr>
          <a:xfrm>
            <a:off x="3825725" y="1253913"/>
            <a:ext cx="46050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5"/>
          <p:cNvGrpSpPr/>
          <p:nvPr/>
        </p:nvGrpSpPr>
        <p:grpSpPr>
          <a:xfrm>
            <a:off x="357512" y="259179"/>
            <a:ext cx="8674608" cy="4655758"/>
            <a:chOff x="357512" y="259179"/>
            <a:chExt cx="8674608" cy="4655758"/>
          </a:xfrm>
        </p:grpSpPr>
        <p:sp>
          <p:nvSpPr>
            <p:cNvPr id="195" name="Google Shape;195;p15"/>
            <p:cNvSpPr/>
            <p:nvPr/>
          </p:nvSpPr>
          <p:spPr>
            <a:xfrm>
              <a:off x="357512" y="41367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10202" y="47531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076065" y="48884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8" name="Google Shape;198;p15"/>
            <p:cNvGrpSpPr/>
            <p:nvPr/>
          </p:nvGrpSpPr>
          <p:grpSpPr>
            <a:xfrm>
              <a:off x="8751065" y="269698"/>
              <a:ext cx="114150" cy="114196"/>
              <a:chOff x="-685100" y="4136737"/>
              <a:chExt cx="38359" cy="38359"/>
            </a:xfrm>
          </p:grpSpPr>
          <p:sp>
            <p:nvSpPr>
              <p:cNvPr id="199" name="Google Shape;199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" name="Google Shape;201;p15"/>
            <p:cNvSpPr/>
            <p:nvPr/>
          </p:nvSpPr>
          <p:spPr>
            <a:xfrm>
              <a:off x="8430765" y="8383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8011165" y="2591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8927060" y="11649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6"/>
          <p:cNvGrpSpPr/>
          <p:nvPr/>
        </p:nvGrpSpPr>
        <p:grpSpPr>
          <a:xfrm>
            <a:off x="108778" y="1936804"/>
            <a:ext cx="9161196" cy="1156783"/>
            <a:chOff x="108778" y="1936804"/>
            <a:chExt cx="9161196" cy="1156783"/>
          </a:xfrm>
        </p:grpSpPr>
        <p:grpSp>
          <p:nvGrpSpPr>
            <p:cNvPr id="207" name="Google Shape;207;p16"/>
            <p:cNvGrpSpPr/>
            <p:nvPr/>
          </p:nvGrpSpPr>
          <p:grpSpPr>
            <a:xfrm>
              <a:off x="461515" y="2144023"/>
              <a:ext cx="114150" cy="114196"/>
              <a:chOff x="-609221" y="4366398"/>
              <a:chExt cx="38359" cy="38359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" name="Google Shape;210;p16"/>
            <p:cNvSpPr/>
            <p:nvPr/>
          </p:nvSpPr>
          <p:spPr>
            <a:xfrm>
              <a:off x="108778" y="25010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35727" y="2786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8850860" y="23467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8850840" y="30670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8606602" y="19368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8533912" y="28044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720000" y="5212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9" name="Google Shape;219;p17"/>
          <p:cNvGrpSpPr/>
          <p:nvPr/>
        </p:nvGrpSpPr>
        <p:grpSpPr>
          <a:xfrm>
            <a:off x="3703597" y="4681879"/>
            <a:ext cx="1736755" cy="328039"/>
            <a:chOff x="3756610" y="4688154"/>
            <a:chExt cx="1736755" cy="328039"/>
          </a:xfrm>
        </p:grpSpPr>
        <p:grpSp>
          <p:nvGrpSpPr>
            <p:cNvPr id="220" name="Google Shape;220;p17"/>
            <p:cNvGrpSpPr/>
            <p:nvPr/>
          </p:nvGrpSpPr>
          <p:grpSpPr>
            <a:xfrm>
              <a:off x="3756610" y="4706100"/>
              <a:ext cx="1028402" cy="286513"/>
              <a:chOff x="3756610" y="4706100"/>
              <a:chExt cx="1028402" cy="286513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4073187" y="47061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3756610" y="48932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365878" y="486675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17"/>
            <p:cNvGrpSpPr/>
            <p:nvPr/>
          </p:nvGrpSpPr>
          <p:grpSpPr>
            <a:xfrm>
              <a:off x="5077902" y="4688154"/>
              <a:ext cx="415463" cy="328039"/>
              <a:chOff x="5077902" y="4688154"/>
              <a:chExt cx="415463" cy="328039"/>
            </a:xfrm>
          </p:grpSpPr>
          <p:grpSp>
            <p:nvGrpSpPr>
              <p:cNvPr id="225" name="Google Shape;225;p17"/>
              <p:cNvGrpSpPr/>
              <p:nvPr/>
            </p:nvGrpSpPr>
            <p:grpSpPr>
              <a:xfrm>
                <a:off x="5379215" y="4901998"/>
                <a:ext cx="114150" cy="114196"/>
                <a:chOff x="-1811789" y="5621319"/>
                <a:chExt cx="38359" cy="38359"/>
              </a:xfrm>
            </p:grpSpPr>
            <p:sp>
              <p:nvSpPr>
                <p:cNvPr id="226" name="Google Shape;226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" name="Google Shape;227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8" name="Google Shape;228;p17"/>
              <p:cNvSpPr/>
              <p:nvPr/>
            </p:nvSpPr>
            <p:spPr>
              <a:xfrm>
                <a:off x="5077902" y="4688154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8"/>
          <p:cNvGrpSpPr/>
          <p:nvPr/>
        </p:nvGrpSpPr>
        <p:grpSpPr>
          <a:xfrm>
            <a:off x="294090" y="193498"/>
            <a:ext cx="8695983" cy="4797203"/>
            <a:chOff x="294090" y="193498"/>
            <a:chExt cx="8695983" cy="4797203"/>
          </a:xfrm>
        </p:grpSpPr>
        <p:sp>
          <p:nvSpPr>
            <p:cNvPr id="231" name="Google Shape;231;p18"/>
            <p:cNvSpPr/>
            <p:nvPr/>
          </p:nvSpPr>
          <p:spPr>
            <a:xfrm>
              <a:off x="6272537" y="48913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6550790" y="4546898"/>
              <a:ext cx="114150" cy="114196"/>
              <a:chOff x="-685100" y="4136737"/>
              <a:chExt cx="38359" cy="38359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5" name="Google Shape;235;p18"/>
            <p:cNvSpPr/>
            <p:nvPr/>
          </p:nvSpPr>
          <p:spPr>
            <a:xfrm>
              <a:off x="7055390" y="4864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18"/>
            <p:cNvGrpSpPr/>
            <p:nvPr/>
          </p:nvGrpSpPr>
          <p:grpSpPr>
            <a:xfrm>
              <a:off x="7827140" y="193498"/>
              <a:ext cx="114150" cy="114196"/>
              <a:chOff x="-685100" y="4136737"/>
              <a:chExt cx="38359" cy="38359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" name="Google Shape;239;p18"/>
            <p:cNvSpPr/>
            <p:nvPr/>
          </p:nvSpPr>
          <p:spPr>
            <a:xfrm>
              <a:off x="8570940" y="838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8570952" y="3077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294090" y="10242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p18"/>
            <p:cNvGrpSpPr/>
            <p:nvPr/>
          </p:nvGrpSpPr>
          <p:grpSpPr>
            <a:xfrm>
              <a:off x="294090" y="1534723"/>
              <a:ext cx="114150" cy="114196"/>
              <a:chOff x="-685100" y="4136737"/>
              <a:chExt cx="38359" cy="38359"/>
            </a:xfrm>
          </p:grpSpPr>
          <p:sp>
            <p:nvSpPr>
              <p:cNvPr id="243" name="Google Shape;24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5" name="Google Shape;245;p18"/>
            <p:cNvSpPr/>
            <p:nvPr/>
          </p:nvSpPr>
          <p:spPr>
            <a:xfrm>
              <a:off x="451135" y="6454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18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18"/>
          <p:cNvSpPr txBox="1"/>
          <p:nvPr>
            <p:ph idx="1" type="subTitle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8"/>
          <p:cNvSpPr/>
          <p:nvPr>
            <p:ph idx="2" type="pic"/>
          </p:nvPr>
        </p:nvSpPr>
        <p:spPr>
          <a:xfrm>
            <a:off x="4919988" y="838363"/>
            <a:ext cx="3399300" cy="346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9"/>
          <p:cNvGrpSpPr/>
          <p:nvPr/>
        </p:nvGrpSpPr>
        <p:grpSpPr>
          <a:xfrm>
            <a:off x="140465" y="285954"/>
            <a:ext cx="8839008" cy="4543534"/>
            <a:chOff x="140465" y="285954"/>
            <a:chExt cx="8839008" cy="4543534"/>
          </a:xfrm>
        </p:grpSpPr>
        <p:sp>
          <p:nvSpPr>
            <p:cNvPr id="251" name="Google Shape;251;p19"/>
            <p:cNvSpPr/>
            <p:nvPr/>
          </p:nvSpPr>
          <p:spPr>
            <a:xfrm>
              <a:off x="303865" y="2816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14852" y="32231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268960" y="47301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7958802" y="2859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8560340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8622260" y="3038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140465" y="2341473"/>
              <a:ext cx="114150" cy="114196"/>
              <a:chOff x="-685100" y="4136737"/>
              <a:chExt cx="38359" cy="38359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0" name="Google Shape;260;p19"/>
          <p:cNvSpPr txBox="1"/>
          <p:nvPr>
            <p:ph type="title"/>
          </p:nvPr>
        </p:nvSpPr>
        <p:spPr>
          <a:xfrm>
            <a:off x="1083876" y="1085875"/>
            <a:ext cx="30234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19"/>
          <p:cNvSpPr txBox="1"/>
          <p:nvPr>
            <p:ph idx="1" type="subTitle"/>
          </p:nvPr>
        </p:nvSpPr>
        <p:spPr>
          <a:xfrm>
            <a:off x="1083876" y="2149075"/>
            <a:ext cx="30234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2" name="Google Shape;262;p19"/>
          <p:cNvGrpSpPr/>
          <p:nvPr/>
        </p:nvGrpSpPr>
        <p:grpSpPr>
          <a:xfrm flipH="1">
            <a:off x="202193" y="3559134"/>
            <a:ext cx="760404" cy="1419169"/>
            <a:chOff x="3793658" y="8817100"/>
            <a:chExt cx="570746" cy="1065202"/>
          </a:xfrm>
        </p:grpSpPr>
        <p:sp>
          <p:nvSpPr>
            <p:cNvPr id="263" name="Google Shape;263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h="22" w="37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  <a:lnTo>
                    <a:pt x="1" y="1"/>
                  </a:lnTo>
                  <a:cubicBezTo>
                    <a:pt x="16" y="8"/>
                    <a:pt x="23" y="15"/>
                    <a:pt x="37" y="2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3958796" y="9645237"/>
              <a:ext cx="355172" cy="185460"/>
            </a:xfrm>
            <a:custGeom>
              <a:rect b="b" l="l" r="r" t="t"/>
              <a:pathLst>
                <a:path extrusionOk="0" h="1743" w="3338">
                  <a:moveTo>
                    <a:pt x="1453" y="1"/>
                  </a:moveTo>
                  <a:lnTo>
                    <a:pt x="1453" y="1"/>
                  </a:lnTo>
                  <a:cubicBezTo>
                    <a:pt x="1151" y="23"/>
                    <a:pt x="849" y="103"/>
                    <a:pt x="611" y="239"/>
                  </a:cubicBezTo>
                  <a:cubicBezTo>
                    <a:pt x="16" y="570"/>
                    <a:pt x="1" y="1122"/>
                    <a:pt x="584" y="1476"/>
                  </a:cubicBezTo>
                  <a:cubicBezTo>
                    <a:pt x="882" y="1653"/>
                    <a:pt x="1278" y="1743"/>
                    <a:pt x="1675" y="1743"/>
                  </a:cubicBezTo>
                  <a:cubicBezTo>
                    <a:pt x="2052" y="1743"/>
                    <a:pt x="2430" y="1661"/>
                    <a:pt x="2725" y="1497"/>
                  </a:cubicBezTo>
                  <a:cubicBezTo>
                    <a:pt x="3322" y="1158"/>
                    <a:pt x="3337" y="605"/>
                    <a:pt x="2754" y="260"/>
                  </a:cubicBezTo>
                  <a:cubicBezTo>
                    <a:pt x="2740" y="253"/>
                    <a:pt x="2733" y="246"/>
                    <a:pt x="2718" y="239"/>
                  </a:cubicBezTo>
                  <a:cubicBezTo>
                    <a:pt x="2588" y="167"/>
                    <a:pt x="2438" y="110"/>
                    <a:pt x="2286" y="66"/>
                  </a:cubicBezTo>
                  <a:lnTo>
                    <a:pt x="2266" y="123"/>
                  </a:lnTo>
                  <a:cubicBezTo>
                    <a:pt x="2388" y="160"/>
                    <a:pt x="2495" y="210"/>
                    <a:pt x="2595" y="268"/>
                  </a:cubicBezTo>
                  <a:cubicBezTo>
                    <a:pt x="3099" y="570"/>
                    <a:pt x="3085" y="1045"/>
                    <a:pt x="2575" y="1331"/>
                  </a:cubicBezTo>
                  <a:cubicBezTo>
                    <a:pt x="2320" y="1472"/>
                    <a:pt x="1993" y="1543"/>
                    <a:pt x="1668" y="1543"/>
                  </a:cubicBezTo>
                  <a:cubicBezTo>
                    <a:pt x="1330" y="1543"/>
                    <a:pt x="994" y="1467"/>
                    <a:pt x="741" y="1317"/>
                  </a:cubicBezTo>
                  <a:cubicBezTo>
                    <a:pt x="239" y="1015"/>
                    <a:pt x="253" y="541"/>
                    <a:pt x="763" y="253"/>
                  </a:cubicBezTo>
                  <a:cubicBezTo>
                    <a:pt x="956" y="146"/>
                    <a:pt x="1188" y="80"/>
                    <a:pt x="1431" y="53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3984120" y="9650770"/>
              <a:ext cx="304418" cy="158646"/>
            </a:xfrm>
            <a:custGeom>
              <a:rect b="b" l="l" r="r" t="t"/>
              <a:pathLst>
                <a:path extrusionOk="0" h="1491" w="2861">
                  <a:moveTo>
                    <a:pt x="1193" y="1"/>
                  </a:moveTo>
                  <a:cubicBezTo>
                    <a:pt x="950" y="28"/>
                    <a:pt x="718" y="94"/>
                    <a:pt x="525" y="201"/>
                  </a:cubicBezTo>
                  <a:cubicBezTo>
                    <a:pt x="15" y="489"/>
                    <a:pt x="1" y="963"/>
                    <a:pt x="503" y="1265"/>
                  </a:cubicBezTo>
                  <a:cubicBezTo>
                    <a:pt x="756" y="1415"/>
                    <a:pt x="1092" y="1491"/>
                    <a:pt x="1430" y="1491"/>
                  </a:cubicBezTo>
                  <a:cubicBezTo>
                    <a:pt x="1755" y="1491"/>
                    <a:pt x="2082" y="1420"/>
                    <a:pt x="2337" y="1279"/>
                  </a:cubicBezTo>
                  <a:cubicBezTo>
                    <a:pt x="2847" y="993"/>
                    <a:pt x="2861" y="518"/>
                    <a:pt x="2357" y="216"/>
                  </a:cubicBezTo>
                  <a:cubicBezTo>
                    <a:pt x="2257" y="158"/>
                    <a:pt x="2150" y="108"/>
                    <a:pt x="2028" y="71"/>
                  </a:cubicBezTo>
                  <a:lnTo>
                    <a:pt x="1833" y="582"/>
                  </a:lnTo>
                  <a:lnTo>
                    <a:pt x="1452" y="805"/>
                  </a:lnTo>
                  <a:lnTo>
                    <a:pt x="993" y="539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950390" y="9757067"/>
              <a:ext cx="371770" cy="125236"/>
            </a:xfrm>
            <a:custGeom>
              <a:rect b="b" l="l" r="r" t="t"/>
              <a:pathLst>
                <a:path extrusionOk="0" h="1177" w="3494">
                  <a:moveTo>
                    <a:pt x="3494" y="7"/>
                  </a:moveTo>
                  <a:cubicBezTo>
                    <a:pt x="3491" y="31"/>
                    <a:pt x="3489" y="54"/>
                    <a:pt x="3488" y="76"/>
                  </a:cubicBezTo>
                  <a:lnTo>
                    <a:pt x="3488" y="76"/>
                  </a:lnTo>
                  <a:cubicBezTo>
                    <a:pt x="3491" y="53"/>
                    <a:pt x="3493" y="30"/>
                    <a:pt x="3494" y="7"/>
                  </a:cubicBezTo>
                  <a:close/>
                  <a:moveTo>
                    <a:pt x="0" y="1"/>
                  </a:moveTo>
                  <a:lnTo>
                    <a:pt x="0" y="166"/>
                  </a:lnTo>
                  <a:cubicBezTo>
                    <a:pt x="0" y="416"/>
                    <a:pt x="166" y="675"/>
                    <a:pt x="497" y="870"/>
                  </a:cubicBezTo>
                  <a:cubicBezTo>
                    <a:pt x="837" y="1074"/>
                    <a:pt x="1290" y="1177"/>
                    <a:pt x="1745" y="1177"/>
                  </a:cubicBezTo>
                  <a:cubicBezTo>
                    <a:pt x="2184" y="1177"/>
                    <a:pt x="2623" y="1081"/>
                    <a:pt x="2962" y="891"/>
                  </a:cubicBezTo>
                  <a:cubicBezTo>
                    <a:pt x="3314" y="697"/>
                    <a:pt x="3487" y="439"/>
                    <a:pt x="3487" y="173"/>
                  </a:cubicBezTo>
                  <a:cubicBezTo>
                    <a:pt x="3487" y="139"/>
                    <a:pt x="3487" y="108"/>
                    <a:pt x="3488" y="76"/>
                  </a:cubicBezTo>
                  <a:lnTo>
                    <a:pt x="3488" y="76"/>
                  </a:lnTo>
                  <a:cubicBezTo>
                    <a:pt x="3455" y="317"/>
                    <a:pt x="3284" y="549"/>
                    <a:pt x="2962" y="727"/>
                  </a:cubicBezTo>
                  <a:cubicBezTo>
                    <a:pt x="2624" y="917"/>
                    <a:pt x="2186" y="1012"/>
                    <a:pt x="1748" y="1012"/>
                  </a:cubicBezTo>
                  <a:cubicBezTo>
                    <a:pt x="1292" y="1012"/>
                    <a:pt x="838" y="909"/>
                    <a:pt x="497" y="704"/>
                  </a:cubicBezTo>
                  <a:cubicBezTo>
                    <a:pt x="166" y="511"/>
                    <a:pt x="0" y="25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3950390" y="9670561"/>
              <a:ext cx="371770" cy="194185"/>
            </a:xfrm>
            <a:custGeom>
              <a:rect b="b" l="l" r="r" t="t"/>
              <a:pathLst>
                <a:path extrusionOk="0" h="1825" w="3494">
                  <a:moveTo>
                    <a:pt x="2833" y="22"/>
                  </a:moveTo>
                  <a:lnTo>
                    <a:pt x="2833" y="22"/>
                  </a:lnTo>
                  <a:cubicBezTo>
                    <a:pt x="2835" y="23"/>
                    <a:pt x="2837" y="24"/>
                    <a:pt x="2840" y="26"/>
                  </a:cubicBezTo>
                  <a:lnTo>
                    <a:pt x="2840" y="26"/>
                  </a:lnTo>
                  <a:cubicBezTo>
                    <a:pt x="2837" y="24"/>
                    <a:pt x="2835" y="23"/>
                    <a:pt x="2833" y="22"/>
                  </a:cubicBezTo>
                  <a:close/>
                  <a:moveTo>
                    <a:pt x="690" y="1"/>
                  </a:moveTo>
                  <a:lnTo>
                    <a:pt x="533" y="87"/>
                  </a:lnTo>
                  <a:cubicBezTo>
                    <a:pt x="181" y="289"/>
                    <a:pt x="0" y="548"/>
                    <a:pt x="0" y="814"/>
                  </a:cubicBezTo>
                  <a:cubicBezTo>
                    <a:pt x="0" y="1065"/>
                    <a:pt x="166" y="1324"/>
                    <a:pt x="497" y="1517"/>
                  </a:cubicBezTo>
                  <a:cubicBezTo>
                    <a:pt x="838" y="1722"/>
                    <a:pt x="1292" y="1825"/>
                    <a:pt x="1748" y="1825"/>
                  </a:cubicBezTo>
                  <a:cubicBezTo>
                    <a:pt x="2186" y="1825"/>
                    <a:pt x="2624" y="1730"/>
                    <a:pt x="2962" y="1540"/>
                  </a:cubicBezTo>
                  <a:cubicBezTo>
                    <a:pt x="3314" y="1345"/>
                    <a:pt x="3487" y="1086"/>
                    <a:pt x="3494" y="820"/>
                  </a:cubicBezTo>
                  <a:cubicBezTo>
                    <a:pt x="3494" y="569"/>
                    <a:pt x="3330" y="310"/>
                    <a:pt x="2999" y="117"/>
                  </a:cubicBezTo>
                  <a:cubicBezTo>
                    <a:pt x="2985" y="108"/>
                    <a:pt x="2969" y="101"/>
                    <a:pt x="2962" y="94"/>
                  </a:cubicBezTo>
                  <a:cubicBezTo>
                    <a:pt x="2942" y="80"/>
                    <a:pt x="2919" y="73"/>
                    <a:pt x="2905" y="58"/>
                  </a:cubicBezTo>
                  <a:cubicBezTo>
                    <a:pt x="2899" y="58"/>
                    <a:pt x="2883" y="51"/>
                    <a:pt x="2876" y="44"/>
                  </a:cubicBezTo>
                  <a:cubicBezTo>
                    <a:pt x="2864" y="38"/>
                    <a:pt x="2852" y="33"/>
                    <a:pt x="2840" y="26"/>
                  </a:cubicBezTo>
                  <a:lnTo>
                    <a:pt x="2840" y="26"/>
                  </a:lnTo>
                  <a:cubicBezTo>
                    <a:pt x="3416" y="371"/>
                    <a:pt x="3398" y="922"/>
                    <a:pt x="2804" y="1259"/>
                  </a:cubicBezTo>
                  <a:cubicBezTo>
                    <a:pt x="2509" y="1423"/>
                    <a:pt x="2131" y="1505"/>
                    <a:pt x="1754" y="1505"/>
                  </a:cubicBezTo>
                  <a:cubicBezTo>
                    <a:pt x="1357" y="1505"/>
                    <a:pt x="961" y="1415"/>
                    <a:pt x="663" y="1238"/>
                  </a:cubicBezTo>
                  <a:cubicBezTo>
                    <a:pt x="80" y="884"/>
                    <a:pt x="95" y="332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h="22" w="37">
                  <a:moveTo>
                    <a:pt x="1" y="1"/>
                  </a:moveTo>
                  <a:lnTo>
                    <a:pt x="25" y="15"/>
                  </a:lnTo>
                  <a:lnTo>
                    <a:pt x="25" y="15"/>
                  </a:lnTo>
                  <a:cubicBezTo>
                    <a:pt x="18" y="10"/>
                    <a:pt x="11" y="6"/>
                    <a:pt x="1" y="1"/>
                  </a:cubicBezTo>
                  <a:close/>
                  <a:moveTo>
                    <a:pt x="25" y="15"/>
                  </a:moveTo>
                  <a:cubicBezTo>
                    <a:pt x="29" y="17"/>
                    <a:pt x="32" y="19"/>
                    <a:pt x="37" y="22"/>
                  </a:cubicBezTo>
                  <a:lnTo>
                    <a:pt x="25" y="15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fill="none" h="22" w="37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107335" y="8917332"/>
              <a:ext cx="22983" cy="37560"/>
            </a:xfrm>
            <a:custGeom>
              <a:rect b="b" l="l" r="r" t="t"/>
              <a:pathLst>
                <a:path extrusionOk="0" h="353" w="216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121061" y="8925738"/>
              <a:ext cx="207378" cy="300587"/>
            </a:xfrm>
            <a:custGeom>
              <a:rect b="b" l="l" r="r" t="t"/>
              <a:pathLst>
                <a:path extrusionOk="0" h="2825" w="1949">
                  <a:moveTo>
                    <a:pt x="58" y="0"/>
                  </a:moveTo>
                  <a:lnTo>
                    <a:pt x="1" y="87"/>
                  </a:lnTo>
                  <a:cubicBezTo>
                    <a:pt x="28" y="137"/>
                    <a:pt x="51" y="173"/>
                    <a:pt x="78" y="244"/>
                  </a:cubicBezTo>
                  <a:cubicBezTo>
                    <a:pt x="78" y="251"/>
                    <a:pt x="87" y="259"/>
                    <a:pt x="87" y="273"/>
                  </a:cubicBezTo>
                  <a:lnTo>
                    <a:pt x="1495" y="2566"/>
                  </a:lnTo>
                  <a:lnTo>
                    <a:pt x="1948" y="282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127126" y="8904989"/>
              <a:ext cx="237278" cy="831429"/>
            </a:xfrm>
            <a:custGeom>
              <a:rect b="b" l="l" r="r" t="t"/>
              <a:pathLst>
                <a:path extrusionOk="0" h="7814" w="2230">
                  <a:moveTo>
                    <a:pt x="130" y="1"/>
                  </a:moveTo>
                  <a:lnTo>
                    <a:pt x="130" y="7"/>
                  </a:lnTo>
                  <a:lnTo>
                    <a:pt x="1" y="195"/>
                  </a:lnTo>
                  <a:lnTo>
                    <a:pt x="1891" y="3019"/>
                  </a:lnTo>
                  <a:lnTo>
                    <a:pt x="425" y="6973"/>
                  </a:lnTo>
                  <a:lnTo>
                    <a:pt x="403" y="7023"/>
                  </a:lnTo>
                  <a:lnTo>
                    <a:pt x="108" y="7814"/>
                  </a:lnTo>
                  <a:lnTo>
                    <a:pt x="489" y="7591"/>
                  </a:lnTo>
                  <a:lnTo>
                    <a:pt x="684" y="7080"/>
                  </a:lnTo>
                  <a:lnTo>
                    <a:pt x="704" y="7023"/>
                  </a:lnTo>
                  <a:lnTo>
                    <a:pt x="2229" y="2890"/>
                  </a:lnTo>
                  <a:lnTo>
                    <a:pt x="2207" y="2688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089672" y="9198662"/>
              <a:ext cx="238767" cy="537758"/>
            </a:xfrm>
            <a:custGeom>
              <a:rect b="b" l="l" r="r" t="t"/>
              <a:pathLst>
                <a:path extrusionOk="0" h="5054" w="2244">
                  <a:moveTo>
                    <a:pt x="1790" y="1"/>
                  </a:moveTo>
                  <a:lnTo>
                    <a:pt x="223" y="4198"/>
                  </a:lnTo>
                  <a:lnTo>
                    <a:pt x="201" y="4250"/>
                  </a:lnTo>
                  <a:lnTo>
                    <a:pt x="1" y="4788"/>
                  </a:lnTo>
                  <a:lnTo>
                    <a:pt x="460" y="5054"/>
                  </a:lnTo>
                  <a:lnTo>
                    <a:pt x="755" y="4263"/>
                  </a:lnTo>
                  <a:lnTo>
                    <a:pt x="777" y="4213"/>
                  </a:lnTo>
                  <a:lnTo>
                    <a:pt x="2243" y="259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026149" y="8817100"/>
              <a:ext cx="124065" cy="117894"/>
            </a:xfrm>
            <a:custGeom>
              <a:rect b="b" l="l" r="r" t="t"/>
              <a:pathLst>
                <a:path extrusionOk="0" h="1108" w="1166">
                  <a:moveTo>
                    <a:pt x="623" y="0"/>
                  </a:moveTo>
                  <a:cubicBezTo>
                    <a:pt x="524" y="0"/>
                    <a:pt x="454" y="27"/>
                    <a:pt x="418" y="43"/>
                  </a:cubicBezTo>
                  <a:cubicBezTo>
                    <a:pt x="418" y="43"/>
                    <a:pt x="382" y="57"/>
                    <a:pt x="339" y="86"/>
                  </a:cubicBezTo>
                  <a:cubicBezTo>
                    <a:pt x="310" y="100"/>
                    <a:pt x="310" y="100"/>
                    <a:pt x="266" y="137"/>
                  </a:cubicBezTo>
                  <a:cubicBezTo>
                    <a:pt x="260" y="150"/>
                    <a:pt x="246" y="159"/>
                    <a:pt x="237" y="173"/>
                  </a:cubicBezTo>
                  <a:cubicBezTo>
                    <a:pt x="223" y="193"/>
                    <a:pt x="203" y="216"/>
                    <a:pt x="180" y="237"/>
                  </a:cubicBezTo>
                  <a:lnTo>
                    <a:pt x="1" y="518"/>
                  </a:lnTo>
                  <a:cubicBezTo>
                    <a:pt x="30" y="518"/>
                    <a:pt x="58" y="525"/>
                    <a:pt x="87" y="532"/>
                  </a:cubicBezTo>
                  <a:cubicBezTo>
                    <a:pt x="123" y="538"/>
                    <a:pt x="166" y="554"/>
                    <a:pt x="223" y="575"/>
                  </a:cubicBezTo>
                  <a:cubicBezTo>
                    <a:pt x="260" y="590"/>
                    <a:pt x="303" y="611"/>
                    <a:pt x="346" y="640"/>
                  </a:cubicBezTo>
                  <a:cubicBezTo>
                    <a:pt x="367" y="647"/>
                    <a:pt x="382" y="654"/>
                    <a:pt x="396" y="661"/>
                  </a:cubicBezTo>
                  <a:cubicBezTo>
                    <a:pt x="496" y="720"/>
                    <a:pt x="598" y="790"/>
                    <a:pt x="684" y="863"/>
                  </a:cubicBezTo>
                  <a:cubicBezTo>
                    <a:pt x="691" y="870"/>
                    <a:pt x="705" y="883"/>
                    <a:pt x="720" y="892"/>
                  </a:cubicBezTo>
                  <a:cubicBezTo>
                    <a:pt x="734" y="913"/>
                    <a:pt x="748" y="927"/>
                    <a:pt x="763" y="942"/>
                  </a:cubicBezTo>
                  <a:cubicBezTo>
                    <a:pt x="791" y="963"/>
                    <a:pt x="813" y="992"/>
                    <a:pt x="827" y="1013"/>
                  </a:cubicBezTo>
                  <a:cubicBezTo>
                    <a:pt x="834" y="1021"/>
                    <a:pt x="841" y="1028"/>
                    <a:pt x="850" y="1035"/>
                  </a:cubicBezTo>
                  <a:cubicBezTo>
                    <a:pt x="863" y="1065"/>
                    <a:pt x="877" y="1085"/>
                    <a:pt x="893" y="1108"/>
                  </a:cubicBezTo>
                  <a:lnTo>
                    <a:pt x="950" y="1021"/>
                  </a:lnTo>
                  <a:lnTo>
                    <a:pt x="1079" y="833"/>
                  </a:lnTo>
                  <a:lnTo>
                    <a:pt x="1079" y="827"/>
                  </a:lnTo>
                  <a:cubicBezTo>
                    <a:pt x="1086" y="813"/>
                    <a:pt x="1093" y="797"/>
                    <a:pt x="1100" y="783"/>
                  </a:cubicBezTo>
                  <a:cubicBezTo>
                    <a:pt x="1108" y="777"/>
                    <a:pt x="1108" y="770"/>
                    <a:pt x="1115" y="763"/>
                  </a:cubicBezTo>
                  <a:cubicBezTo>
                    <a:pt x="1129" y="726"/>
                    <a:pt x="1143" y="690"/>
                    <a:pt x="1151" y="654"/>
                  </a:cubicBezTo>
                  <a:cubicBezTo>
                    <a:pt x="1151" y="640"/>
                    <a:pt x="1158" y="633"/>
                    <a:pt x="1158" y="618"/>
                  </a:cubicBezTo>
                  <a:cubicBezTo>
                    <a:pt x="1165" y="568"/>
                    <a:pt x="1165" y="504"/>
                    <a:pt x="1158" y="452"/>
                  </a:cubicBezTo>
                  <a:cubicBezTo>
                    <a:pt x="1122" y="237"/>
                    <a:pt x="956" y="57"/>
                    <a:pt x="748" y="14"/>
                  </a:cubicBezTo>
                  <a:cubicBezTo>
                    <a:pt x="702" y="4"/>
                    <a:pt x="660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107335" y="8917332"/>
              <a:ext cx="22983" cy="37560"/>
            </a:xfrm>
            <a:custGeom>
              <a:rect b="b" l="l" r="r" t="t"/>
              <a:pathLst>
                <a:path extrusionOk="0" h="353" w="216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3793658" y="9001923"/>
              <a:ext cx="294522" cy="202378"/>
            </a:xfrm>
            <a:custGeom>
              <a:rect b="b" l="l" r="r" t="t"/>
              <a:pathLst>
                <a:path extrusionOk="0" h="1902" w="2768">
                  <a:moveTo>
                    <a:pt x="504" y="232"/>
                  </a:moveTo>
                  <a:cubicBezTo>
                    <a:pt x="601" y="232"/>
                    <a:pt x="742" y="267"/>
                    <a:pt x="921" y="340"/>
                  </a:cubicBezTo>
                  <a:cubicBezTo>
                    <a:pt x="1121" y="427"/>
                    <a:pt x="1344" y="556"/>
                    <a:pt x="1560" y="692"/>
                  </a:cubicBezTo>
                  <a:cubicBezTo>
                    <a:pt x="1870" y="901"/>
                    <a:pt x="2150" y="1139"/>
                    <a:pt x="2301" y="1339"/>
                  </a:cubicBezTo>
                  <a:cubicBezTo>
                    <a:pt x="2468" y="1556"/>
                    <a:pt x="2447" y="1675"/>
                    <a:pt x="2275" y="1675"/>
                  </a:cubicBezTo>
                  <a:cubicBezTo>
                    <a:pt x="2179" y="1675"/>
                    <a:pt x="2037" y="1639"/>
                    <a:pt x="1855" y="1562"/>
                  </a:cubicBezTo>
                  <a:cubicBezTo>
                    <a:pt x="1646" y="1475"/>
                    <a:pt x="1423" y="1355"/>
                    <a:pt x="1215" y="1210"/>
                  </a:cubicBezTo>
                  <a:cubicBezTo>
                    <a:pt x="906" y="1010"/>
                    <a:pt x="619" y="765"/>
                    <a:pt x="468" y="570"/>
                  </a:cubicBezTo>
                  <a:cubicBezTo>
                    <a:pt x="300" y="351"/>
                    <a:pt x="326" y="232"/>
                    <a:pt x="504" y="232"/>
                  </a:cubicBezTo>
                  <a:close/>
                  <a:moveTo>
                    <a:pt x="222" y="1"/>
                  </a:moveTo>
                  <a:cubicBezTo>
                    <a:pt x="135" y="1"/>
                    <a:pt x="77" y="23"/>
                    <a:pt x="50" y="68"/>
                  </a:cubicBezTo>
                  <a:cubicBezTo>
                    <a:pt x="0" y="138"/>
                    <a:pt x="43" y="268"/>
                    <a:pt x="179" y="449"/>
                  </a:cubicBezTo>
                  <a:cubicBezTo>
                    <a:pt x="381" y="708"/>
                    <a:pt x="756" y="1023"/>
                    <a:pt x="1158" y="1296"/>
                  </a:cubicBezTo>
                  <a:cubicBezTo>
                    <a:pt x="1439" y="1475"/>
                    <a:pt x="1732" y="1641"/>
                    <a:pt x="2006" y="1757"/>
                  </a:cubicBezTo>
                  <a:cubicBezTo>
                    <a:pt x="2240" y="1855"/>
                    <a:pt x="2424" y="1902"/>
                    <a:pt x="2550" y="1902"/>
                  </a:cubicBezTo>
                  <a:cubicBezTo>
                    <a:pt x="2636" y="1902"/>
                    <a:pt x="2695" y="1880"/>
                    <a:pt x="2724" y="1836"/>
                  </a:cubicBezTo>
                  <a:cubicBezTo>
                    <a:pt x="2767" y="1770"/>
                    <a:pt x="2733" y="1641"/>
                    <a:pt x="2595" y="1462"/>
                  </a:cubicBezTo>
                  <a:cubicBezTo>
                    <a:pt x="2395" y="1196"/>
                    <a:pt x="2020" y="880"/>
                    <a:pt x="1611" y="613"/>
                  </a:cubicBezTo>
                  <a:cubicBezTo>
                    <a:pt x="1337" y="427"/>
                    <a:pt x="1042" y="261"/>
                    <a:pt x="769" y="147"/>
                  </a:cubicBezTo>
                  <a:cubicBezTo>
                    <a:pt x="535" y="49"/>
                    <a:pt x="349" y="1"/>
                    <a:pt x="22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3825472" y="9026502"/>
              <a:ext cx="230787" cy="153752"/>
            </a:xfrm>
            <a:custGeom>
              <a:rect b="b" l="l" r="r" t="t"/>
              <a:pathLst>
                <a:path extrusionOk="0" h="1445" w="2169">
                  <a:moveTo>
                    <a:pt x="205" y="1"/>
                  </a:moveTo>
                  <a:cubicBezTo>
                    <a:pt x="27" y="1"/>
                    <a:pt x="1" y="120"/>
                    <a:pt x="169" y="339"/>
                  </a:cubicBezTo>
                  <a:cubicBezTo>
                    <a:pt x="320" y="534"/>
                    <a:pt x="607" y="779"/>
                    <a:pt x="916" y="979"/>
                  </a:cubicBezTo>
                  <a:cubicBezTo>
                    <a:pt x="1124" y="1124"/>
                    <a:pt x="1347" y="1244"/>
                    <a:pt x="1556" y="1331"/>
                  </a:cubicBezTo>
                  <a:cubicBezTo>
                    <a:pt x="1738" y="1408"/>
                    <a:pt x="1880" y="1444"/>
                    <a:pt x="1976" y="1444"/>
                  </a:cubicBezTo>
                  <a:cubicBezTo>
                    <a:pt x="2148" y="1444"/>
                    <a:pt x="2169" y="1325"/>
                    <a:pt x="2002" y="1108"/>
                  </a:cubicBezTo>
                  <a:cubicBezTo>
                    <a:pt x="1851" y="908"/>
                    <a:pt x="1571" y="670"/>
                    <a:pt x="1261" y="461"/>
                  </a:cubicBezTo>
                  <a:cubicBezTo>
                    <a:pt x="1045" y="325"/>
                    <a:pt x="822" y="196"/>
                    <a:pt x="622" y="109"/>
                  </a:cubicBezTo>
                  <a:cubicBezTo>
                    <a:pt x="443" y="36"/>
                    <a:pt x="302" y="1"/>
                    <a:pt x="205" y="1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798978" y="8870940"/>
              <a:ext cx="345170" cy="326336"/>
            </a:xfrm>
            <a:custGeom>
              <a:rect b="b" l="l" r="r" t="t"/>
              <a:pathLst>
                <a:path extrusionOk="0" h="3067" w="3244">
                  <a:moveTo>
                    <a:pt x="3" y="1293"/>
                  </a:moveTo>
                  <a:cubicBezTo>
                    <a:pt x="2" y="1295"/>
                    <a:pt x="1" y="1297"/>
                    <a:pt x="0" y="1299"/>
                  </a:cubicBezTo>
                  <a:cubicBezTo>
                    <a:pt x="1" y="1297"/>
                    <a:pt x="2" y="1295"/>
                    <a:pt x="3" y="1293"/>
                  </a:cubicBezTo>
                  <a:close/>
                  <a:moveTo>
                    <a:pt x="1962" y="1"/>
                  </a:moveTo>
                  <a:cubicBezTo>
                    <a:pt x="1859" y="1"/>
                    <a:pt x="1767" y="12"/>
                    <a:pt x="1698" y="26"/>
                  </a:cubicBezTo>
                  <a:cubicBezTo>
                    <a:pt x="1423" y="69"/>
                    <a:pt x="1208" y="177"/>
                    <a:pt x="1130" y="214"/>
                  </a:cubicBezTo>
                  <a:cubicBezTo>
                    <a:pt x="914" y="314"/>
                    <a:pt x="706" y="472"/>
                    <a:pt x="626" y="536"/>
                  </a:cubicBezTo>
                  <a:cubicBezTo>
                    <a:pt x="554" y="593"/>
                    <a:pt x="474" y="666"/>
                    <a:pt x="388" y="759"/>
                  </a:cubicBezTo>
                  <a:cubicBezTo>
                    <a:pt x="368" y="781"/>
                    <a:pt x="338" y="817"/>
                    <a:pt x="318" y="838"/>
                  </a:cubicBezTo>
                  <a:cubicBezTo>
                    <a:pt x="281" y="881"/>
                    <a:pt x="238" y="947"/>
                    <a:pt x="202" y="990"/>
                  </a:cubicBezTo>
                  <a:cubicBezTo>
                    <a:pt x="139" y="1088"/>
                    <a:pt x="68" y="1193"/>
                    <a:pt x="3" y="1293"/>
                  </a:cubicBezTo>
                  <a:lnTo>
                    <a:pt x="3" y="1293"/>
                  </a:lnTo>
                  <a:cubicBezTo>
                    <a:pt x="31" y="1253"/>
                    <a:pt x="89" y="1232"/>
                    <a:pt x="172" y="1232"/>
                  </a:cubicBezTo>
                  <a:cubicBezTo>
                    <a:pt x="299" y="1232"/>
                    <a:pt x="485" y="1280"/>
                    <a:pt x="719" y="1378"/>
                  </a:cubicBezTo>
                  <a:cubicBezTo>
                    <a:pt x="992" y="1492"/>
                    <a:pt x="1287" y="1658"/>
                    <a:pt x="1561" y="1844"/>
                  </a:cubicBezTo>
                  <a:cubicBezTo>
                    <a:pt x="1970" y="2111"/>
                    <a:pt x="2345" y="2427"/>
                    <a:pt x="2545" y="2693"/>
                  </a:cubicBezTo>
                  <a:cubicBezTo>
                    <a:pt x="2682" y="2871"/>
                    <a:pt x="2717" y="2999"/>
                    <a:pt x="2675" y="3065"/>
                  </a:cubicBezTo>
                  <a:lnTo>
                    <a:pt x="2675" y="3065"/>
                  </a:lnTo>
                  <a:cubicBezTo>
                    <a:pt x="2740" y="2964"/>
                    <a:pt x="2812" y="2865"/>
                    <a:pt x="2876" y="2765"/>
                  </a:cubicBezTo>
                  <a:cubicBezTo>
                    <a:pt x="3028" y="2542"/>
                    <a:pt x="3098" y="2304"/>
                    <a:pt x="3128" y="2189"/>
                  </a:cubicBezTo>
                  <a:cubicBezTo>
                    <a:pt x="3135" y="2182"/>
                    <a:pt x="3214" y="1902"/>
                    <a:pt x="3235" y="1601"/>
                  </a:cubicBezTo>
                  <a:cubicBezTo>
                    <a:pt x="3243" y="1406"/>
                    <a:pt x="3235" y="1226"/>
                    <a:pt x="3178" y="997"/>
                  </a:cubicBezTo>
                  <a:cubicBezTo>
                    <a:pt x="3178" y="997"/>
                    <a:pt x="3157" y="888"/>
                    <a:pt x="3114" y="788"/>
                  </a:cubicBezTo>
                  <a:lnTo>
                    <a:pt x="2898" y="436"/>
                  </a:lnTo>
                  <a:cubicBezTo>
                    <a:pt x="2883" y="421"/>
                    <a:pt x="2869" y="407"/>
                    <a:pt x="2855" y="386"/>
                  </a:cubicBezTo>
                  <a:cubicBezTo>
                    <a:pt x="2840" y="377"/>
                    <a:pt x="2826" y="364"/>
                    <a:pt x="2819" y="357"/>
                  </a:cubicBezTo>
                  <a:cubicBezTo>
                    <a:pt x="2733" y="284"/>
                    <a:pt x="2631" y="214"/>
                    <a:pt x="2531" y="155"/>
                  </a:cubicBezTo>
                  <a:cubicBezTo>
                    <a:pt x="2517" y="148"/>
                    <a:pt x="2502" y="141"/>
                    <a:pt x="2481" y="134"/>
                  </a:cubicBezTo>
                  <a:cubicBezTo>
                    <a:pt x="2438" y="105"/>
                    <a:pt x="2395" y="84"/>
                    <a:pt x="2358" y="69"/>
                  </a:cubicBezTo>
                  <a:cubicBezTo>
                    <a:pt x="2301" y="48"/>
                    <a:pt x="2258" y="32"/>
                    <a:pt x="2222" y="26"/>
                  </a:cubicBezTo>
                  <a:cubicBezTo>
                    <a:pt x="2193" y="19"/>
                    <a:pt x="2165" y="12"/>
                    <a:pt x="2136" y="12"/>
                  </a:cubicBezTo>
                  <a:cubicBezTo>
                    <a:pt x="2076" y="4"/>
                    <a:pt x="2018" y="1"/>
                    <a:pt x="1962" y="1"/>
                  </a:cubicBezTo>
                  <a:close/>
                  <a:moveTo>
                    <a:pt x="2675" y="3065"/>
                  </a:moveTo>
                  <a:cubicBezTo>
                    <a:pt x="2675" y="3066"/>
                    <a:pt x="2674" y="3066"/>
                    <a:pt x="2674" y="3067"/>
                  </a:cubicBezTo>
                  <a:cubicBezTo>
                    <a:pt x="2674" y="3066"/>
                    <a:pt x="2675" y="3066"/>
                    <a:pt x="2675" y="3065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0"/>
          <p:cNvGrpSpPr/>
          <p:nvPr/>
        </p:nvGrpSpPr>
        <p:grpSpPr>
          <a:xfrm>
            <a:off x="1762077" y="317323"/>
            <a:ext cx="7204876" cy="4590157"/>
            <a:chOff x="1762077" y="317323"/>
            <a:chExt cx="7204876" cy="4590157"/>
          </a:xfrm>
        </p:grpSpPr>
        <p:sp>
          <p:nvSpPr>
            <p:cNvPr id="281" name="Google Shape;281;p20"/>
            <p:cNvSpPr/>
            <p:nvPr/>
          </p:nvSpPr>
          <p:spPr>
            <a:xfrm>
              <a:off x="8801727" y="11649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8449803" y="195354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3" name="Google Shape;283;p20"/>
            <p:cNvGrpSpPr/>
            <p:nvPr/>
          </p:nvGrpSpPr>
          <p:grpSpPr>
            <a:xfrm>
              <a:off x="8170040" y="317323"/>
              <a:ext cx="114150" cy="114196"/>
              <a:chOff x="-685100" y="4136737"/>
              <a:chExt cx="38359" cy="38359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20"/>
            <p:cNvSpPr/>
            <p:nvPr/>
          </p:nvSpPr>
          <p:spPr>
            <a:xfrm>
              <a:off x="1762077" y="47722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20"/>
          <p:cNvSpPr txBox="1"/>
          <p:nvPr>
            <p:ph type="title"/>
          </p:nvPr>
        </p:nvSpPr>
        <p:spPr>
          <a:xfrm>
            <a:off x="4808712" y="1436400"/>
            <a:ext cx="25731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8" name="Google Shape;288;p20"/>
          <p:cNvSpPr txBox="1"/>
          <p:nvPr>
            <p:ph idx="1" type="subTitle"/>
          </p:nvPr>
        </p:nvSpPr>
        <p:spPr>
          <a:xfrm>
            <a:off x="4808837" y="2497200"/>
            <a:ext cx="2573100" cy="12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1"/>
          <p:cNvGrpSpPr/>
          <p:nvPr/>
        </p:nvGrpSpPr>
        <p:grpSpPr>
          <a:xfrm>
            <a:off x="211685" y="269698"/>
            <a:ext cx="976380" cy="1044888"/>
            <a:chOff x="211685" y="269698"/>
            <a:chExt cx="976380" cy="1044888"/>
          </a:xfrm>
        </p:grpSpPr>
        <p:sp>
          <p:nvSpPr>
            <p:cNvPr id="291" name="Google Shape;291;p21"/>
            <p:cNvSpPr/>
            <p:nvPr/>
          </p:nvSpPr>
          <p:spPr>
            <a:xfrm>
              <a:off x="275053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2" name="Google Shape;292;p21"/>
            <p:cNvGrpSpPr/>
            <p:nvPr/>
          </p:nvGrpSpPr>
          <p:grpSpPr>
            <a:xfrm>
              <a:off x="1073915" y="269698"/>
              <a:ext cx="114150" cy="114196"/>
              <a:chOff x="-685100" y="4136737"/>
              <a:chExt cx="38359" cy="38359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" name="Google Shape;295;p21"/>
            <p:cNvSpPr/>
            <p:nvPr/>
          </p:nvSpPr>
          <p:spPr>
            <a:xfrm>
              <a:off x="211685" y="12138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316762" y="3839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1"/>
          <p:cNvSpPr txBox="1"/>
          <p:nvPr>
            <p:ph type="title"/>
          </p:nvPr>
        </p:nvSpPr>
        <p:spPr>
          <a:xfrm>
            <a:off x="2417638" y="2105845"/>
            <a:ext cx="22593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1"/>
          <p:cNvSpPr txBox="1"/>
          <p:nvPr>
            <p:ph idx="1" type="subTitle"/>
          </p:nvPr>
        </p:nvSpPr>
        <p:spPr>
          <a:xfrm>
            <a:off x="2417650" y="3149824"/>
            <a:ext cx="2259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-166660" y="1704104"/>
            <a:ext cx="9228233" cy="3135984"/>
            <a:chOff x="-166660" y="1704104"/>
            <a:chExt cx="9228233" cy="3135984"/>
          </a:xfrm>
        </p:grpSpPr>
        <p:sp>
          <p:nvSpPr>
            <p:cNvPr id="301" name="Google Shape;301;p22"/>
            <p:cNvSpPr/>
            <p:nvPr/>
          </p:nvSpPr>
          <p:spPr>
            <a:xfrm>
              <a:off x="-166660" y="21093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252477" y="17041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03785" y="23481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22"/>
            <p:cNvGrpSpPr/>
            <p:nvPr/>
          </p:nvGrpSpPr>
          <p:grpSpPr>
            <a:xfrm>
              <a:off x="8830365" y="3760098"/>
              <a:ext cx="114150" cy="114196"/>
              <a:chOff x="-685100" y="4136737"/>
              <a:chExt cx="38359" cy="38359"/>
            </a:xfrm>
          </p:grpSpPr>
          <p:sp>
            <p:nvSpPr>
              <p:cNvPr id="305" name="Google Shape;305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7" name="Google Shape;307;p22"/>
            <p:cNvSpPr/>
            <p:nvPr/>
          </p:nvSpPr>
          <p:spPr>
            <a:xfrm>
              <a:off x="8642440" y="44472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8590762" y="40509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8430785" y="47407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22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" name="Google Shape;311;p22"/>
          <p:cNvSpPr txBox="1"/>
          <p:nvPr>
            <p:ph idx="1" type="body"/>
          </p:nvPr>
        </p:nvSpPr>
        <p:spPr>
          <a:xfrm>
            <a:off x="720000" y="1139550"/>
            <a:ext cx="77040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" name="Google Shape;324;p23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5" name="Google Shape;325;p23"/>
          <p:cNvSpPr txBox="1"/>
          <p:nvPr>
            <p:ph idx="1" type="subTitle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3"/>
          <p:cNvSpPr txBox="1"/>
          <p:nvPr>
            <p:ph idx="2" type="subTitle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3"/>
          <p:cNvSpPr txBox="1"/>
          <p:nvPr>
            <p:ph idx="3" type="subTitle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28" name="Google Shape;328;p23"/>
          <p:cNvSpPr txBox="1"/>
          <p:nvPr>
            <p:ph idx="4" type="subTitle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4"/>
          <p:cNvGrpSpPr/>
          <p:nvPr/>
        </p:nvGrpSpPr>
        <p:grpSpPr>
          <a:xfrm>
            <a:off x="236590" y="228373"/>
            <a:ext cx="8797477" cy="4710226"/>
            <a:chOff x="236590" y="228373"/>
            <a:chExt cx="8797477" cy="4710226"/>
          </a:xfrm>
        </p:grpSpPr>
        <p:grpSp>
          <p:nvGrpSpPr>
            <p:cNvPr id="331" name="Google Shape;331;p24"/>
            <p:cNvGrpSpPr/>
            <p:nvPr/>
          </p:nvGrpSpPr>
          <p:grpSpPr>
            <a:xfrm>
              <a:off x="513562" y="228373"/>
              <a:ext cx="8520505" cy="4710226"/>
              <a:chOff x="513562" y="228373"/>
              <a:chExt cx="8520505" cy="4710226"/>
            </a:xfrm>
          </p:grpSpPr>
          <p:grpSp>
            <p:nvGrpSpPr>
              <p:cNvPr id="332" name="Google Shape;332;p24"/>
              <p:cNvGrpSpPr/>
              <p:nvPr/>
            </p:nvGrpSpPr>
            <p:grpSpPr>
              <a:xfrm>
                <a:off x="8699790" y="3091698"/>
                <a:ext cx="114150" cy="114196"/>
                <a:chOff x="-685100" y="4136737"/>
                <a:chExt cx="38359" cy="38359"/>
              </a:xfrm>
            </p:grpSpPr>
            <p:sp>
              <p:nvSpPr>
                <p:cNvPr id="333" name="Google Shape;333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5" name="Google Shape;335;p24"/>
              <p:cNvGrpSpPr/>
              <p:nvPr/>
            </p:nvGrpSpPr>
            <p:grpSpPr>
              <a:xfrm>
                <a:off x="513562" y="228373"/>
                <a:ext cx="8061130" cy="4710226"/>
                <a:chOff x="513562" y="228373"/>
                <a:chExt cx="8061130" cy="4710226"/>
              </a:xfrm>
            </p:grpSpPr>
            <p:sp>
              <p:nvSpPr>
                <p:cNvPr id="336" name="Google Shape;336;p24"/>
                <p:cNvSpPr/>
                <p:nvPr/>
              </p:nvSpPr>
              <p:spPr>
                <a:xfrm>
                  <a:off x="513562" y="44519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24"/>
                <p:cNvSpPr/>
                <p:nvPr/>
              </p:nvSpPr>
              <p:spPr>
                <a:xfrm>
                  <a:off x="906835" y="4837822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8" name="Google Shape;338;p24"/>
                <p:cNvGrpSpPr/>
                <p:nvPr/>
              </p:nvGrpSpPr>
              <p:grpSpPr>
                <a:xfrm>
                  <a:off x="7899840" y="2283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9" name="Google Shape;339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1" name="Google Shape;341;p24"/>
                <p:cNvSpPr/>
                <p:nvPr/>
              </p:nvSpPr>
              <p:spPr>
                <a:xfrm>
                  <a:off x="8475537" y="4898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2" name="Google Shape;342;p24"/>
              <p:cNvSpPr/>
              <p:nvPr/>
            </p:nvSpPr>
            <p:spPr>
              <a:xfrm>
                <a:off x="8934912" y="34736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3" name="Google Shape;343;p24"/>
            <p:cNvSpPr/>
            <p:nvPr/>
          </p:nvSpPr>
          <p:spPr>
            <a:xfrm>
              <a:off x="236590" y="48133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8325640" y="228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4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" name="Google Shape;346;p24"/>
          <p:cNvSpPr txBox="1"/>
          <p:nvPr>
            <p:ph idx="1" type="subTitle"/>
          </p:nvPr>
        </p:nvSpPr>
        <p:spPr>
          <a:xfrm>
            <a:off x="4144219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idx="2" type="subTitle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5"/>
          <p:cNvGrpSpPr/>
          <p:nvPr/>
        </p:nvGrpSpPr>
        <p:grpSpPr>
          <a:xfrm>
            <a:off x="166815" y="243629"/>
            <a:ext cx="8676308" cy="4751139"/>
            <a:chOff x="166815" y="243629"/>
            <a:chExt cx="8676308" cy="4751139"/>
          </a:xfrm>
        </p:grpSpPr>
        <p:sp>
          <p:nvSpPr>
            <p:cNvPr id="350" name="Google Shape;350;p25"/>
            <p:cNvSpPr/>
            <p:nvPr/>
          </p:nvSpPr>
          <p:spPr>
            <a:xfrm>
              <a:off x="8652960" y="6030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8009027" y="243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8423990" y="2979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166815" y="48805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323860" y="43279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585962" y="46848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5"/>
            <p:cNvGrpSpPr/>
            <p:nvPr/>
          </p:nvGrpSpPr>
          <p:grpSpPr>
            <a:xfrm>
              <a:off x="984215" y="4880573"/>
              <a:ext cx="114150" cy="114196"/>
              <a:chOff x="-685100" y="4136737"/>
              <a:chExt cx="38359" cy="38359"/>
            </a:xfrm>
          </p:grpSpPr>
          <p:sp>
            <p:nvSpPr>
              <p:cNvPr id="357" name="Google Shape;357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9" name="Google Shape;359;p25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p25"/>
          <p:cNvSpPr txBox="1"/>
          <p:nvPr>
            <p:ph idx="1" type="body"/>
          </p:nvPr>
        </p:nvSpPr>
        <p:spPr>
          <a:xfrm>
            <a:off x="720000" y="1139546"/>
            <a:ext cx="38424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25"/>
          <p:cNvSpPr txBox="1"/>
          <p:nvPr>
            <p:ph idx="2" type="body"/>
          </p:nvPr>
        </p:nvSpPr>
        <p:spPr>
          <a:xfrm>
            <a:off x="4588375" y="1139546"/>
            <a:ext cx="38424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6"/>
          <p:cNvGrpSpPr/>
          <p:nvPr/>
        </p:nvGrpSpPr>
        <p:grpSpPr>
          <a:xfrm>
            <a:off x="-209010" y="539498"/>
            <a:ext cx="9154058" cy="4421204"/>
            <a:chOff x="-209010" y="539498"/>
            <a:chExt cx="9154058" cy="4421204"/>
          </a:xfrm>
        </p:grpSpPr>
        <p:sp>
          <p:nvSpPr>
            <p:cNvPr id="364" name="Google Shape;364;p26"/>
            <p:cNvSpPr/>
            <p:nvPr/>
          </p:nvSpPr>
          <p:spPr>
            <a:xfrm>
              <a:off x="137152" y="9781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5" name="Google Shape;365;p26"/>
            <p:cNvGrpSpPr/>
            <p:nvPr/>
          </p:nvGrpSpPr>
          <p:grpSpPr>
            <a:xfrm>
              <a:off x="442090" y="539498"/>
              <a:ext cx="114150" cy="114196"/>
              <a:chOff x="-685100" y="4136737"/>
              <a:chExt cx="38359" cy="38359"/>
            </a:xfrm>
          </p:grpSpPr>
          <p:sp>
            <p:nvSpPr>
              <p:cNvPr id="366" name="Google Shape;366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8" name="Google Shape;368;p26"/>
            <p:cNvSpPr/>
            <p:nvPr/>
          </p:nvSpPr>
          <p:spPr>
            <a:xfrm>
              <a:off x="-209010" y="6537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8111350" y="4861351"/>
              <a:ext cx="105074" cy="99351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8525915" y="49340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8548850" y="45046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26"/>
            <p:cNvGrpSpPr/>
            <p:nvPr/>
          </p:nvGrpSpPr>
          <p:grpSpPr>
            <a:xfrm>
              <a:off x="8807965" y="4028023"/>
              <a:ext cx="114162" cy="114196"/>
              <a:chOff x="-731163" y="4510964"/>
              <a:chExt cx="38363" cy="38359"/>
            </a:xfrm>
          </p:grpSpPr>
          <p:sp>
            <p:nvSpPr>
              <p:cNvPr id="373" name="Google Shape;373;p26"/>
              <p:cNvSpPr/>
              <p:nvPr/>
            </p:nvSpPr>
            <p:spPr>
              <a:xfrm>
                <a:off x="-731163" y="4510964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-731159" y="4510964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" name="Google Shape;375;p26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26"/>
          <p:cNvSpPr txBox="1"/>
          <p:nvPr>
            <p:ph idx="1" type="subTitle"/>
          </p:nvPr>
        </p:nvSpPr>
        <p:spPr>
          <a:xfrm>
            <a:off x="719988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6"/>
          <p:cNvSpPr txBox="1"/>
          <p:nvPr>
            <p:ph idx="2" type="subTitle"/>
          </p:nvPr>
        </p:nvSpPr>
        <p:spPr>
          <a:xfrm>
            <a:off x="3309720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6"/>
          <p:cNvSpPr txBox="1"/>
          <p:nvPr>
            <p:ph idx="3" type="subTitle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6"/>
          <p:cNvSpPr txBox="1"/>
          <p:nvPr>
            <p:ph idx="4" type="subTitle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80" name="Google Shape;380;p26"/>
          <p:cNvSpPr txBox="1"/>
          <p:nvPr>
            <p:ph idx="5" type="subTitle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81" name="Google Shape;381;p26"/>
          <p:cNvSpPr txBox="1"/>
          <p:nvPr>
            <p:ph idx="6" type="subTitle"/>
          </p:nvPr>
        </p:nvSpPr>
        <p:spPr>
          <a:xfrm>
            <a:off x="5899452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7"/>
          <p:cNvGrpSpPr/>
          <p:nvPr/>
        </p:nvGrpSpPr>
        <p:grpSpPr>
          <a:xfrm>
            <a:off x="275053" y="951391"/>
            <a:ext cx="8693790" cy="4046252"/>
            <a:chOff x="275053" y="951391"/>
            <a:chExt cx="8693790" cy="4046252"/>
          </a:xfrm>
        </p:grpSpPr>
        <p:grpSp>
          <p:nvGrpSpPr>
            <p:cNvPr id="384" name="Google Shape;384;p27"/>
            <p:cNvGrpSpPr/>
            <p:nvPr/>
          </p:nvGrpSpPr>
          <p:grpSpPr>
            <a:xfrm>
              <a:off x="1229490" y="4883448"/>
              <a:ext cx="114150" cy="114196"/>
              <a:chOff x="-685100" y="4136737"/>
              <a:chExt cx="38359" cy="38359"/>
            </a:xfrm>
          </p:grpSpPr>
          <p:sp>
            <p:nvSpPr>
              <p:cNvPr id="385" name="Google Shape;385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7" name="Google Shape;387;p27"/>
            <p:cNvSpPr/>
            <p:nvPr/>
          </p:nvSpPr>
          <p:spPr>
            <a:xfrm>
              <a:off x="275053" y="4893276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308927" y="4422021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8669860" y="9513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8355790" y="21027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8869687" y="17170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7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27"/>
          <p:cNvSpPr txBox="1"/>
          <p:nvPr>
            <p:ph idx="1" type="subTitle"/>
          </p:nvPr>
        </p:nvSpPr>
        <p:spPr>
          <a:xfrm>
            <a:off x="3541873" y="221642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7"/>
          <p:cNvSpPr txBox="1"/>
          <p:nvPr>
            <p:ph idx="2" type="subTitle"/>
          </p:nvPr>
        </p:nvSpPr>
        <p:spPr>
          <a:xfrm>
            <a:off x="6008700" y="221642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7"/>
          <p:cNvSpPr txBox="1"/>
          <p:nvPr>
            <p:ph idx="3" type="subTitle"/>
          </p:nvPr>
        </p:nvSpPr>
        <p:spPr>
          <a:xfrm>
            <a:off x="3541873" y="394566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7"/>
          <p:cNvSpPr txBox="1"/>
          <p:nvPr>
            <p:ph idx="4" type="subTitle"/>
          </p:nvPr>
        </p:nvSpPr>
        <p:spPr>
          <a:xfrm>
            <a:off x="6008700" y="394566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7"/>
          <p:cNvSpPr txBox="1"/>
          <p:nvPr>
            <p:ph idx="5" type="subTitle"/>
          </p:nvPr>
        </p:nvSpPr>
        <p:spPr>
          <a:xfrm>
            <a:off x="3541873" y="186322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98" name="Google Shape;398;p27"/>
          <p:cNvSpPr txBox="1"/>
          <p:nvPr>
            <p:ph idx="6" type="subTitle"/>
          </p:nvPr>
        </p:nvSpPr>
        <p:spPr>
          <a:xfrm>
            <a:off x="3541873" y="3597351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99" name="Google Shape;399;p27"/>
          <p:cNvSpPr txBox="1"/>
          <p:nvPr>
            <p:ph idx="7" type="subTitle"/>
          </p:nvPr>
        </p:nvSpPr>
        <p:spPr>
          <a:xfrm>
            <a:off x="6008700" y="186322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00" name="Google Shape;400;p27"/>
          <p:cNvSpPr txBox="1"/>
          <p:nvPr>
            <p:ph idx="8" type="subTitle"/>
          </p:nvPr>
        </p:nvSpPr>
        <p:spPr>
          <a:xfrm>
            <a:off x="6008700" y="3597351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8"/>
          <p:cNvGrpSpPr/>
          <p:nvPr/>
        </p:nvGrpSpPr>
        <p:grpSpPr>
          <a:xfrm>
            <a:off x="207460" y="251575"/>
            <a:ext cx="8800893" cy="3650575"/>
            <a:chOff x="207460" y="251575"/>
            <a:chExt cx="8800893" cy="3650575"/>
          </a:xfrm>
        </p:grpSpPr>
        <p:sp>
          <p:nvSpPr>
            <p:cNvPr id="403" name="Google Shape;403;p28"/>
            <p:cNvSpPr/>
            <p:nvPr/>
          </p:nvSpPr>
          <p:spPr>
            <a:xfrm>
              <a:off x="207460" y="367181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584537" y="38028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312515" y="3314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28"/>
            <p:cNvGrpSpPr/>
            <p:nvPr/>
          </p:nvGrpSpPr>
          <p:grpSpPr>
            <a:xfrm>
              <a:off x="8658990" y="797848"/>
              <a:ext cx="114150" cy="114196"/>
              <a:chOff x="-685100" y="4136737"/>
              <a:chExt cx="38359" cy="38359"/>
            </a:xfrm>
          </p:grpSpPr>
          <p:sp>
            <p:nvSpPr>
              <p:cNvPr id="407" name="Google Shape;407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9" name="Google Shape;409;p28"/>
            <p:cNvSpPr/>
            <p:nvPr/>
          </p:nvSpPr>
          <p:spPr>
            <a:xfrm>
              <a:off x="8423990" y="12880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8843127" y="1659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7912110" y="30673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8666500" y="2515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28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idx="1" type="subTitle"/>
          </p:nvPr>
        </p:nvSpPr>
        <p:spPr>
          <a:xfrm>
            <a:off x="3800229" y="1338720"/>
            <a:ext cx="3682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8"/>
          <p:cNvSpPr txBox="1"/>
          <p:nvPr>
            <p:ph idx="2" type="subTitle"/>
          </p:nvPr>
        </p:nvSpPr>
        <p:spPr>
          <a:xfrm>
            <a:off x="4031385" y="2045294"/>
            <a:ext cx="3682800" cy="44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8"/>
          <p:cNvSpPr txBox="1"/>
          <p:nvPr>
            <p:ph idx="3" type="subTitle"/>
          </p:nvPr>
        </p:nvSpPr>
        <p:spPr>
          <a:xfrm>
            <a:off x="4493696" y="3452441"/>
            <a:ext cx="36828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8"/>
          <p:cNvSpPr txBox="1"/>
          <p:nvPr>
            <p:ph idx="4" type="subTitle"/>
          </p:nvPr>
        </p:nvSpPr>
        <p:spPr>
          <a:xfrm>
            <a:off x="4724852" y="4159014"/>
            <a:ext cx="36828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8"/>
          <p:cNvSpPr txBox="1"/>
          <p:nvPr>
            <p:ph idx="5" type="subTitle"/>
          </p:nvPr>
        </p:nvSpPr>
        <p:spPr>
          <a:xfrm>
            <a:off x="1182137" y="1338720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9" name="Google Shape;419;p28"/>
          <p:cNvSpPr txBox="1"/>
          <p:nvPr>
            <p:ph idx="6" type="subTitle"/>
          </p:nvPr>
        </p:nvSpPr>
        <p:spPr>
          <a:xfrm>
            <a:off x="1875606" y="3453941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0" name="Google Shape;420;p28"/>
          <p:cNvSpPr txBox="1"/>
          <p:nvPr>
            <p:ph idx="7" type="subTitle"/>
          </p:nvPr>
        </p:nvSpPr>
        <p:spPr>
          <a:xfrm>
            <a:off x="1413293" y="2043794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1" name="Google Shape;421;p28"/>
          <p:cNvSpPr txBox="1"/>
          <p:nvPr>
            <p:ph idx="8" type="subTitle"/>
          </p:nvPr>
        </p:nvSpPr>
        <p:spPr>
          <a:xfrm>
            <a:off x="2106762" y="4159014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2" name="Google Shape;422;p28"/>
          <p:cNvSpPr txBox="1"/>
          <p:nvPr>
            <p:ph idx="9" type="subTitle"/>
          </p:nvPr>
        </p:nvSpPr>
        <p:spPr>
          <a:xfrm>
            <a:off x="4262540" y="2748867"/>
            <a:ext cx="3682800" cy="44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28"/>
          <p:cNvSpPr txBox="1"/>
          <p:nvPr>
            <p:ph idx="13" type="subTitle"/>
          </p:nvPr>
        </p:nvSpPr>
        <p:spPr>
          <a:xfrm>
            <a:off x="1644449" y="2748867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424" name="Google Shape;424;p28"/>
          <p:cNvGrpSpPr/>
          <p:nvPr/>
        </p:nvGrpSpPr>
        <p:grpSpPr>
          <a:xfrm flipH="1">
            <a:off x="106968" y="4387842"/>
            <a:ext cx="1306324" cy="1150724"/>
            <a:chOff x="148148" y="2447899"/>
            <a:chExt cx="2423606" cy="2134924"/>
          </a:xfrm>
        </p:grpSpPr>
        <p:grpSp>
          <p:nvGrpSpPr>
            <p:cNvPr id="425" name="Google Shape;425;p28"/>
            <p:cNvGrpSpPr/>
            <p:nvPr/>
          </p:nvGrpSpPr>
          <p:grpSpPr>
            <a:xfrm>
              <a:off x="148148" y="2447899"/>
              <a:ext cx="2423606" cy="2134924"/>
              <a:chOff x="148148" y="2447899"/>
              <a:chExt cx="2423606" cy="2134924"/>
            </a:xfrm>
          </p:grpSpPr>
          <p:sp>
            <p:nvSpPr>
              <p:cNvPr id="426" name="Google Shape;426;p28"/>
              <p:cNvSpPr/>
              <p:nvPr/>
            </p:nvSpPr>
            <p:spPr>
              <a:xfrm>
                <a:off x="148148" y="3381675"/>
                <a:ext cx="2423606" cy="128025"/>
              </a:xfrm>
              <a:custGeom>
                <a:rect b="b" l="l" r="r" t="t"/>
                <a:pathLst>
                  <a:path extrusionOk="0" h="273" w="726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1285375" y="3509237"/>
                <a:ext cx="149137" cy="1073586"/>
              </a:xfrm>
              <a:custGeom>
                <a:rect b="b" l="l" r="r" t="t"/>
                <a:pathLst>
                  <a:path extrusionOk="0" h="4847" w="318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407967" y="3311322"/>
                <a:ext cx="660352" cy="70817"/>
              </a:xfrm>
              <a:custGeom>
                <a:rect b="b" l="l" r="r" t="t"/>
                <a:pathLst>
                  <a:path extrusionOk="0" h="151" w="1408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1044396" y="2447899"/>
                <a:ext cx="1416380" cy="934223"/>
              </a:xfrm>
              <a:custGeom>
                <a:rect b="b" l="l" r="r" t="t"/>
                <a:pathLst>
                  <a:path extrusionOk="0" h="1992" w="302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0" name="Google Shape;430;p28"/>
            <p:cNvSpPr/>
            <p:nvPr/>
          </p:nvSpPr>
          <p:spPr>
            <a:xfrm>
              <a:off x="1682232" y="2818406"/>
              <a:ext cx="269675" cy="202603"/>
            </a:xfrm>
            <a:custGeom>
              <a:rect b="b" l="l" r="r" t="t"/>
              <a:pathLst>
                <a:path extrusionOk="0" h="432" w="575">
                  <a:moveTo>
                    <a:pt x="216" y="1"/>
                  </a:moveTo>
                  <a:cubicBezTo>
                    <a:pt x="136" y="1"/>
                    <a:pt x="57" y="66"/>
                    <a:pt x="36" y="145"/>
                  </a:cubicBezTo>
                  <a:cubicBezTo>
                    <a:pt x="21" y="180"/>
                    <a:pt x="0" y="266"/>
                    <a:pt x="150" y="382"/>
                  </a:cubicBezTo>
                  <a:lnTo>
                    <a:pt x="216" y="432"/>
                  </a:lnTo>
                  <a:lnTo>
                    <a:pt x="309" y="382"/>
                  </a:lnTo>
                  <a:cubicBezTo>
                    <a:pt x="525" y="266"/>
                    <a:pt x="545" y="180"/>
                    <a:pt x="554" y="145"/>
                  </a:cubicBezTo>
                  <a:cubicBezTo>
                    <a:pt x="575" y="66"/>
                    <a:pt x="531" y="1"/>
                    <a:pt x="452" y="1"/>
                  </a:cubicBezTo>
                  <a:cubicBezTo>
                    <a:pt x="402" y="1"/>
                    <a:pt x="352" y="30"/>
                    <a:pt x="316" y="66"/>
                  </a:cubicBezTo>
                  <a:cubicBezTo>
                    <a:pt x="302" y="30"/>
                    <a:pt x="266" y="1"/>
                    <a:pt x="216" y="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9"/>
          <p:cNvGrpSpPr/>
          <p:nvPr/>
        </p:nvGrpSpPr>
        <p:grpSpPr>
          <a:xfrm>
            <a:off x="175390" y="203379"/>
            <a:ext cx="8745108" cy="4810007"/>
            <a:chOff x="175390" y="203379"/>
            <a:chExt cx="8745108" cy="4810007"/>
          </a:xfrm>
        </p:grpSpPr>
        <p:grpSp>
          <p:nvGrpSpPr>
            <p:cNvPr id="433" name="Google Shape;433;p29"/>
            <p:cNvGrpSpPr/>
            <p:nvPr/>
          </p:nvGrpSpPr>
          <p:grpSpPr>
            <a:xfrm>
              <a:off x="175390" y="707848"/>
              <a:ext cx="114150" cy="114196"/>
              <a:chOff x="-685100" y="4136737"/>
              <a:chExt cx="38359" cy="38359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6" name="Google Shape;436;p29"/>
            <p:cNvSpPr/>
            <p:nvPr/>
          </p:nvSpPr>
          <p:spPr>
            <a:xfrm>
              <a:off x="503653" y="3121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178552" y="2033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7799935" y="49126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8501387" y="48132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8501365" y="43371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1" name="Google Shape;441;p29"/>
            <p:cNvGrpSpPr/>
            <p:nvPr/>
          </p:nvGrpSpPr>
          <p:grpSpPr>
            <a:xfrm>
              <a:off x="8806340" y="3908248"/>
              <a:ext cx="114150" cy="114196"/>
              <a:chOff x="-685100" y="4136737"/>
              <a:chExt cx="38359" cy="38359"/>
            </a:xfrm>
          </p:grpSpPr>
          <p:sp>
            <p:nvSpPr>
              <p:cNvPr id="442" name="Google Shape;442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4" name="Google Shape;444;p29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29"/>
          <p:cNvSpPr txBox="1"/>
          <p:nvPr>
            <p:ph idx="1" type="subTitle"/>
          </p:nvPr>
        </p:nvSpPr>
        <p:spPr>
          <a:xfrm>
            <a:off x="796187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9"/>
          <p:cNvSpPr txBox="1"/>
          <p:nvPr>
            <p:ph idx="2" type="subTitle"/>
          </p:nvPr>
        </p:nvSpPr>
        <p:spPr>
          <a:xfrm>
            <a:off x="3467395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9"/>
          <p:cNvSpPr txBox="1"/>
          <p:nvPr>
            <p:ph idx="3" type="subTitle"/>
          </p:nvPr>
        </p:nvSpPr>
        <p:spPr>
          <a:xfrm>
            <a:off x="796187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9"/>
          <p:cNvSpPr txBox="1"/>
          <p:nvPr>
            <p:ph idx="4" type="subTitle"/>
          </p:nvPr>
        </p:nvSpPr>
        <p:spPr>
          <a:xfrm>
            <a:off x="3467395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29"/>
          <p:cNvSpPr txBox="1"/>
          <p:nvPr>
            <p:ph idx="5" type="subTitle"/>
          </p:nvPr>
        </p:nvSpPr>
        <p:spPr>
          <a:xfrm>
            <a:off x="6138603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29"/>
          <p:cNvSpPr txBox="1"/>
          <p:nvPr>
            <p:ph idx="6" type="subTitle"/>
          </p:nvPr>
        </p:nvSpPr>
        <p:spPr>
          <a:xfrm>
            <a:off x="6138603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29"/>
          <p:cNvSpPr txBox="1"/>
          <p:nvPr>
            <p:ph idx="7" type="subTitle"/>
          </p:nvPr>
        </p:nvSpPr>
        <p:spPr>
          <a:xfrm>
            <a:off x="796187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2" name="Google Shape;452;p29"/>
          <p:cNvSpPr txBox="1"/>
          <p:nvPr>
            <p:ph idx="8" type="subTitle"/>
          </p:nvPr>
        </p:nvSpPr>
        <p:spPr>
          <a:xfrm>
            <a:off x="3467395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3" name="Google Shape;453;p29"/>
          <p:cNvSpPr txBox="1"/>
          <p:nvPr>
            <p:ph idx="9" type="subTitle"/>
          </p:nvPr>
        </p:nvSpPr>
        <p:spPr>
          <a:xfrm>
            <a:off x="6138603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4" name="Google Shape;454;p29"/>
          <p:cNvSpPr txBox="1"/>
          <p:nvPr>
            <p:ph idx="13" type="subTitle"/>
          </p:nvPr>
        </p:nvSpPr>
        <p:spPr>
          <a:xfrm>
            <a:off x="796187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5" name="Google Shape;455;p29"/>
          <p:cNvSpPr txBox="1"/>
          <p:nvPr>
            <p:ph idx="14" type="subTitle"/>
          </p:nvPr>
        </p:nvSpPr>
        <p:spPr>
          <a:xfrm>
            <a:off x="3467395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6" name="Google Shape;456;p29"/>
          <p:cNvSpPr txBox="1"/>
          <p:nvPr>
            <p:ph idx="15" type="subTitle"/>
          </p:nvPr>
        </p:nvSpPr>
        <p:spPr>
          <a:xfrm>
            <a:off x="6138603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30"/>
          <p:cNvGrpSpPr/>
          <p:nvPr/>
        </p:nvGrpSpPr>
        <p:grpSpPr>
          <a:xfrm>
            <a:off x="280040" y="1746073"/>
            <a:ext cx="8555408" cy="3092516"/>
            <a:chOff x="280040" y="1746073"/>
            <a:chExt cx="8555408" cy="3092516"/>
          </a:xfrm>
        </p:grpSpPr>
        <p:sp>
          <p:nvSpPr>
            <p:cNvPr id="459" name="Google Shape;459;p30"/>
            <p:cNvSpPr/>
            <p:nvPr/>
          </p:nvSpPr>
          <p:spPr>
            <a:xfrm>
              <a:off x="356252" y="41261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130935" y="47392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280040" y="35148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8416315" y="24482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30"/>
            <p:cNvGrpSpPr/>
            <p:nvPr/>
          </p:nvGrpSpPr>
          <p:grpSpPr>
            <a:xfrm>
              <a:off x="8683040" y="1746073"/>
              <a:ext cx="114150" cy="114196"/>
              <a:chOff x="-685100" y="4136737"/>
              <a:chExt cx="38359" cy="38359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6" name="Google Shape;466;p30"/>
            <p:cNvSpPr/>
            <p:nvPr/>
          </p:nvSpPr>
          <p:spPr>
            <a:xfrm>
              <a:off x="2026190" y="47756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30"/>
          <p:cNvSpPr txBox="1"/>
          <p:nvPr>
            <p:ph hasCustomPrompt="1" type="title"/>
          </p:nvPr>
        </p:nvSpPr>
        <p:spPr>
          <a:xfrm>
            <a:off x="713225" y="652725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30"/>
          <p:cNvSpPr txBox="1"/>
          <p:nvPr>
            <p:ph idx="1" type="subTitle"/>
          </p:nvPr>
        </p:nvSpPr>
        <p:spPr>
          <a:xfrm>
            <a:off x="713225" y="1341650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30"/>
          <p:cNvSpPr txBox="1"/>
          <p:nvPr>
            <p:ph hasCustomPrompt="1" idx="2" type="title"/>
          </p:nvPr>
        </p:nvSpPr>
        <p:spPr>
          <a:xfrm>
            <a:off x="2524650" y="2004988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30"/>
          <p:cNvSpPr txBox="1"/>
          <p:nvPr>
            <p:ph idx="3" type="subTitle"/>
          </p:nvPr>
        </p:nvSpPr>
        <p:spPr>
          <a:xfrm>
            <a:off x="2524650" y="2693912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30"/>
          <p:cNvSpPr txBox="1"/>
          <p:nvPr>
            <p:ph hasCustomPrompt="1" idx="4" type="title"/>
          </p:nvPr>
        </p:nvSpPr>
        <p:spPr>
          <a:xfrm>
            <a:off x="4336075" y="3357251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2" name="Google Shape;472;p30"/>
          <p:cNvSpPr txBox="1"/>
          <p:nvPr>
            <p:ph idx="5" type="subTitle"/>
          </p:nvPr>
        </p:nvSpPr>
        <p:spPr>
          <a:xfrm>
            <a:off x="4336075" y="4046175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6" name="Google Shape;486;p31"/>
          <p:cNvSpPr txBox="1"/>
          <p:nvPr>
            <p:ph hasCustomPrompt="1" type="title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/>
          <p:nvPr>
            <p:ph idx="1" type="subTitle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8" name="Google Shape;488;p31"/>
          <p:cNvSpPr txBox="1"/>
          <p:nvPr>
            <p:ph idx="2" type="subTitle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9" name="Google Shape;489;p31"/>
          <p:cNvSpPr txBox="1"/>
          <p:nvPr>
            <p:ph hasCustomPrompt="1" idx="3" type="title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/>
          <p:nvPr>
            <p:ph idx="4" type="subTitle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31"/>
          <p:cNvSpPr txBox="1"/>
          <p:nvPr>
            <p:ph idx="5" type="subTitle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31"/>
          <p:cNvSpPr txBox="1"/>
          <p:nvPr>
            <p:ph hasCustomPrompt="1" idx="6" type="title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/>
          <p:nvPr>
            <p:ph idx="7" type="subTitle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4" name="Google Shape;494;p31"/>
          <p:cNvSpPr txBox="1"/>
          <p:nvPr>
            <p:ph idx="8" type="subTitle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5" name="Google Shape;495;p31"/>
          <p:cNvSpPr txBox="1"/>
          <p:nvPr>
            <p:ph idx="9"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2"/>
          <p:cNvGrpSpPr/>
          <p:nvPr/>
        </p:nvGrpSpPr>
        <p:grpSpPr>
          <a:xfrm>
            <a:off x="252712" y="1215225"/>
            <a:ext cx="8588261" cy="3771088"/>
            <a:chOff x="252712" y="1215225"/>
            <a:chExt cx="8588261" cy="3771088"/>
          </a:xfrm>
        </p:grpSpPr>
        <p:sp>
          <p:nvSpPr>
            <p:cNvPr id="498" name="Google Shape;498;p32"/>
            <p:cNvSpPr/>
            <p:nvPr/>
          </p:nvSpPr>
          <p:spPr>
            <a:xfrm>
              <a:off x="252712" y="43755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51885" y="48869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577090" y="47071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8735910" y="17648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8421840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8581837" y="12152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4" name="Google Shape;504;p32"/>
          <p:cNvSpPr txBox="1"/>
          <p:nvPr>
            <p:ph type="title"/>
          </p:nvPr>
        </p:nvSpPr>
        <p:spPr>
          <a:xfrm>
            <a:off x="713254" y="596213"/>
            <a:ext cx="36402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5" name="Google Shape;505;p32"/>
          <p:cNvSpPr txBox="1"/>
          <p:nvPr>
            <p:ph idx="1" type="subTitle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32"/>
          <p:cNvSpPr txBox="1"/>
          <p:nvPr/>
        </p:nvSpPr>
        <p:spPr>
          <a:xfrm>
            <a:off x="713250" y="3415425"/>
            <a:ext cx="36402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"/>
          <p:cNvSpPr txBox="1"/>
          <p:nvPr>
            <p:ph type="ctrTitle"/>
          </p:nvPr>
        </p:nvSpPr>
        <p:spPr>
          <a:xfrm>
            <a:off x="484625" y="459673"/>
            <a:ext cx="69462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Project-Based Assignment</a:t>
            </a:r>
            <a:endParaRPr sz="4200"/>
          </a:p>
        </p:txBody>
      </p:sp>
      <p:sp>
        <p:nvSpPr>
          <p:cNvPr id="541" name="Google Shape;541;p35"/>
          <p:cNvSpPr txBox="1"/>
          <p:nvPr>
            <p:ph idx="1" type="subTitle"/>
          </p:nvPr>
        </p:nvSpPr>
        <p:spPr>
          <a:xfrm>
            <a:off x="484700" y="1320580"/>
            <a:ext cx="1824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Group Members</a:t>
            </a:r>
            <a:endParaRPr b="1"/>
          </a:p>
        </p:txBody>
      </p:sp>
      <p:sp>
        <p:nvSpPr>
          <p:cNvPr id="542" name="Google Shape;542;p35"/>
          <p:cNvSpPr txBox="1"/>
          <p:nvPr>
            <p:ph idx="1" type="subTitle"/>
          </p:nvPr>
        </p:nvSpPr>
        <p:spPr>
          <a:xfrm>
            <a:off x="484700" y="1853985"/>
            <a:ext cx="28362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Abdullah Imran, Laiba Butt</a:t>
            </a:r>
            <a:endParaRPr/>
          </a:p>
        </p:txBody>
      </p:sp>
      <p:sp>
        <p:nvSpPr>
          <p:cNvPr id="543" name="Google Shape;543;p35"/>
          <p:cNvSpPr txBox="1"/>
          <p:nvPr>
            <p:ph idx="1" type="subTitle"/>
          </p:nvPr>
        </p:nvSpPr>
        <p:spPr>
          <a:xfrm>
            <a:off x="3456500" y="1320580"/>
            <a:ext cx="1824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Instructor:</a:t>
            </a:r>
            <a:endParaRPr b="1"/>
          </a:p>
        </p:txBody>
      </p:sp>
      <p:sp>
        <p:nvSpPr>
          <p:cNvPr id="544" name="Google Shape;544;p35"/>
          <p:cNvSpPr txBox="1"/>
          <p:nvPr>
            <p:ph idx="1" type="subTitle"/>
          </p:nvPr>
        </p:nvSpPr>
        <p:spPr>
          <a:xfrm>
            <a:off x="3456500" y="1853980"/>
            <a:ext cx="21696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Sir. Humayun Majeed</a:t>
            </a:r>
            <a:endParaRPr/>
          </a:p>
        </p:txBody>
      </p:sp>
      <p:sp>
        <p:nvSpPr>
          <p:cNvPr id="545" name="Google Shape;545;p35"/>
          <p:cNvSpPr txBox="1"/>
          <p:nvPr>
            <p:ph idx="1" type="subTitle"/>
          </p:nvPr>
        </p:nvSpPr>
        <p:spPr>
          <a:xfrm>
            <a:off x="484700" y="2413885"/>
            <a:ext cx="20760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Department</a:t>
            </a:r>
            <a:endParaRPr b="1"/>
          </a:p>
        </p:txBody>
      </p:sp>
      <p:sp>
        <p:nvSpPr>
          <p:cNvPr id="546" name="Google Shape;546;p35"/>
          <p:cNvSpPr txBox="1"/>
          <p:nvPr>
            <p:ph idx="1" type="subTitle"/>
          </p:nvPr>
        </p:nvSpPr>
        <p:spPr>
          <a:xfrm>
            <a:off x="484700" y="2947285"/>
            <a:ext cx="21696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Science</a:t>
            </a:r>
            <a:endParaRPr/>
          </a:p>
        </p:txBody>
      </p:sp>
      <p:sp>
        <p:nvSpPr>
          <p:cNvPr id="547" name="Google Shape;547;p35"/>
          <p:cNvSpPr txBox="1"/>
          <p:nvPr>
            <p:ph idx="1" type="subTitle"/>
          </p:nvPr>
        </p:nvSpPr>
        <p:spPr>
          <a:xfrm>
            <a:off x="2846900" y="2413885"/>
            <a:ext cx="1824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Course</a:t>
            </a:r>
            <a:endParaRPr b="1"/>
          </a:p>
        </p:txBody>
      </p:sp>
      <p:sp>
        <p:nvSpPr>
          <p:cNvPr id="548" name="Google Shape;548;p35"/>
          <p:cNvSpPr txBox="1"/>
          <p:nvPr>
            <p:ph idx="1" type="subTitle"/>
          </p:nvPr>
        </p:nvSpPr>
        <p:spPr>
          <a:xfrm>
            <a:off x="2846900" y="2947285"/>
            <a:ext cx="21696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grpSp>
        <p:nvGrpSpPr>
          <p:cNvPr id="549" name="Google Shape;549;p35"/>
          <p:cNvGrpSpPr/>
          <p:nvPr/>
        </p:nvGrpSpPr>
        <p:grpSpPr>
          <a:xfrm>
            <a:off x="3175595" y="-4299"/>
            <a:ext cx="5968255" cy="4713916"/>
            <a:chOff x="3175595" y="-4299"/>
            <a:chExt cx="5968255" cy="4713916"/>
          </a:xfrm>
        </p:grpSpPr>
        <p:sp>
          <p:nvSpPr>
            <p:cNvPr id="550" name="Google Shape;550;p35"/>
            <p:cNvSpPr/>
            <p:nvPr/>
          </p:nvSpPr>
          <p:spPr>
            <a:xfrm>
              <a:off x="6472198" y="1153570"/>
              <a:ext cx="596900" cy="37775"/>
            </a:xfrm>
            <a:custGeom>
              <a:rect b="b" l="l" r="r" t="t"/>
              <a:pathLst>
                <a:path extrusionOk="0" fill="none" h="167" w="2638">
                  <a:moveTo>
                    <a:pt x="0" y="1"/>
                  </a:moveTo>
                  <a:cubicBezTo>
                    <a:pt x="216" y="1"/>
                    <a:pt x="216" y="167"/>
                    <a:pt x="438" y="167"/>
                  </a:cubicBezTo>
                  <a:cubicBezTo>
                    <a:pt x="661" y="167"/>
                    <a:pt x="661" y="1"/>
                    <a:pt x="877" y="1"/>
                  </a:cubicBezTo>
                  <a:cubicBezTo>
                    <a:pt x="1099" y="1"/>
                    <a:pt x="1099" y="167"/>
                    <a:pt x="1315" y="167"/>
                  </a:cubicBezTo>
                  <a:cubicBezTo>
                    <a:pt x="1537" y="167"/>
                    <a:pt x="1537" y="1"/>
                    <a:pt x="1762" y="1"/>
                  </a:cubicBezTo>
                  <a:cubicBezTo>
                    <a:pt x="1977" y="1"/>
                    <a:pt x="1977" y="167"/>
                    <a:pt x="2200" y="167"/>
                  </a:cubicBezTo>
                  <a:cubicBezTo>
                    <a:pt x="2422" y="167"/>
                    <a:pt x="2422" y="1"/>
                    <a:pt x="2638" y="1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5"/>
            <p:cNvSpPr/>
            <p:nvPr/>
          </p:nvSpPr>
          <p:spPr>
            <a:xfrm>
              <a:off x="8011640" y="21820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5"/>
            <p:cNvSpPr/>
            <p:nvPr/>
          </p:nvSpPr>
          <p:spPr>
            <a:xfrm>
              <a:off x="6650452" y="19315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3" name="Google Shape;553;p35"/>
            <p:cNvGrpSpPr/>
            <p:nvPr/>
          </p:nvGrpSpPr>
          <p:grpSpPr>
            <a:xfrm>
              <a:off x="3175595" y="-4299"/>
              <a:ext cx="5968255" cy="4713916"/>
              <a:chOff x="3175595" y="-4299"/>
              <a:chExt cx="5968255" cy="4713916"/>
            </a:xfrm>
          </p:grpSpPr>
          <p:grpSp>
            <p:nvGrpSpPr>
              <p:cNvPr id="554" name="Google Shape;554;p35"/>
              <p:cNvGrpSpPr/>
              <p:nvPr/>
            </p:nvGrpSpPr>
            <p:grpSpPr>
              <a:xfrm>
                <a:off x="7559999" y="-4299"/>
                <a:ext cx="1025403" cy="1619847"/>
                <a:chOff x="7547137" y="-96399"/>
                <a:chExt cx="1025403" cy="1619847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7927084" y="1320968"/>
                  <a:ext cx="265858" cy="104233"/>
                </a:xfrm>
                <a:custGeom>
                  <a:rect b="b" l="l" r="r" t="t"/>
                  <a:pathLst>
                    <a:path extrusionOk="0" h="296" w="755">
                      <a:moveTo>
                        <a:pt x="0" y="0"/>
                      </a:moveTo>
                      <a:cubicBezTo>
                        <a:pt x="43" y="173"/>
                        <a:pt x="193" y="295"/>
                        <a:pt x="373" y="295"/>
                      </a:cubicBezTo>
                      <a:cubicBezTo>
                        <a:pt x="561" y="295"/>
                        <a:pt x="711" y="173"/>
                        <a:pt x="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058076" y="1472740"/>
                  <a:ext cx="352" cy="50708"/>
                </a:xfrm>
                <a:custGeom>
                  <a:rect b="b" l="l" r="r" t="t"/>
                  <a:pathLst>
                    <a:path extrusionOk="0" fill="none" h="144" w="1">
                      <a:moveTo>
                        <a:pt x="1" y="0"/>
                      </a:moveTo>
                      <a:lnTo>
                        <a:pt x="1" y="144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8151742" y="1447034"/>
                  <a:ext cx="25705" cy="46130"/>
                </a:xfrm>
                <a:custGeom>
                  <a:rect b="b" l="l" r="r" t="t"/>
                  <a:pathLst>
                    <a:path extrusionOk="0" fill="none" h="131" w="73">
                      <a:moveTo>
                        <a:pt x="0" y="1"/>
                      </a:moveTo>
                      <a:lnTo>
                        <a:pt x="73" y="13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8217943" y="1381536"/>
                  <a:ext cx="45777" cy="26058"/>
                </a:xfrm>
                <a:custGeom>
                  <a:rect b="b" l="l" r="r" t="t"/>
                  <a:pathLst>
                    <a:path extrusionOk="0" fill="none" h="74" w="130">
                      <a:moveTo>
                        <a:pt x="0" y="1"/>
                      </a:moveTo>
                      <a:lnTo>
                        <a:pt x="130" y="7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7855954" y="1381536"/>
                  <a:ext cx="43312" cy="26058"/>
                </a:xfrm>
                <a:custGeom>
                  <a:rect b="b" l="l" r="r" t="t"/>
                  <a:pathLst>
                    <a:path extrusionOk="0" fill="none" h="74" w="123">
                      <a:moveTo>
                        <a:pt x="123" y="1"/>
                      </a:moveTo>
                      <a:lnTo>
                        <a:pt x="0" y="7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35"/>
                <p:cNvSpPr/>
                <p:nvPr/>
              </p:nvSpPr>
              <p:spPr>
                <a:xfrm>
                  <a:off x="7942226" y="1447034"/>
                  <a:ext cx="25353" cy="46130"/>
                </a:xfrm>
                <a:custGeom>
                  <a:rect b="b" l="l" r="r" t="t"/>
                  <a:pathLst>
                    <a:path extrusionOk="0" fill="none" h="131" w="72">
                      <a:moveTo>
                        <a:pt x="71" y="1"/>
                      </a:moveTo>
                      <a:lnTo>
                        <a:pt x="0" y="13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35"/>
                <p:cNvSpPr/>
                <p:nvPr/>
              </p:nvSpPr>
              <p:spPr>
                <a:xfrm>
                  <a:off x="8058076" y="-96399"/>
                  <a:ext cx="352" cy="1068393"/>
                </a:xfrm>
                <a:custGeom>
                  <a:rect b="b" l="l" r="r" t="t"/>
                  <a:pathLst>
                    <a:path extrusionOk="0" fill="none" h="3034" w="1">
                      <a:moveTo>
                        <a:pt x="1" y="0"/>
                      </a:moveTo>
                      <a:lnTo>
                        <a:pt x="1" y="3033"/>
                      </a:lnTo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7547137" y="971644"/>
                  <a:ext cx="1025403" cy="349675"/>
                </a:xfrm>
                <a:custGeom>
                  <a:rect b="b" l="l" r="r" t="t"/>
                  <a:pathLst>
                    <a:path extrusionOk="0" h="993" w="2912">
                      <a:moveTo>
                        <a:pt x="1452" y="0"/>
                      </a:moveTo>
                      <a:cubicBezTo>
                        <a:pt x="1329" y="0"/>
                        <a:pt x="1209" y="36"/>
                        <a:pt x="1122" y="100"/>
                      </a:cubicBezTo>
                      <a:lnTo>
                        <a:pt x="180" y="754"/>
                      </a:lnTo>
                      <a:cubicBezTo>
                        <a:pt x="1" y="883"/>
                        <a:pt x="29" y="992"/>
                        <a:pt x="260" y="992"/>
                      </a:cubicBezTo>
                      <a:lnTo>
                        <a:pt x="2652" y="992"/>
                      </a:lnTo>
                      <a:cubicBezTo>
                        <a:pt x="2882" y="992"/>
                        <a:pt x="2911" y="883"/>
                        <a:pt x="2725" y="754"/>
                      </a:cubicBezTo>
                      <a:lnTo>
                        <a:pt x="1790" y="100"/>
                      </a:lnTo>
                      <a:cubicBezTo>
                        <a:pt x="1697" y="36"/>
                        <a:pt x="1574" y="0"/>
                        <a:pt x="14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63" name="Google Shape;563;p35"/>
              <p:cNvGrpSpPr/>
              <p:nvPr/>
            </p:nvGrpSpPr>
            <p:grpSpPr>
              <a:xfrm>
                <a:off x="3175595" y="2066775"/>
                <a:ext cx="5968255" cy="2642842"/>
                <a:chOff x="3175595" y="2066775"/>
                <a:chExt cx="5968255" cy="2642842"/>
              </a:xfrm>
            </p:grpSpPr>
            <p:sp>
              <p:nvSpPr>
                <p:cNvPr id="564" name="Google Shape;564;p35"/>
                <p:cNvSpPr/>
                <p:nvPr/>
              </p:nvSpPr>
              <p:spPr>
                <a:xfrm>
                  <a:off x="3175595" y="4583317"/>
                  <a:ext cx="5968255" cy="126300"/>
                </a:xfrm>
                <a:custGeom>
                  <a:rect b="b" l="l" r="r" t="t"/>
                  <a:pathLst>
                    <a:path extrusionOk="0" fill="none" h="1" w="6069">
                      <a:moveTo>
                        <a:pt x="606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35"/>
                <p:cNvSpPr/>
                <p:nvPr/>
              </p:nvSpPr>
              <p:spPr>
                <a:xfrm>
                  <a:off x="5407500" y="4295652"/>
                  <a:ext cx="43842" cy="44635"/>
                </a:xfrm>
                <a:custGeom>
                  <a:rect b="b" l="l" r="r" t="t"/>
                  <a:pathLst>
                    <a:path extrusionOk="0" h="169" w="166">
                      <a:moveTo>
                        <a:pt x="96" y="1"/>
                      </a:moveTo>
                      <a:cubicBezTo>
                        <a:pt x="23" y="1"/>
                        <a:pt x="0" y="39"/>
                        <a:pt x="0" y="39"/>
                      </a:cubicBezTo>
                      <a:cubicBezTo>
                        <a:pt x="7" y="60"/>
                        <a:pt x="14" y="103"/>
                        <a:pt x="14" y="169"/>
                      </a:cubicBezTo>
                      <a:cubicBezTo>
                        <a:pt x="14" y="169"/>
                        <a:pt x="34" y="103"/>
                        <a:pt x="129" y="103"/>
                      </a:cubicBezTo>
                      <a:cubicBezTo>
                        <a:pt x="134" y="103"/>
                        <a:pt x="138" y="103"/>
                        <a:pt x="143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3" y="3"/>
                        <a:pt x="136" y="3"/>
                        <a:pt x="130" y="3"/>
                      </a:cubicBezTo>
                      <a:cubicBezTo>
                        <a:pt x="117" y="1"/>
                        <a:pt x="106" y="1"/>
                        <a:pt x="9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35"/>
                <p:cNvSpPr/>
                <p:nvPr/>
              </p:nvSpPr>
              <p:spPr>
                <a:xfrm>
                  <a:off x="5473791" y="4301727"/>
                  <a:ext cx="26939" cy="27204"/>
                </a:xfrm>
                <a:custGeom>
                  <a:rect b="b" l="l" r="r" t="t"/>
                  <a:pathLst>
                    <a:path extrusionOk="0" h="103" w="102">
                      <a:moveTo>
                        <a:pt x="1" y="1"/>
                      </a:moveTo>
                      <a:lnTo>
                        <a:pt x="8" y="96"/>
                      </a:lnTo>
                      <a:cubicBezTo>
                        <a:pt x="37" y="96"/>
                        <a:pt x="73" y="102"/>
                        <a:pt x="101" y="102"/>
                      </a:cubicBezTo>
                      <a:lnTo>
                        <a:pt x="94" y="9"/>
                      </a:lnTo>
                      <a:cubicBezTo>
                        <a:pt x="65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35"/>
                <p:cNvSpPr/>
                <p:nvPr/>
              </p:nvSpPr>
              <p:spPr>
                <a:xfrm>
                  <a:off x="5523179" y="4307801"/>
                  <a:ext cx="27203" cy="24827"/>
                </a:xfrm>
                <a:custGeom>
                  <a:rect b="b" l="l" r="r" t="t"/>
                  <a:pathLst>
                    <a:path extrusionOk="0" h="94" w="103">
                      <a:moveTo>
                        <a:pt x="0" y="0"/>
                      </a:moveTo>
                      <a:lnTo>
                        <a:pt x="16" y="93"/>
                      </a:lnTo>
                      <a:lnTo>
                        <a:pt x="43" y="93"/>
                      </a:lnTo>
                      <a:lnTo>
                        <a:pt x="66" y="57"/>
                      </a:lnTo>
                      <a:cubicBezTo>
                        <a:pt x="66" y="57"/>
                        <a:pt x="80" y="43"/>
                        <a:pt x="102" y="21"/>
                      </a:cubicBezTo>
                      <a:lnTo>
                        <a:pt x="102" y="7"/>
                      </a:lnTo>
                      <a:cubicBezTo>
                        <a:pt x="66" y="7"/>
                        <a:pt x="37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35"/>
                <p:cNvSpPr/>
                <p:nvPr/>
              </p:nvSpPr>
              <p:spPr>
                <a:xfrm>
                  <a:off x="5527141" y="4332364"/>
                  <a:ext cx="7659" cy="11621"/>
                </a:xfrm>
                <a:custGeom>
                  <a:rect b="b" l="l" r="r" t="t"/>
                  <a:pathLst>
                    <a:path extrusionOk="0" h="44" w="29">
                      <a:moveTo>
                        <a:pt x="1" y="0"/>
                      </a:moveTo>
                      <a:lnTo>
                        <a:pt x="1" y="4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35"/>
                <p:cNvSpPr/>
                <p:nvPr/>
              </p:nvSpPr>
              <p:spPr>
                <a:xfrm>
                  <a:off x="5221568" y="4284295"/>
                  <a:ext cx="189629" cy="135755"/>
                </a:xfrm>
                <a:custGeom>
                  <a:rect b="b" l="l" r="r" t="t"/>
                  <a:pathLst>
                    <a:path extrusionOk="0" h="514" w="718">
                      <a:moveTo>
                        <a:pt x="343" y="1"/>
                      </a:moveTo>
                      <a:cubicBezTo>
                        <a:pt x="88" y="1"/>
                        <a:pt x="0" y="146"/>
                        <a:pt x="0" y="146"/>
                      </a:cubicBezTo>
                      <a:lnTo>
                        <a:pt x="632" y="513"/>
                      </a:lnTo>
                      <a:cubicBezTo>
                        <a:pt x="697" y="391"/>
                        <a:pt x="718" y="291"/>
                        <a:pt x="718" y="212"/>
                      </a:cubicBezTo>
                      <a:cubicBezTo>
                        <a:pt x="718" y="146"/>
                        <a:pt x="711" y="103"/>
                        <a:pt x="704" y="82"/>
                      </a:cubicBezTo>
                      <a:cubicBezTo>
                        <a:pt x="704" y="75"/>
                        <a:pt x="697" y="75"/>
                        <a:pt x="697" y="75"/>
                      </a:cubicBezTo>
                      <a:cubicBezTo>
                        <a:pt x="554" y="21"/>
                        <a:pt x="437" y="1"/>
                        <a:pt x="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5221568" y="4250752"/>
                  <a:ext cx="189629" cy="169298"/>
                </a:xfrm>
                <a:custGeom>
                  <a:rect b="b" l="l" r="r" t="t"/>
                  <a:pathLst>
                    <a:path extrusionOk="0" fill="none" h="641" w="718">
                      <a:moveTo>
                        <a:pt x="0" y="273"/>
                      </a:moveTo>
                      <a:cubicBezTo>
                        <a:pt x="0" y="273"/>
                        <a:pt x="166" y="0"/>
                        <a:pt x="697" y="202"/>
                      </a:cubicBezTo>
                      <a:cubicBezTo>
                        <a:pt x="697" y="202"/>
                        <a:pt x="704" y="202"/>
                        <a:pt x="704" y="209"/>
                      </a:cubicBezTo>
                      <a:cubicBezTo>
                        <a:pt x="711" y="230"/>
                        <a:pt x="718" y="273"/>
                        <a:pt x="718" y="339"/>
                      </a:cubicBezTo>
                      <a:cubicBezTo>
                        <a:pt x="718" y="418"/>
                        <a:pt x="697" y="518"/>
                        <a:pt x="632" y="64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5475640" y="4326818"/>
                  <a:ext cx="25090" cy="2113"/>
                </a:xfrm>
                <a:custGeom>
                  <a:rect b="b" l="l" r="r" t="t"/>
                  <a:pathLst>
                    <a:path extrusionOk="0" fill="none" h="8" w="95">
                      <a:moveTo>
                        <a:pt x="94" y="7"/>
                      </a:moveTo>
                      <a:cubicBezTo>
                        <a:pt x="66" y="7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5527141" y="4332364"/>
                  <a:ext cx="7659" cy="264"/>
                </a:xfrm>
                <a:custGeom>
                  <a:rect b="b" l="l" r="r" t="t"/>
                  <a:pathLst>
                    <a:path extrusionOk="0" fill="none" h="1" w="29">
                      <a:moveTo>
                        <a:pt x="2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5410933" y="4321007"/>
                  <a:ext cx="40408" cy="19280"/>
                </a:xfrm>
                <a:custGeom>
                  <a:rect b="b" l="l" r="r" t="t"/>
                  <a:pathLst>
                    <a:path extrusionOk="0" fill="none" h="73" w="153">
                      <a:moveTo>
                        <a:pt x="153" y="7"/>
                      </a:moveTo>
                      <a:lnTo>
                        <a:pt x="130" y="7"/>
                      </a:lnTo>
                      <a:cubicBezTo>
                        <a:pt x="23" y="0"/>
                        <a:pt x="1" y="73"/>
                        <a:pt x="1" y="73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35"/>
                <p:cNvSpPr/>
                <p:nvPr/>
              </p:nvSpPr>
              <p:spPr>
                <a:xfrm>
                  <a:off x="5473791" y="4301727"/>
                  <a:ext cx="25090" cy="2641"/>
                </a:xfrm>
                <a:custGeom>
                  <a:rect b="b" l="l" r="r" t="t"/>
                  <a:pathLst>
                    <a:path extrusionOk="0" fill="none" h="10" w="95">
                      <a:moveTo>
                        <a:pt x="94" y="9"/>
                      </a:moveTo>
                      <a:cubicBezTo>
                        <a:pt x="65" y="9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35"/>
                <p:cNvSpPr/>
                <p:nvPr/>
              </p:nvSpPr>
              <p:spPr>
                <a:xfrm>
                  <a:off x="5523179" y="4307801"/>
                  <a:ext cx="27203" cy="1849"/>
                </a:xfrm>
                <a:custGeom>
                  <a:rect b="b" l="l" r="r" t="t"/>
                  <a:pathLst>
                    <a:path extrusionOk="0" fill="none" h="7" w="103">
                      <a:moveTo>
                        <a:pt x="102" y="7"/>
                      </a:moveTo>
                      <a:cubicBezTo>
                        <a:pt x="66" y="7"/>
                        <a:pt x="37" y="0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5407500" y="4292747"/>
                  <a:ext cx="41993" cy="13470"/>
                </a:xfrm>
                <a:custGeom>
                  <a:rect b="b" l="l" r="r" t="t"/>
                  <a:pathLst>
                    <a:path extrusionOk="0" fill="none" h="51" w="159">
                      <a:moveTo>
                        <a:pt x="0" y="50"/>
                      </a:moveTo>
                      <a:cubicBezTo>
                        <a:pt x="0" y="50"/>
                        <a:pt x="29" y="0"/>
                        <a:pt x="130" y="14"/>
                      </a:cubicBezTo>
                      <a:cubicBezTo>
                        <a:pt x="136" y="14"/>
                        <a:pt x="143" y="14"/>
                        <a:pt x="159" y="2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5447380" y="4279013"/>
                  <a:ext cx="32221" cy="87686"/>
                </a:xfrm>
                <a:custGeom>
                  <a:rect b="b" l="l" r="r" t="t"/>
                  <a:pathLst>
                    <a:path extrusionOk="0" h="332" w="122">
                      <a:moveTo>
                        <a:pt x="44" y="0"/>
                      </a:moveTo>
                      <a:cubicBezTo>
                        <a:pt x="22" y="0"/>
                        <a:pt x="1" y="30"/>
                        <a:pt x="1" y="52"/>
                      </a:cubicBezTo>
                      <a:lnTo>
                        <a:pt x="8" y="73"/>
                      </a:lnTo>
                      <a:lnTo>
                        <a:pt x="15" y="166"/>
                      </a:lnTo>
                      <a:lnTo>
                        <a:pt x="22" y="288"/>
                      </a:lnTo>
                      <a:cubicBezTo>
                        <a:pt x="29" y="311"/>
                        <a:pt x="44" y="332"/>
                        <a:pt x="72" y="332"/>
                      </a:cubicBezTo>
                      <a:cubicBezTo>
                        <a:pt x="101" y="332"/>
                        <a:pt x="122" y="302"/>
                        <a:pt x="115" y="282"/>
                      </a:cubicBezTo>
                      <a:lnTo>
                        <a:pt x="108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2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5498617" y="4282974"/>
                  <a:ext cx="28788" cy="89799"/>
                </a:xfrm>
                <a:custGeom>
                  <a:rect b="b" l="l" r="r" t="t"/>
                  <a:pathLst>
                    <a:path extrusionOk="0" h="340" w="109">
                      <a:moveTo>
                        <a:pt x="43" y="1"/>
                      </a:moveTo>
                      <a:cubicBezTo>
                        <a:pt x="14" y="1"/>
                        <a:pt x="0" y="29"/>
                        <a:pt x="0" y="51"/>
                      </a:cubicBezTo>
                      <a:lnTo>
                        <a:pt x="0" y="80"/>
                      </a:lnTo>
                      <a:lnTo>
                        <a:pt x="7" y="173"/>
                      </a:lnTo>
                      <a:lnTo>
                        <a:pt x="23" y="310"/>
                      </a:lnTo>
                      <a:cubicBezTo>
                        <a:pt x="23" y="317"/>
                        <a:pt x="29" y="330"/>
                        <a:pt x="36" y="339"/>
                      </a:cubicBezTo>
                      <a:lnTo>
                        <a:pt x="109" y="230"/>
                      </a:lnTo>
                      <a:lnTo>
                        <a:pt x="109" y="187"/>
                      </a:lnTo>
                      <a:lnTo>
                        <a:pt x="93" y="94"/>
                      </a:lnTo>
                      <a:lnTo>
                        <a:pt x="93" y="44"/>
                      </a:lnTo>
                      <a:cubicBezTo>
                        <a:pt x="86" y="22"/>
                        <a:pt x="73" y="1"/>
                        <a:pt x="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5547742" y="4286672"/>
                  <a:ext cx="25354" cy="26676"/>
                </a:xfrm>
                <a:custGeom>
                  <a:rect b="b" l="l" r="r" t="t"/>
                  <a:pathLst>
                    <a:path extrusionOk="0" h="101" w="96">
                      <a:moveTo>
                        <a:pt x="44" y="1"/>
                      </a:moveTo>
                      <a:cubicBezTo>
                        <a:pt x="23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9" y="101"/>
                      </a:lnTo>
                      <a:cubicBezTo>
                        <a:pt x="9" y="94"/>
                        <a:pt x="16" y="87"/>
                        <a:pt x="23" y="87"/>
                      </a:cubicBezTo>
                      <a:cubicBezTo>
                        <a:pt x="37" y="73"/>
                        <a:pt x="66" y="51"/>
                        <a:pt x="95" y="37"/>
                      </a:cubicBezTo>
                      <a:cubicBezTo>
                        <a:pt x="87" y="15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35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rect b="b" l="l" r="r" t="t"/>
                  <a:pathLst>
                    <a:path extrusionOk="0" h="246" w="281">
                      <a:moveTo>
                        <a:pt x="94" y="0"/>
                      </a:moveTo>
                      <a:cubicBezTo>
                        <a:pt x="71" y="29"/>
                        <a:pt x="35" y="73"/>
                        <a:pt x="1" y="116"/>
                      </a:cubicBezTo>
                      <a:cubicBezTo>
                        <a:pt x="21" y="152"/>
                        <a:pt x="35" y="188"/>
                        <a:pt x="58" y="216"/>
                      </a:cubicBezTo>
                      <a:cubicBezTo>
                        <a:pt x="78" y="216"/>
                        <a:pt x="94" y="209"/>
                        <a:pt x="108" y="202"/>
                      </a:cubicBezTo>
                      <a:lnTo>
                        <a:pt x="121" y="202"/>
                      </a:lnTo>
                      <a:cubicBezTo>
                        <a:pt x="130" y="195"/>
                        <a:pt x="137" y="195"/>
                        <a:pt x="144" y="195"/>
                      </a:cubicBezTo>
                      <a:lnTo>
                        <a:pt x="151" y="195"/>
                      </a:lnTo>
                      <a:cubicBezTo>
                        <a:pt x="155" y="193"/>
                        <a:pt x="159" y="192"/>
                        <a:pt x="165" y="192"/>
                      </a:cubicBezTo>
                      <a:cubicBezTo>
                        <a:pt x="177" y="192"/>
                        <a:pt x="191" y="197"/>
                        <a:pt x="201" y="202"/>
                      </a:cubicBezTo>
                      <a:cubicBezTo>
                        <a:pt x="201" y="209"/>
                        <a:pt x="208" y="209"/>
                        <a:pt x="208" y="209"/>
                      </a:cubicBezTo>
                      <a:cubicBezTo>
                        <a:pt x="208" y="216"/>
                        <a:pt x="216" y="216"/>
                        <a:pt x="216" y="216"/>
                      </a:cubicBezTo>
                      <a:cubicBezTo>
                        <a:pt x="216" y="223"/>
                        <a:pt x="223" y="223"/>
                        <a:pt x="223" y="223"/>
                      </a:cubicBezTo>
                      <a:cubicBezTo>
                        <a:pt x="223" y="231"/>
                        <a:pt x="230" y="238"/>
                        <a:pt x="230" y="245"/>
                      </a:cubicBezTo>
                      <a:lnTo>
                        <a:pt x="280" y="159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h="409" w="827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755" y="1"/>
                      </a:moveTo>
                      <a:cubicBezTo>
                        <a:pt x="1689" y="23"/>
                        <a:pt x="1626" y="44"/>
                        <a:pt x="1567" y="66"/>
                      </a:cubicBez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rect b="b" l="l" r="r" t="t"/>
                  <a:pathLst>
                    <a:path extrusionOk="0" h="1294" w="1043">
                      <a:moveTo>
                        <a:pt x="1043" y="0"/>
                      </a:moveTo>
                      <a:cubicBezTo>
                        <a:pt x="1029" y="50"/>
                        <a:pt x="1015" y="93"/>
                        <a:pt x="1008" y="123"/>
                      </a:cubicBezTo>
                      <a:cubicBezTo>
                        <a:pt x="951" y="304"/>
                        <a:pt x="703" y="445"/>
                        <a:pt x="531" y="445"/>
                      </a:cubicBezTo>
                      <a:cubicBezTo>
                        <a:pt x="526" y="445"/>
                        <a:pt x="522" y="445"/>
                        <a:pt x="518" y="445"/>
                      </a:cubicBezTo>
                      <a:cubicBezTo>
                        <a:pt x="382" y="590"/>
                        <a:pt x="217" y="733"/>
                        <a:pt x="1" y="863"/>
                      </a:cubicBezTo>
                      <a:lnTo>
                        <a:pt x="137" y="1294"/>
                      </a:lnTo>
                      <a:lnTo>
                        <a:pt x="562" y="1294"/>
                      </a:lnTo>
                      <a:cubicBezTo>
                        <a:pt x="562" y="1287"/>
                        <a:pt x="555" y="1287"/>
                        <a:pt x="555" y="1287"/>
                      </a:cubicBezTo>
                      <a:lnTo>
                        <a:pt x="260" y="1287"/>
                      </a:lnTo>
                      <a:cubicBezTo>
                        <a:pt x="210" y="1287"/>
                        <a:pt x="217" y="1237"/>
                        <a:pt x="232" y="1214"/>
                      </a:cubicBezTo>
                      <a:cubicBezTo>
                        <a:pt x="239" y="1194"/>
                        <a:pt x="310" y="970"/>
                        <a:pt x="346" y="942"/>
                      </a:cubicBezTo>
                      <a:cubicBezTo>
                        <a:pt x="389" y="913"/>
                        <a:pt x="641" y="790"/>
                        <a:pt x="670" y="790"/>
                      </a:cubicBezTo>
                      <a:cubicBezTo>
                        <a:pt x="698" y="790"/>
                        <a:pt x="836" y="813"/>
                        <a:pt x="913" y="833"/>
                      </a:cubicBezTo>
                      <a:cubicBezTo>
                        <a:pt x="972" y="647"/>
                        <a:pt x="1015" y="488"/>
                        <a:pt x="1029" y="402"/>
                      </a:cubicBezTo>
                      <a:cubicBezTo>
                        <a:pt x="1043" y="288"/>
                        <a:pt x="1043" y="136"/>
                        <a:pt x="10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6673636" y="2838259"/>
                  <a:ext cx="1775331" cy="1771419"/>
                </a:xfrm>
                <a:custGeom>
                  <a:rect b="b" l="l" r="r" t="t"/>
                  <a:pathLst>
                    <a:path extrusionOk="0" h="6707" w="6722">
                      <a:moveTo>
                        <a:pt x="4227" y="1"/>
                      </a:moveTo>
                      <a:cubicBezTo>
                        <a:pt x="4228" y="1"/>
                        <a:pt x="4229" y="1"/>
                        <a:pt x="4231" y="2"/>
                      </a:cubicBezTo>
                      <a:lnTo>
                        <a:pt x="4231" y="2"/>
                      </a:lnTo>
                      <a:cubicBezTo>
                        <a:pt x="4230" y="1"/>
                        <a:pt x="4228" y="1"/>
                        <a:pt x="4227" y="1"/>
                      </a:cubicBezTo>
                      <a:close/>
                      <a:moveTo>
                        <a:pt x="4231" y="2"/>
                      </a:moveTo>
                      <a:lnTo>
                        <a:pt x="4231" y="2"/>
                      </a:lnTo>
                      <a:cubicBezTo>
                        <a:pt x="4234" y="4"/>
                        <a:pt x="4234" y="7"/>
                        <a:pt x="4234" y="7"/>
                      </a:cubicBezTo>
                      <a:lnTo>
                        <a:pt x="4234" y="21"/>
                      </a:lnTo>
                      <a:lnTo>
                        <a:pt x="4242" y="30"/>
                      </a:lnTo>
                      <a:cubicBezTo>
                        <a:pt x="4263" y="116"/>
                        <a:pt x="4285" y="216"/>
                        <a:pt x="4299" y="309"/>
                      </a:cubicBezTo>
                      <a:cubicBezTo>
                        <a:pt x="4299" y="309"/>
                        <a:pt x="4939" y="561"/>
                        <a:pt x="4708" y="1237"/>
                      </a:cubicBezTo>
                      <a:cubicBezTo>
                        <a:pt x="4594" y="1574"/>
                        <a:pt x="4299" y="1812"/>
                        <a:pt x="3911" y="2005"/>
                      </a:cubicBezTo>
                      <a:cubicBezTo>
                        <a:pt x="3689" y="2114"/>
                        <a:pt x="3430" y="2214"/>
                        <a:pt x="3164" y="2307"/>
                      </a:cubicBezTo>
                      <a:cubicBezTo>
                        <a:pt x="3069" y="2343"/>
                        <a:pt x="2976" y="2373"/>
                        <a:pt x="2876" y="2409"/>
                      </a:cubicBezTo>
                      <a:cubicBezTo>
                        <a:pt x="2790" y="2436"/>
                        <a:pt x="2697" y="2473"/>
                        <a:pt x="2603" y="2502"/>
                      </a:cubicBezTo>
                      <a:cubicBezTo>
                        <a:pt x="2488" y="2538"/>
                        <a:pt x="2372" y="2581"/>
                        <a:pt x="2258" y="2618"/>
                      </a:cubicBezTo>
                      <a:cubicBezTo>
                        <a:pt x="2200" y="2638"/>
                        <a:pt x="2150" y="2661"/>
                        <a:pt x="2093" y="2681"/>
                      </a:cubicBezTo>
                      <a:cubicBezTo>
                        <a:pt x="2000" y="2725"/>
                        <a:pt x="1905" y="2761"/>
                        <a:pt x="1812" y="2804"/>
                      </a:cubicBezTo>
                      <a:cubicBezTo>
                        <a:pt x="1301" y="3049"/>
                        <a:pt x="878" y="3378"/>
                        <a:pt x="561" y="3789"/>
                      </a:cubicBezTo>
                      <a:cubicBezTo>
                        <a:pt x="518" y="3839"/>
                        <a:pt x="482" y="3896"/>
                        <a:pt x="447" y="3946"/>
                      </a:cubicBezTo>
                      <a:cubicBezTo>
                        <a:pt x="288" y="4184"/>
                        <a:pt x="173" y="4436"/>
                        <a:pt x="86" y="4715"/>
                      </a:cubicBezTo>
                      <a:cubicBezTo>
                        <a:pt x="30" y="4924"/>
                        <a:pt x="0" y="5140"/>
                        <a:pt x="7" y="5342"/>
                      </a:cubicBezTo>
                      <a:cubicBezTo>
                        <a:pt x="7" y="5362"/>
                        <a:pt x="7" y="5385"/>
                        <a:pt x="16" y="5405"/>
                      </a:cubicBezTo>
                      <a:lnTo>
                        <a:pt x="16" y="5442"/>
                      </a:lnTo>
                      <a:cubicBezTo>
                        <a:pt x="16" y="5464"/>
                        <a:pt x="16" y="5478"/>
                        <a:pt x="23" y="5492"/>
                      </a:cubicBezTo>
                      <a:cubicBezTo>
                        <a:pt x="23" y="5514"/>
                        <a:pt x="23" y="5535"/>
                        <a:pt x="30" y="5550"/>
                      </a:cubicBezTo>
                      <a:cubicBezTo>
                        <a:pt x="30" y="5571"/>
                        <a:pt x="36" y="5593"/>
                        <a:pt x="36" y="5614"/>
                      </a:cubicBezTo>
                      <a:cubicBezTo>
                        <a:pt x="43" y="5628"/>
                        <a:pt x="43" y="5637"/>
                        <a:pt x="43" y="5650"/>
                      </a:cubicBezTo>
                      <a:cubicBezTo>
                        <a:pt x="50" y="5671"/>
                        <a:pt x="50" y="5693"/>
                        <a:pt x="59" y="5707"/>
                      </a:cubicBezTo>
                      <a:cubicBezTo>
                        <a:pt x="59" y="5723"/>
                        <a:pt x="66" y="5737"/>
                        <a:pt x="66" y="5750"/>
                      </a:cubicBezTo>
                      <a:cubicBezTo>
                        <a:pt x="73" y="5766"/>
                        <a:pt x="80" y="5787"/>
                        <a:pt x="86" y="5800"/>
                      </a:cubicBezTo>
                      <a:cubicBezTo>
                        <a:pt x="86" y="5816"/>
                        <a:pt x="93" y="5830"/>
                        <a:pt x="93" y="5837"/>
                      </a:cubicBezTo>
                      <a:cubicBezTo>
                        <a:pt x="137" y="5966"/>
                        <a:pt x="195" y="6082"/>
                        <a:pt x="266" y="6189"/>
                      </a:cubicBezTo>
                      <a:cubicBezTo>
                        <a:pt x="275" y="6204"/>
                        <a:pt x="288" y="6218"/>
                        <a:pt x="295" y="6232"/>
                      </a:cubicBezTo>
                      <a:cubicBezTo>
                        <a:pt x="302" y="6247"/>
                        <a:pt x="318" y="6261"/>
                        <a:pt x="325" y="6275"/>
                      </a:cubicBezTo>
                      <a:cubicBezTo>
                        <a:pt x="331" y="6275"/>
                        <a:pt x="338" y="6283"/>
                        <a:pt x="338" y="6290"/>
                      </a:cubicBezTo>
                      <a:cubicBezTo>
                        <a:pt x="352" y="6304"/>
                        <a:pt x="361" y="6311"/>
                        <a:pt x="368" y="6327"/>
                      </a:cubicBezTo>
                      <a:cubicBezTo>
                        <a:pt x="381" y="6333"/>
                        <a:pt x="388" y="6347"/>
                        <a:pt x="395" y="6354"/>
                      </a:cubicBezTo>
                      <a:cubicBezTo>
                        <a:pt x="411" y="6370"/>
                        <a:pt x="418" y="6377"/>
                        <a:pt x="425" y="6383"/>
                      </a:cubicBezTo>
                      <a:cubicBezTo>
                        <a:pt x="438" y="6397"/>
                        <a:pt x="447" y="6404"/>
                        <a:pt x="461" y="6420"/>
                      </a:cubicBezTo>
                      <a:cubicBezTo>
                        <a:pt x="475" y="6427"/>
                        <a:pt x="490" y="6440"/>
                        <a:pt x="504" y="6456"/>
                      </a:cubicBezTo>
                      <a:cubicBezTo>
                        <a:pt x="518" y="6470"/>
                        <a:pt x="540" y="6484"/>
                        <a:pt x="554" y="6490"/>
                      </a:cubicBezTo>
                      <a:cubicBezTo>
                        <a:pt x="568" y="6506"/>
                        <a:pt x="590" y="6520"/>
                        <a:pt x="604" y="6527"/>
                      </a:cubicBezTo>
                      <a:lnTo>
                        <a:pt x="611" y="6534"/>
                      </a:lnTo>
                      <a:cubicBezTo>
                        <a:pt x="626" y="6542"/>
                        <a:pt x="640" y="6549"/>
                        <a:pt x="654" y="6563"/>
                      </a:cubicBezTo>
                      <a:cubicBezTo>
                        <a:pt x="683" y="6577"/>
                        <a:pt x="706" y="6585"/>
                        <a:pt x="727" y="6599"/>
                      </a:cubicBezTo>
                      <a:cubicBezTo>
                        <a:pt x="740" y="6606"/>
                        <a:pt x="749" y="6606"/>
                        <a:pt x="763" y="6613"/>
                      </a:cubicBezTo>
                      <a:cubicBezTo>
                        <a:pt x="763" y="6613"/>
                        <a:pt x="770" y="6620"/>
                        <a:pt x="777" y="6620"/>
                      </a:cubicBezTo>
                      <a:cubicBezTo>
                        <a:pt x="792" y="6628"/>
                        <a:pt x="806" y="6635"/>
                        <a:pt x="827" y="6635"/>
                      </a:cubicBezTo>
                      <a:cubicBezTo>
                        <a:pt x="842" y="6642"/>
                        <a:pt x="863" y="6649"/>
                        <a:pt x="885" y="6656"/>
                      </a:cubicBezTo>
                      <a:cubicBezTo>
                        <a:pt x="899" y="6663"/>
                        <a:pt x="921" y="6672"/>
                        <a:pt x="935" y="6672"/>
                      </a:cubicBezTo>
                      <a:cubicBezTo>
                        <a:pt x="942" y="6672"/>
                        <a:pt x="949" y="6672"/>
                        <a:pt x="949" y="6678"/>
                      </a:cubicBezTo>
                      <a:cubicBezTo>
                        <a:pt x="965" y="6678"/>
                        <a:pt x="978" y="6685"/>
                        <a:pt x="992" y="6685"/>
                      </a:cubicBezTo>
                      <a:lnTo>
                        <a:pt x="1015" y="6685"/>
                      </a:lnTo>
                      <a:cubicBezTo>
                        <a:pt x="1015" y="6692"/>
                        <a:pt x="1022" y="6692"/>
                        <a:pt x="1028" y="6692"/>
                      </a:cubicBezTo>
                      <a:cubicBezTo>
                        <a:pt x="1085" y="6699"/>
                        <a:pt x="1144" y="6706"/>
                        <a:pt x="1208" y="6706"/>
                      </a:cubicBezTo>
                      <a:lnTo>
                        <a:pt x="3178" y="6706"/>
                      </a:lnTo>
                      <a:cubicBezTo>
                        <a:pt x="3846" y="6706"/>
                        <a:pt x="5355" y="6549"/>
                        <a:pt x="5995" y="5076"/>
                      </a:cubicBezTo>
                      <a:cubicBezTo>
                        <a:pt x="6621" y="3645"/>
                        <a:pt x="6721" y="658"/>
                        <a:pt x="4231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6119537" y="3838731"/>
                  <a:ext cx="873139" cy="770952"/>
                </a:xfrm>
                <a:custGeom>
                  <a:rect b="b" l="l" r="r" t="t"/>
                  <a:pathLst>
                    <a:path extrusionOk="0" h="2919" w="3306">
                      <a:moveTo>
                        <a:pt x="1833" y="1"/>
                      </a:moveTo>
                      <a:lnTo>
                        <a:pt x="734" y="1697"/>
                      </a:lnTo>
                      <a:lnTo>
                        <a:pt x="518" y="1531"/>
                      </a:lnTo>
                      <a:cubicBezTo>
                        <a:pt x="389" y="1719"/>
                        <a:pt x="137" y="2107"/>
                        <a:pt x="78" y="2200"/>
                      </a:cubicBezTo>
                      <a:cubicBezTo>
                        <a:pt x="35" y="2264"/>
                        <a:pt x="14" y="2337"/>
                        <a:pt x="0" y="2387"/>
                      </a:cubicBezTo>
                      <a:cubicBezTo>
                        <a:pt x="7" y="2394"/>
                        <a:pt x="7" y="2409"/>
                        <a:pt x="14" y="2423"/>
                      </a:cubicBezTo>
                      <a:cubicBezTo>
                        <a:pt x="416" y="2718"/>
                        <a:pt x="949" y="2918"/>
                        <a:pt x="1624" y="2918"/>
                      </a:cubicBezTo>
                      <a:lnTo>
                        <a:pt x="3306" y="2918"/>
                      </a:lnTo>
                      <a:cubicBezTo>
                        <a:pt x="3242" y="2918"/>
                        <a:pt x="3183" y="2911"/>
                        <a:pt x="3126" y="2904"/>
                      </a:cubicBezTo>
                      <a:cubicBezTo>
                        <a:pt x="3120" y="2904"/>
                        <a:pt x="3113" y="2904"/>
                        <a:pt x="3113" y="2897"/>
                      </a:cubicBezTo>
                      <a:lnTo>
                        <a:pt x="3090" y="2897"/>
                      </a:lnTo>
                      <a:cubicBezTo>
                        <a:pt x="3076" y="2897"/>
                        <a:pt x="3063" y="2890"/>
                        <a:pt x="3047" y="2890"/>
                      </a:cubicBezTo>
                      <a:cubicBezTo>
                        <a:pt x="3047" y="2884"/>
                        <a:pt x="3040" y="2884"/>
                        <a:pt x="3033" y="2884"/>
                      </a:cubicBezTo>
                      <a:cubicBezTo>
                        <a:pt x="3019" y="2884"/>
                        <a:pt x="2997" y="2875"/>
                        <a:pt x="2983" y="2868"/>
                      </a:cubicBezTo>
                      <a:cubicBezTo>
                        <a:pt x="2961" y="2861"/>
                        <a:pt x="2940" y="2854"/>
                        <a:pt x="2925" y="2847"/>
                      </a:cubicBezTo>
                      <a:cubicBezTo>
                        <a:pt x="2904" y="2847"/>
                        <a:pt x="2890" y="2840"/>
                        <a:pt x="2875" y="2832"/>
                      </a:cubicBezTo>
                      <a:cubicBezTo>
                        <a:pt x="2868" y="2832"/>
                        <a:pt x="2861" y="2825"/>
                        <a:pt x="2861" y="2825"/>
                      </a:cubicBezTo>
                      <a:cubicBezTo>
                        <a:pt x="2847" y="2818"/>
                        <a:pt x="2838" y="2818"/>
                        <a:pt x="2825" y="2811"/>
                      </a:cubicBezTo>
                      <a:cubicBezTo>
                        <a:pt x="2804" y="2797"/>
                        <a:pt x="2781" y="2789"/>
                        <a:pt x="2752" y="2775"/>
                      </a:cubicBezTo>
                      <a:cubicBezTo>
                        <a:pt x="2738" y="2761"/>
                        <a:pt x="2724" y="2754"/>
                        <a:pt x="2709" y="2746"/>
                      </a:cubicBezTo>
                      <a:lnTo>
                        <a:pt x="2702" y="2739"/>
                      </a:lnTo>
                      <a:cubicBezTo>
                        <a:pt x="2688" y="2732"/>
                        <a:pt x="2666" y="2718"/>
                        <a:pt x="2652" y="2702"/>
                      </a:cubicBezTo>
                      <a:cubicBezTo>
                        <a:pt x="2638" y="2696"/>
                        <a:pt x="2616" y="2682"/>
                        <a:pt x="2602" y="2668"/>
                      </a:cubicBezTo>
                      <a:cubicBezTo>
                        <a:pt x="2588" y="2652"/>
                        <a:pt x="2573" y="2639"/>
                        <a:pt x="2559" y="2632"/>
                      </a:cubicBezTo>
                      <a:cubicBezTo>
                        <a:pt x="2545" y="2616"/>
                        <a:pt x="2536" y="2609"/>
                        <a:pt x="2523" y="2595"/>
                      </a:cubicBezTo>
                      <a:cubicBezTo>
                        <a:pt x="2516" y="2589"/>
                        <a:pt x="2509" y="2582"/>
                        <a:pt x="2493" y="2566"/>
                      </a:cubicBezTo>
                      <a:cubicBezTo>
                        <a:pt x="2486" y="2559"/>
                        <a:pt x="2479" y="2545"/>
                        <a:pt x="2466" y="2539"/>
                      </a:cubicBezTo>
                      <a:cubicBezTo>
                        <a:pt x="2459" y="2523"/>
                        <a:pt x="2450" y="2516"/>
                        <a:pt x="2436" y="2502"/>
                      </a:cubicBezTo>
                      <a:cubicBezTo>
                        <a:pt x="2436" y="2495"/>
                        <a:pt x="2429" y="2487"/>
                        <a:pt x="2423" y="2487"/>
                      </a:cubicBezTo>
                      <a:cubicBezTo>
                        <a:pt x="2416" y="2473"/>
                        <a:pt x="2400" y="2459"/>
                        <a:pt x="2393" y="2444"/>
                      </a:cubicBezTo>
                      <a:cubicBezTo>
                        <a:pt x="2386" y="2430"/>
                        <a:pt x="2373" y="2416"/>
                        <a:pt x="2364" y="2401"/>
                      </a:cubicBezTo>
                      <a:cubicBezTo>
                        <a:pt x="2293" y="2294"/>
                        <a:pt x="2235" y="2178"/>
                        <a:pt x="2191" y="2049"/>
                      </a:cubicBezTo>
                      <a:cubicBezTo>
                        <a:pt x="2191" y="2042"/>
                        <a:pt x="2184" y="2028"/>
                        <a:pt x="2184" y="2012"/>
                      </a:cubicBezTo>
                      <a:cubicBezTo>
                        <a:pt x="2178" y="1999"/>
                        <a:pt x="2171" y="1978"/>
                        <a:pt x="2164" y="1962"/>
                      </a:cubicBezTo>
                      <a:cubicBezTo>
                        <a:pt x="2164" y="1949"/>
                        <a:pt x="2157" y="1935"/>
                        <a:pt x="2157" y="1919"/>
                      </a:cubicBezTo>
                      <a:cubicBezTo>
                        <a:pt x="2148" y="1905"/>
                        <a:pt x="2148" y="1883"/>
                        <a:pt x="2141" y="1862"/>
                      </a:cubicBezTo>
                      <a:cubicBezTo>
                        <a:pt x="2141" y="1849"/>
                        <a:pt x="2141" y="1840"/>
                        <a:pt x="2134" y="1826"/>
                      </a:cubicBezTo>
                      <a:cubicBezTo>
                        <a:pt x="2134" y="1805"/>
                        <a:pt x="2128" y="1783"/>
                        <a:pt x="2128" y="1762"/>
                      </a:cubicBezTo>
                      <a:cubicBezTo>
                        <a:pt x="2121" y="1747"/>
                        <a:pt x="2121" y="1726"/>
                        <a:pt x="2121" y="1704"/>
                      </a:cubicBezTo>
                      <a:cubicBezTo>
                        <a:pt x="2114" y="1690"/>
                        <a:pt x="2114" y="1676"/>
                        <a:pt x="2114" y="1654"/>
                      </a:cubicBezTo>
                      <a:lnTo>
                        <a:pt x="2114" y="1617"/>
                      </a:lnTo>
                      <a:cubicBezTo>
                        <a:pt x="2105" y="1597"/>
                        <a:pt x="2105" y="1574"/>
                        <a:pt x="2105" y="1554"/>
                      </a:cubicBezTo>
                      <a:cubicBezTo>
                        <a:pt x="2098" y="1352"/>
                        <a:pt x="2128" y="1136"/>
                        <a:pt x="2184" y="927"/>
                      </a:cubicBezTo>
                      <a:cubicBezTo>
                        <a:pt x="2271" y="648"/>
                        <a:pt x="2386" y="396"/>
                        <a:pt x="2545" y="158"/>
                      </a:cubicBezTo>
                      <a:lnTo>
                        <a:pt x="2379" y="158"/>
                      </a:lnTo>
                      <a:cubicBezTo>
                        <a:pt x="2286" y="158"/>
                        <a:pt x="2062" y="87"/>
                        <a:pt x="1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35"/>
                <p:cNvSpPr/>
                <p:nvPr/>
              </p:nvSpPr>
              <p:spPr>
                <a:xfrm>
                  <a:off x="5880254" y="3453385"/>
                  <a:ext cx="417818" cy="611690"/>
                </a:xfrm>
                <a:custGeom>
                  <a:rect b="b" l="l" r="r" t="t"/>
                  <a:pathLst>
                    <a:path extrusionOk="0" h="2316" w="1582">
                      <a:moveTo>
                        <a:pt x="1581" y="0"/>
                      </a:moveTo>
                      <a:lnTo>
                        <a:pt x="1581" y="0"/>
                      </a:lnTo>
                      <a:cubicBezTo>
                        <a:pt x="518" y="402"/>
                        <a:pt x="115" y="1086"/>
                        <a:pt x="15" y="1912"/>
                      </a:cubicBezTo>
                      <a:cubicBezTo>
                        <a:pt x="1" y="2041"/>
                        <a:pt x="1" y="2178"/>
                        <a:pt x="15" y="2316"/>
                      </a:cubicBezTo>
                      <a:lnTo>
                        <a:pt x="158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35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rect b="b" l="l" r="r" t="t"/>
                  <a:pathLst>
                    <a:path extrusionOk="0" fill="none" h="246" w="281">
                      <a:moveTo>
                        <a:pt x="280" y="159"/>
                      </a:moveTo>
                      <a:lnTo>
                        <a:pt x="230" y="245"/>
                      </a:lnTo>
                      <a:cubicBezTo>
                        <a:pt x="230" y="238"/>
                        <a:pt x="223" y="231"/>
                        <a:pt x="223" y="223"/>
                      </a:cubicBezTo>
                      <a:cubicBezTo>
                        <a:pt x="223" y="223"/>
                        <a:pt x="216" y="223"/>
                        <a:pt x="216" y="216"/>
                      </a:cubicBezTo>
                      <a:cubicBezTo>
                        <a:pt x="216" y="216"/>
                        <a:pt x="208" y="216"/>
                        <a:pt x="208" y="209"/>
                      </a:cubicBezTo>
                      <a:cubicBezTo>
                        <a:pt x="208" y="209"/>
                        <a:pt x="201" y="209"/>
                        <a:pt x="201" y="202"/>
                      </a:cubicBezTo>
                      <a:cubicBezTo>
                        <a:pt x="187" y="195"/>
                        <a:pt x="164" y="188"/>
                        <a:pt x="151" y="195"/>
                      </a:cubicBezTo>
                      <a:lnTo>
                        <a:pt x="144" y="195"/>
                      </a:lnTo>
                      <a:cubicBezTo>
                        <a:pt x="137" y="195"/>
                        <a:pt x="130" y="195"/>
                        <a:pt x="121" y="202"/>
                      </a:cubicBezTo>
                      <a:lnTo>
                        <a:pt x="108" y="202"/>
                      </a:lnTo>
                      <a:cubicBezTo>
                        <a:pt x="94" y="209"/>
                        <a:pt x="78" y="216"/>
                        <a:pt x="58" y="216"/>
                      </a:cubicBezTo>
                      <a:cubicBezTo>
                        <a:pt x="35" y="188"/>
                        <a:pt x="21" y="152"/>
                        <a:pt x="1" y="116"/>
                      </a:cubicBezTo>
                      <a:cubicBezTo>
                        <a:pt x="35" y="73"/>
                        <a:pt x="71" y="29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fill="none" h="409" w="827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fill="none" h="2993" w="2221">
                      <a:moveTo>
                        <a:pt x="2221" y="1"/>
                      </a:moveTo>
                      <a:lnTo>
                        <a:pt x="970" y="2382"/>
                      </a:lnTo>
                      <a:lnTo>
                        <a:pt x="970" y="2382"/>
                      </a:lnTo>
                      <a:lnTo>
                        <a:pt x="849" y="2618"/>
                      </a:lnTo>
                      <a:lnTo>
                        <a:pt x="884" y="2640"/>
                      </a:lnTo>
                      <a:lnTo>
                        <a:pt x="668" y="299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567" y="66"/>
                      </a:lnTo>
                      <a:cubicBezTo>
                        <a:pt x="1626" y="44"/>
                        <a:pt x="1689" y="23"/>
                        <a:pt x="17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6071733" y="2910362"/>
                  <a:ext cx="797605" cy="525853"/>
                </a:xfrm>
                <a:custGeom>
                  <a:rect b="b" l="l" r="r" t="t"/>
                  <a:pathLst>
                    <a:path extrusionOk="0" h="1991" w="3020">
                      <a:moveTo>
                        <a:pt x="1446" y="792"/>
                      </a:moveTo>
                      <a:cubicBezTo>
                        <a:pt x="1525" y="792"/>
                        <a:pt x="1605" y="856"/>
                        <a:pt x="1625" y="935"/>
                      </a:cubicBezTo>
                      <a:cubicBezTo>
                        <a:pt x="1639" y="971"/>
                        <a:pt x="1662" y="1058"/>
                        <a:pt x="1510" y="1172"/>
                      </a:cubicBezTo>
                      <a:lnTo>
                        <a:pt x="1446" y="1223"/>
                      </a:lnTo>
                      <a:lnTo>
                        <a:pt x="1360" y="1172"/>
                      </a:lnTo>
                      <a:cubicBezTo>
                        <a:pt x="1144" y="1058"/>
                        <a:pt x="1115" y="971"/>
                        <a:pt x="1108" y="935"/>
                      </a:cubicBezTo>
                      <a:cubicBezTo>
                        <a:pt x="1087" y="856"/>
                        <a:pt x="1130" y="792"/>
                        <a:pt x="1208" y="792"/>
                      </a:cubicBezTo>
                      <a:cubicBezTo>
                        <a:pt x="1260" y="792"/>
                        <a:pt x="1310" y="820"/>
                        <a:pt x="1346" y="856"/>
                      </a:cubicBezTo>
                      <a:cubicBezTo>
                        <a:pt x="1360" y="820"/>
                        <a:pt x="1396" y="792"/>
                        <a:pt x="1446" y="792"/>
                      </a:cubicBezTo>
                      <a:close/>
                      <a:moveTo>
                        <a:pt x="0" y="0"/>
                      </a:moveTo>
                      <a:lnTo>
                        <a:pt x="633" y="1991"/>
                      </a:lnTo>
                      <a:lnTo>
                        <a:pt x="3019" y="1991"/>
                      </a:lnTo>
                      <a:lnTo>
                        <a:pt x="2976" y="1841"/>
                      </a:lnTo>
                      <a:lnTo>
                        <a:pt x="2840" y="1410"/>
                      </a:lnTo>
                      <a:lnTo>
                        <a:pt x="2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6857720" y="3396336"/>
                  <a:ext cx="171142" cy="39881"/>
                </a:xfrm>
                <a:custGeom>
                  <a:rect b="b" l="l" r="r" t="t"/>
                  <a:pathLst>
                    <a:path extrusionOk="0" h="151" w="648">
                      <a:moveTo>
                        <a:pt x="0" y="1"/>
                      </a:moveTo>
                      <a:lnTo>
                        <a:pt x="43" y="151"/>
                      </a:lnTo>
                      <a:lnTo>
                        <a:pt x="647" y="151"/>
                      </a:lnTo>
                      <a:cubicBezTo>
                        <a:pt x="633" y="137"/>
                        <a:pt x="613" y="123"/>
                        <a:pt x="590" y="108"/>
                      </a:cubicBezTo>
                      <a:cubicBezTo>
                        <a:pt x="518" y="51"/>
                        <a:pt x="44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35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rect b="b" l="l" r="r" t="t"/>
                  <a:pathLst>
                    <a:path extrusionOk="0" fill="none" h="1294" w="1043">
                      <a:moveTo>
                        <a:pt x="1029" y="402"/>
                      </a:moveTo>
                      <a:cubicBezTo>
                        <a:pt x="1015" y="488"/>
                        <a:pt x="972" y="647"/>
                        <a:pt x="913" y="833"/>
                      </a:cubicBezTo>
                      <a:cubicBezTo>
                        <a:pt x="836" y="813"/>
                        <a:pt x="698" y="790"/>
                        <a:pt x="670" y="790"/>
                      </a:cubicBezTo>
                      <a:cubicBezTo>
                        <a:pt x="641" y="790"/>
                        <a:pt x="389" y="913"/>
                        <a:pt x="346" y="942"/>
                      </a:cubicBezTo>
                      <a:cubicBezTo>
                        <a:pt x="310" y="970"/>
                        <a:pt x="239" y="1194"/>
                        <a:pt x="232" y="1214"/>
                      </a:cubicBezTo>
                      <a:cubicBezTo>
                        <a:pt x="217" y="1237"/>
                        <a:pt x="210" y="1287"/>
                        <a:pt x="260" y="1287"/>
                      </a:cubicBezTo>
                      <a:lnTo>
                        <a:pt x="555" y="1287"/>
                      </a:lnTo>
                      <a:cubicBezTo>
                        <a:pt x="555" y="1287"/>
                        <a:pt x="562" y="1287"/>
                        <a:pt x="562" y="1294"/>
                      </a:cubicBezTo>
                      <a:lnTo>
                        <a:pt x="137" y="1294"/>
                      </a:lnTo>
                      <a:lnTo>
                        <a:pt x="1" y="863"/>
                      </a:lnTo>
                      <a:cubicBezTo>
                        <a:pt x="217" y="733"/>
                        <a:pt x="382" y="590"/>
                        <a:pt x="518" y="445"/>
                      </a:cubicBezTo>
                      <a:cubicBezTo>
                        <a:pt x="691" y="452"/>
                        <a:pt x="950" y="309"/>
                        <a:pt x="1008" y="123"/>
                      </a:cubicBezTo>
                      <a:cubicBezTo>
                        <a:pt x="1015" y="93"/>
                        <a:pt x="1029" y="50"/>
                        <a:pt x="1043" y="0"/>
                      </a:cubicBezTo>
                      <a:cubicBezTo>
                        <a:pt x="1043" y="136"/>
                        <a:pt x="1043" y="288"/>
                        <a:pt x="1029" y="4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35"/>
                <p:cNvSpPr/>
                <p:nvPr/>
              </p:nvSpPr>
              <p:spPr>
                <a:xfrm>
                  <a:off x="5806040" y="4326818"/>
                  <a:ext cx="7923" cy="2113"/>
                </a:xfrm>
                <a:custGeom>
                  <a:rect b="b" l="l" r="r" t="t"/>
                  <a:pathLst>
                    <a:path extrusionOk="0" h="8" w="3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8" y="7"/>
                        <a:pt x="23" y="7"/>
                        <a:pt x="30" y="7"/>
                      </a:cubicBezTo>
                      <a:cubicBezTo>
                        <a:pt x="23" y="7"/>
                        <a:pt x="14" y="7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35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35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35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35"/>
                <p:cNvSpPr/>
                <p:nvPr/>
              </p:nvSpPr>
              <p:spPr>
                <a:xfrm>
                  <a:off x="5722581" y="4133220"/>
                  <a:ext cx="250902" cy="177485"/>
                </a:xfrm>
                <a:custGeom>
                  <a:rect b="b" l="l" r="r" t="t"/>
                  <a:pathLst>
                    <a:path extrusionOk="0" h="672" w="950">
                      <a:moveTo>
                        <a:pt x="489" y="0"/>
                      </a:moveTo>
                      <a:lnTo>
                        <a:pt x="1" y="639"/>
                      </a:lnTo>
                      <a:lnTo>
                        <a:pt x="8" y="647"/>
                      </a:lnTo>
                      <a:cubicBezTo>
                        <a:pt x="8" y="647"/>
                        <a:pt x="15" y="647"/>
                        <a:pt x="15" y="654"/>
                      </a:cubicBezTo>
                      <a:cubicBezTo>
                        <a:pt x="15" y="654"/>
                        <a:pt x="37" y="616"/>
                        <a:pt x="111" y="616"/>
                      </a:cubicBezTo>
                      <a:cubicBezTo>
                        <a:pt x="121" y="616"/>
                        <a:pt x="132" y="616"/>
                        <a:pt x="144" y="618"/>
                      </a:cubicBezTo>
                      <a:cubicBezTo>
                        <a:pt x="151" y="618"/>
                        <a:pt x="158" y="618"/>
                        <a:pt x="173" y="625"/>
                      </a:cubicBezTo>
                      <a:lnTo>
                        <a:pt x="173" y="604"/>
                      </a:lnTo>
                      <a:cubicBezTo>
                        <a:pt x="167" y="582"/>
                        <a:pt x="187" y="552"/>
                        <a:pt x="210" y="552"/>
                      </a:cubicBezTo>
                      <a:lnTo>
                        <a:pt x="217" y="552"/>
                      </a:lnTo>
                      <a:cubicBezTo>
                        <a:pt x="237" y="552"/>
                        <a:pt x="260" y="575"/>
                        <a:pt x="260" y="596"/>
                      </a:cubicBezTo>
                      <a:lnTo>
                        <a:pt x="267" y="639"/>
                      </a:lnTo>
                      <a:cubicBezTo>
                        <a:pt x="296" y="639"/>
                        <a:pt x="330" y="647"/>
                        <a:pt x="360" y="647"/>
                      </a:cubicBezTo>
                      <a:lnTo>
                        <a:pt x="360" y="618"/>
                      </a:lnTo>
                      <a:cubicBezTo>
                        <a:pt x="360" y="596"/>
                        <a:pt x="374" y="568"/>
                        <a:pt x="403" y="568"/>
                      </a:cubicBezTo>
                      <a:cubicBezTo>
                        <a:pt x="432" y="568"/>
                        <a:pt x="446" y="589"/>
                        <a:pt x="453" y="611"/>
                      </a:cubicBezTo>
                      <a:lnTo>
                        <a:pt x="453" y="661"/>
                      </a:lnTo>
                      <a:lnTo>
                        <a:pt x="503" y="661"/>
                      </a:lnTo>
                      <a:cubicBezTo>
                        <a:pt x="518" y="661"/>
                        <a:pt x="539" y="668"/>
                        <a:pt x="555" y="668"/>
                      </a:cubicBezTo>
                      <a:lnTo>
                        <a:pt x="546" y="632"/>
                      </a:lnTo>
                      <a:cubicBezTo>
                        <a:pt x="546" y="611"/>
                        <a:pt x="568" y="589"/>
                        <a:pt x="589" y="582"/>
                      </a:cubicBezTo>
                      <a:lnTo>
                        <a:pt x="598" y="582"/>
                      </a:lnTo>
                      <a:cubicBezTo>
                        <a:pt x="619" y="582"/>
                        <a:pt x="641" y="604"/>
                        <a:pt x="641" y="625"/>
                      </a:cubicBezTo>
                      <a:lnTo>
                        <a:pt x="648" y="668"/>
                      </a:lnTo>
                      <a:cubicBezTo>
                        <a:pt x="660" y="670"/>
                        <a:pt x="671" y="671"/>
                        <a:pt x="682" y="671"/>
                      </a:cubicBezTo>
                      <a:cubicBezTo>
                        <a:pt x="703" y="671"/>
                        <a:pt x="721" y="668"/>
                        <a:pt x="741" y="668"/>
                      </a:cubicBezTo>
                      <a:lnTo>
                        <a:pt x="741" y="647"/>
                      </a:lnTo>
                      <a:cubicBezTo>
                        <a:pt x="734" y="625"/>
                        <a:pt x="755" y="604"/>
                        <a:pt x="784" y="596"/>
                      </a:cubicBezTo>
                      <a:cubicBezTo>
                        <a:pt x="791" y="596"/>
                        <a:pt x="798" y="604"/>
                        <a:pt x="798" y="604"/>
                      </a:cubicBezTo>
                      <a:cubicBezTo>
                        <a:pt x="820" y="575"/>
                        <a:pt x="841" y="552"/>
                        <a:pt x="857" y="532"/>
                      </a:cubicBezTo>
                      <a:cubicBezTo>
                        <a:pt x="891" y="489"/>
                        <a:pt x="927" y="445"/>
                        <a:pt x="950" y="416"/>
                      </a:cubicBezTo>
                      <a:lnTo>
                        <a:pt x="719" y="207"/>
                      </a:lnTo>
                      <a:lnTo>
                        <a:pt x="489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35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35"/>
                <p:cNvSpPr/>
                <p:nvPr/>
              </p:nvSpPr>
              <p:spPr>
                <a:xfrm>
                  <a:off x="5388220" y="4322592"/>
                  <a:ext cx="408574" cy="309807"/>
                </a:xfrm>
                <a:custGeom>
                  <a:rect b="b" l="l" r="r" t="t"/>
                  <a:pathLst>
                    <a:path extrusionOk="0" h="1173" w="1547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cubicBezTo>
                        <a:pt x="87" y="146"/>
                        <a:pt x="66" y="246"/>
                        <a:pt x="1" y="368"/>
                      </a:cubicBezTo>
                      <a:lnTo>
                        <a:pt x="1367" y="1172"/>
                      </a:lnTo>
                      <a:cubicBezTo>
                        <a:pt x="1453" y="1065"/>
                        <a:pt x="1510" y="943"/>
                        <a:pt x="1546" y="827"/>
                      </a:cubicBezTo>
                      <a:lnTo>
                        <a:pt x="454" y="189"/>
                      </a:lnTo>
                      <a:cubicBezTo>
                        <a:pt x="447" y="180"/>
                        <a:pt x="441" y="167"/>
                        <a:pt x="441" y="160"/>
                      </a:cubicBezTo>
                      <a:lnTo>
                        <a:pt x="425" y="23"/>
                      </a:lnTo>
                      <a:cubicBezTo>
                        <a:pt x="397" y="23"/>
                        <a:pt x="361" y="17"/>
                        <a:pt x="332" y="17"/>
                      </a:cubicBezTo>
                      <a:lnTo>
                        <a:pt x="339" y="117"/>
                      </a:lnTo>
                      <a:cubicBezTo>
                        <a:pt x="346" y="137"/>
                        <a:pt x="325" y="167"/>
                        <a:pt x="296" y="167"/>
                      </a:cubicBezTo>
                      <a:cubicBezTo>
                        <a:pt x="268" y="167"/>
                        <a:pt x="253" y="146"/>
                        <a:pt x="246" y="123"/>
                      </a:cubicBezTo>
                      <a:lnTo>
                        <a:pt x="239" y="1"/>
                      </a:lnTo>
                      <a:lnTo>
                        <a:pt x="216" y="1"/>
                      </a:lnTo>
                      <a:cubicBezTo>
                        <a:pt x="211" y="1"/>
                        <a:pt x="207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35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35"/>
                <p:cNvSpPr/>
                <p:nvPr/>
              </p:nvSpPr>
              <p:spPr>
                <a:xfrm>
                  <a:off x="5748992" y="4541016"/>
                  <a:ext cx="47803" cy="91384"/>
                </a:xfrm>
                <a:custGeom>
                  <a:rect b="b" l="l" r="r" t="t"/>
                  <a:pathLst>
                    <a:path extrusionOk="0" fill="none" h="346" w="181">
                      <a:moveTo>
                        <a:pt x="180" y="0"/>
                      </a:moveTo>
                      <a:cubicBezTo>
                        <a:pt x="144" y="116"/>
                        <a:pt x="87" y="238"/>
                        <a:pt x="1" y="345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35"/>
                <p:cNvSpPr/>
                <p:nvPr/>
              </p:nvSpPr>
              <p:spPr>
                <a:xfrm>
                  <a:off x="5540347" y="4284031"/>
                  <a:ext cx="189893" cy="136019"/>
                </a:xfrm>
                <a:custGeom>
                  <a:rect b="b" l="l" r="r" t="t"/>
                  <a:pathLst>
                    <a:path extrusionOk="0" h="515" w="719">
                      <a:moveTo>
                        <a:pt x="345" y="1"/>
                      </a:moveTo>
                      <a:cubicBezTo>
                        <a:pt x="247" y="1"/>
                        <a:pt x="175" y="21"/>
                        <a:pt x="123" y="47"/>
                      </a:cubicBezTo>
                      <a:cubicBezTo>
                        <a:pt x="94" y="61"/>
                        <a:pt x="65" y="83"/>
                        <a:pt x="51" y="97"/>
                      </a:cubicBezTo>
                      <a:cubicBezTo>
                        <a:pt x="44" y="97"/>
                        <a:pt x="37" y="104"/>
                        <a:pt x="37" y="111"/>
                      </a:cubicBezTo>
                      <a:cubicBezTo>
                        <a:pt x="15" y="133"/>
                        <a:pt x="1" y="147"/>
                        <a:pt x="1" y="147"/>
                      </a:cubicBezTo>
                      <a:lnTo>
                        <a:pt x="44" y="169"/>
                      </a:lnTo>
                      <a:lnTo>
                        <a:pt x="94" y="197"/>
                      </a:lnTo>
                      <a:lnTo>
                        <a:pt x="144" y="226"/>
                      </a:lnTo>
                      <a:lnTo>
                        <a:pt x="244" y="292"/>
                      </a:lnTo>
                      <a:lnTo>
                        <a:pt x="346" y="349"/>
                      </a:lnTo>
                      <a:lnTo>
                        <a:pt x="575" y="485"/>
                      </a:lnTo>
                      <a:lnTo>
                        <a:pt x="632" y="514"/>
                      </a:lnTo>
                      <a:cubicBezTo>
                        <a:pt x="641" y="499"/>
                        <a:pt x="648" y="485"/>
                        <a:pt x="655" y="471"/>
                      </a:cubicBezTo>
                      <a:cubicBezTo>
                        <a:pt x="675" y="435"/>
                        <a:pt x="691" y="399"/>
                        <a:pt x="698" y="363"/>
                      </a:cubicBezTo>
                      <a:cubicBezTo>
                        <a:pt x="705" y="349"/>
                        <a:pt x="705" y="342"/>
                        <a:pt x="705" y="326"/>
                      </a:cubicBezTo>
                      <a:cubicBezTo>
                        <a:pt x="712" y="320"/>
                        <a:pt x="712" y="306"/>
                        <a:pt x="712" y="299"/>
                      </a:cubicBezTo>
                      <a:cubicBezTo>
                        <a:pt x="719" y="276"/>
                        <a:pt x="719" y="256"/>
                        <a:pt x="719" y="240"/>
                      </a:cubicBezTo>
                      <a:lnTo>
                        <a:pt x="719" y="213"/>
                      </a:lnTo>
                      <a:cubicBezTo>
                        <a:pt x="719" y="147"/>
                        <a:pt x="712" y="104"/>
                        <a:pt x="705" y="83"/>
                      </a:cubicBezTo>
                      <a:cubicBezTo>
                        <a:pt x="705" y="76"/>
                        <a:pt x="698" y="76"/>
                        <a:pt x="698" y="76"/>
                      </a:cubicBezTo>
                      <a:lnTo>
                        <a:pt x="691" y="68"/>
                      </a:lnTo>
                      <a:cubicBezTo>
                        <a:pt x="551" y="19"/>
                        <a:pt x="437" y="1"/>
                        <a:pt x="3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h="409" w="827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35"/>
                <p:cNvSpPr/>
                <p:nvPr/>
              </p:nvSpPr>
              <p:spPr>
                <a:xfrm>
                  <a:off x="5843807" y="4064814"/>
                  <a:ext cx="216832" cy="220272"/>
                </a:xfrm>
                <a:custGeom>
                  <a:rect b="b" l="l" r="r" t="t"/>
                  <a:pathLst>
                    <a:path extrusionOk="0" h="834" w="821">
                      <a:moveTo>
                        <a:pt x="153" y="1"/>
                      </a:moveTo>
                      <a:lnTo>
                        <a:pt x="1" y="237"/>
                      </a:lnTo>
                      <a:lnTo>
                        <a:pt x="30" y="259"/>
                      </a:lnTo>
                      <a:lnTo>
                        <a:pt x="260" y="466"/>
                      </a:lnTo>
                      <a:lnTo>
                        <a:pt x="491" y="675"/>
                      </a:lnTo>
                      <a:lnTo>
                        <a:pt x="677" y="834"/>
                      </a:lnTo>
                      <a:lnTo>
                        <a:pt x="820" y="611"/>
                      </a:lnTo>
                      <a:lnTo>
                        <a:pt x="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35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35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fill="none" h="409" w="827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35"/>
                <p:cNvSpPr/>
                <p:nvPr/>
              </p:nvSpPr>
              <p:spPr>
                <a:xfrm>
                  <a:off x="6108180" y="3435954"/>
                  <a:ext cx="1325027" cy="850979"/>
                </a:xfrm>
                <a:custGeom>
                  <a:rect b="b" l="l" r="r" t="t"/>
                  <a:pathLst>
                    <a:path extrusionOk="0" h="3222" w="5017">
                      <a:moveTo>
                        <a:pt x="1372" y="1"/>
                      </a:moveTo>
                      <a:lnTo>
                        <a:pt x="121" y="2382"/>
                      </a:lnTo>
                      <a:lnTo>
                        <a:pt x="0" y="2618"/>
                      </a:lnTo>
                      <a:lnTo>
                        <a:pt x="35" y="2640"/>
                      </a:lnTo>
                      <a:lnTo>
                        <a:pt x="107" y="2697"/>
                      </a:lnTo>
                      <a:lnTo>
                        <a:pt x="561" y="3056"/>
                      </a:lnTo>
                      <a:lnTo>
                        <a:pt x="777" y="3222"/>
                      </a:lnTo>
                      <a:lnTo>
                        <a:pt x="1876" y="1526"/>
                      </a:lnTo>
                      <a:lnTo>
                        <a:pt x="2048" y="1274"/>
                      </a:lnTo>
                      <a:cubicBezTo>
                        <a:pt x="2048" y="1274"/>
                        <a:pt x="2379" y="1403"/>
                        <a:pt x="2702" y="1526"/>
                      </a:cubicBezTo>
                      <a:cubicBezTo>
                        <a:pt x="3019" y="1115"/>
                        <a:pt x="3442" y="786"/>
                        <a:pt x="3953" y="541"/>
                      </a:cubicBezTo>
                      <a:cubicBezTo>
                        <a:pt x="4046" y="498"/>
                        <a:pt x="4141" y="462"/>
                        <a:pt x="4234" y="418"/>
                      </a:cubicBezTo>
                      <a:cubicBezTo>
                        <a:pt x="4291" y="398"/>
                        <a:pt x="4341" y="375"/>
                        <a:pt x="4399" y="355"/>
                      </a:cubicBezTo>
                      <a:cubicBezTo>
                        <a:pt x="4513" y="318"/>
                        <a:pt x="4629" y="275"/>
                        <a:pt x="4744" y="239"/>
                      </a:cubicBezTo>
                      <a:cubicBezTo>
                        <a:pt x="4838" y="210"/>
                        <a:pt x="4931" y="173"/>
                        <a:pt x="5017" y="146"/>
                      </a:cubicBezTo>
                      <a:lnTo>
                        <a:pt x="4622" y="146"/>
                      </a:lnTo>
                      <a:cubicBezTo>
                        <a:pt x="4341" y="146"/>
                        <a:pt x="4098" y="146"/>
                        <a:pt x="4003" y="139"/>
                      </a:cubicBezTo>
                      <a:cubicBezTo>
                        <a:pt x="3996" y="146"/>
                        <a:pt x="3996" y="146"/>
                        <a:pt x="3989" y="146"/>
                      </a:cubicBezTo>
                      <a:cubicBezTo>
                        <a:pt x="3916" y="160"/>
                        <a:pt x="3859" y="166"/>
                        <a:pt x="3813" y="166"/>
                      </a:cubicBezTo>
                      <a:cubicBezTo>
                        <a:pt x="3695" y="166"/>
                        <a:pt x="3652" y="129"/>
                        <a:pt x="3614" y="103"/>
                      </a:cubicBezTo>
                      <a:cubicBezTo>
                        <a:pt x="3594" y="80"/>
                        <a:pt x="3544" y="44"/>
                        <a:pt x="34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35"/>
                <p:cNvSpPr/>
                <p:nvPr/>
              </p:nvSpPr>
              <p:spPr>
                <a:xfrm>
                  <a:off x="5991972" y="4133220"/>
                  <a:ext cx="264636" cy="335954"/>
                </a:xfrm>
                <a:custGeom>
                  <a:rect b="b" l="l" r="r" t="t"/>
                  <a:pathLst>
                    <a:path extrusionOk="0" h="1272" w="1002">
                      <a:moveTo>
                        <a:pt x="475" y="0"/>
                      </a:moveTo>
                      <a:lnTo>
                        <a:pt x="259" y="352"/>
                      </a:lnTo>
                      <a:lnTo>
                        <a:pt x="116" y="575"/>
                      </a:lnTo>
                      <a:lnTo>
                        <a:pt x="66" y="661"/>
                      </a:lnTo>
                      <a:cubicBezTo>
                        <a:pt x="73" y="668"/>
                        <a:pt x="73" y="675"/>
                        <a:pt x="80" y="690"/>
                      </a:cubicBezTo>
                      <a:lnTo>
                        <a:pt x="80" y="718"/>
                      </a:lnTo>
                      <a:lnTo>
                        <a:pt x="80" y="747"/>
                      </a:lnTo>
                      <a:cubicBezTo>
                        <a:pt x="80" y="754"/>
                        <a:pt x="80" y="754"/>
                        <a:pt x="73" y="761"/>
                      </a:cubicBezTo>
                      <a:cubicBezTo>
                        <a:pt x="73" y="761"/>
                        <a:pt x="73" y="768"/>
                        <a:pt x="66" y="777"/>
                      </a:cubicBezTo>
                      <a:lnTo>
                        <a:pt x="66" y="784"/>
                      </a:lnTo>
                      <a:cubicBezTo>
                        <a:pt x="66" y="784"/>
                        <a:pt x="66" y="790"/>
                        <a:pt x="59" y="790"/>
                      </a:cubicBezTo>
                      <a:cubicBezTo>
                        <a:pt x="59" y="797"/>
                        <a:pt x="59" y="797"/>
                        <a:pt x="52" y="797"/>
                      </a:cubicBezTo>
                      <a:cubicBezTo>
                        <a:pt x="52" y="804"/>
                        <a:pt x="52" y="804"/>
                        <a:pt x="44" y="811"/>
                      </a:cubicBezTo>
                      <a:cubicBezTo>
                        <a:pt x="44" y="820"/>
                        <a:pt x="37" y="827"/>
                        <a:pt x="30" y="834"/>
                      </a:cubicBezTo>
                      <a:cubicBezTo>
                        <a:pt x="23" y="840"/>
                        <a:pt x="9" y="847"/>
                        <a:pt x="0" y="847"/>
                      </a:cubicBezTo>
                      <a:cubicBezTo>
                        <a:pt x="37" y="870"/>
                        <a:pt x="66" y="906"/>
                        <a:pt x="95" y="949"/>
                      </a:cubicBezTo>
                      <a:cubicBezTo>
                        <a:pt x="145" y="1042"/>
                        <a:pt x="232" y="1142"/>
                        <a:pt x="332" y="1199"/>
                      </a:cubicBezTo>
                      <a:cubicBezTo>
                        <a:pt x="361" y="1215"/>
                        <a:pt x="382" y="1222"/>
                        <a:pt x="404" y="1236"/>
                      </a:cubicBezTo>
                      <a:cubicBezTo>
                        <a:pt x="440" y="1242"/>
                        <a:pt x="461" y="1258"/>
                        <a:pt x="483" y="1272"/>
                      </a:cubicBezTo>
                      <a:cubicBezTo>
                        <a:pt x="497" y="1222"/>
                        <a:pt x="518" y="1149"/>
                        <a:pt x="561" y="1085"/>
                      </a:cubicBezTo>
                      <a:cubicBezTo>
                        <a:pt x="620" y="992"/>
                        <a:pt x="872" y="604"/>
                        <a:pt x="1001" y="416"/>
                      </a:cubicBezTo>
                      <a:lnTo>
                        <a:pt x="547" y="57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35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35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35"/>
                <p:cNvSpPr/>
                <p:nvPr/>
              </p:nvSpPr>
              <p:spPr>
                <a:xfrm>
                  <a:off x="5707263" y="4322592"/>
                  <a:ext cx="418082" cy="309807"/>
                </a:xfrm>
                <a:custGeom>
                  <a:rect b="b" l="l" r="r" t="t"/>
                  <a:pathLst>
                    <a:path extrusionOk="0" h="1173" w="1583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lnTo>
                        <a:pt x="87" y="94"/>
                      </a:lnTo>
                      <a:cubicBezTo>
                        <a:pt x="87" y="110"/>
                        <a:pt x="87" y="130"/>
                        <a:pt x="80" y="153"/>
                      </a:cubicBezTo>
                      <a:cubicBezTo>
                        <a:pt x="80" y="160"/>
                        <a:pt x="80" y="174"/>
                        <a:pt x="73" y="180"/>
                      </a:cubicBezTo>
                      <a:cubicBezTo>
                        <a:pt x="73" y="196"/>
                        <a:pt x="73" y="203"/>
                        <a:pt x="66" y="217"/>
                      </a:cubicBezTo>
                      <a:cubicBezTo>
                        <a:pt x="59" y="253"/>
                        <a:pt x="43" y="289"/>
                        <a:pt x="23" y="325"/>
                      </a:cubicBezTo>
                      <a:cubicBezTo>
                        <a:pt x="16" y="339"/>
                        <a:pt x="9" y="353"/>
                        <a:pt x="0" y="368"/>
                      </a:cubicBezTo>
                      <a:lnTo>
                        <a:pt x="354" y="577"/>
                      </a:lnTo>
                      <a:lnTo>
                        <a:pt x="368" y="584"/>
                      </a:lnTo>
                      <a:lnTo>
                        <a:pt x="1367" y="1172"/>
                      </a:lnTo>
                      <a:cubicBezTo>
                        <a:pt x="1396" y="1145"/>
                        <a:pt x="1410" y="1115"/>
                        <a:pt x="1432" y="1086"/>
                      </a:cubicBezTo>
                      <a:cubicBezTo>
                        <a:pt x="1539" y="907"/>
                        <a:pt x="1582" y="698"/>
                        <a:pt x="1582" y="620"/>
                      </a:cubicBezTo>
                      <a:cubicBezTo>
                        <a:pt x="1582" y="605"/>
                        <a:pt x="1575" y="598"/>
                        <a:pt x="1575" y="591"/>
                      </a:cubicBezTo>
                      <a:cubicBezTo>
                        <a:pt x="1568" y="577"/>
                        <a:pt x="1568" y="562"/>
                        <a:pt x="1561" y="555"/>
                      </a:cubicBezTo>
                      <a:cubicBezTo>
                        <a:pt x="1539" y="541"/>
                        <a:pt x="1518" y="525"/>
                        <a:pt x="1482" y="519"/>
                      </a:cubicBezTo>
                      <a:cubicBezTo>
                        <a:pt x="1460" y="505"/>
                        <a:pt x="1439" y="498"/>
                        <a:pt x="1410" y="482"/>
                      </a:cubicBezTo>
                      <a:cubicBezTo>
                        <a:pt x="1310" y="425"/>
                        <a:pt x="1223" y="325"/>
                        <a:pt x="1173" y="232"/>
                      </a:cubicBezTo>
                      <a:cubicBezTo>
                        <a:pt x="1144" y="189"/>
                        <a:pt x="1115" y="153"/>
                        <a:pt x="1078" y="130"/>
                      </a:cubicBezTo>
                      <a:cubicBezTo>
                        <a:pt x="1072" y="123"/>
                        <a:pt x="1058" y="117"/>
                        <a:pt x="1044" y="117"/>
                      </a:cubicBezTo>
                      <a:cubicBezTo>
                        <a:pt x="1015" y="103"/>
                        <a:pt x="985" y="94"/>
                        <a:pt x="949" y="94"/>
                      </a:cubicBezTo>
                      <a:cubicBezTo>
                        <a:pt x="935" y="87"/>
                        <a:pt x="921" y="87"/>
                        <a:pt x="906" y="87"/>
                      </a:cubicBezTo>
                      <a:lnTo>
                        <a:pt x="921" y="224"/>
                      </a:lnTo>
                      <a:cubicBezTo>
                        <a:pt x="921" y="246"/>
                        <a:pt x="906" y="267"/>
                        <a:pt x="878" y="275"/>
                      </a:cubicBezTo>
                      <a:cubicBezTo>
                        <a:pt x="849" y="275"/>
                        <a:pt x="835" y="253"/>
                        <a:pt x="828" y="232"/>
                      </a:cubicBezTo>
                      <a:lnTo>
                        <a:pt x="813" y="73"/>
                      </a:lnTo>
                      <a:cubicBezTo>
                        <a:pt x="785" y="67"/>
                        <a:pt x="749" y="67"/>
                        <a:pt x="720" y="60"/>
                      </a:cubicBezTo>
                      <a:lnTo>
                        <a:pt x="713" y="67"/>
                      </a:lnTo>
                      <a:lnTo>
                        <a:pt x="727" y="189"/>
                      </a:lnTo>
                      <a:cubicBezTo>
                        <a:pt x="727" y="210"/>
                        <a:pt x="713" y="232"/>
                        <a:pt x="683" y="239"/>
                      </a:cubicBezTo>
                      <a:cubicBezTo>
                        <a:pt x="656" y="239"/>
                        <a:pt x="640" y="217"/>
                        <a:pt x="633" y="196"/>
                      </a:cubicBezTo>
                      <a:lnTo>
                        <a:pt x="633" y="167"/>
                      </a:lnTo>
                      <a:lnTo>
                        <a:pt x="620" y="51"/>
                      </a:lnTo>
                      <a:cubicBezTo>
                        <a:pt x="590" y="44"/>
                        <a:pt x="554" y="37"/>
                        <a:pt x="526" y="37"/>
                      </a:cubicBezTo>
                      <a:lnTo>
                        <a:pt x="533" y="153"/>
                      </a:lnTo>
                      <a:cubicBezTo>
                        <a:pt x="533" y="174"/>
                        <a:pt x="518" y="203"/>
                        <a:pt x="490" y="203"/>
                      </a:cubicBezTo>
                      <a:cubicBezTo>
                        <a:pt x="461" y="203"/>
                        <a:pt x="447" y="180"/>
                        <a:pt x="440" y="160"/>
                      </a:cubicBezTo>
                      <a:lnTo>
                        <a:pt x="432" y="23"/>
                      </a:lnTo>
                      <a:lnTo>
                        <a:pt x="404" y="23"/>
                      </a:lnTo>
                      <a:cubicBezTo>
                        <a:pt x="397" y="23"/>
                        <a:pt x="388" y="23"/>
                        <a:pt x="375" y="17"/>
                      </a:cubicBezTo>
                      <a:lnTo>
                        <a:pt x="331" y="17"/>
                      </a:lnTo>
                      <a:lnTo>
                        <a:pt x="338" y="117"/>
                      </a:lnTo>
                      <a:cubicBezTo>
                        <a:pt x="345" y="137"/>
                        <a:pt x="325" y="167"/>
                        <a:pt x="295" y="167"/>
                      </a:cubicBezTo>
                      <a:cubicBezTo>
                        <a:pt x="275" y="167"/>
                        <a:pt x="252" y="146"/>
                        <a:pt x="245" y="123"/>
                      </a:cubicBezTo>
                      <a:lnTo>
                        <a:pt x="238" y="1"/>
                      </a:lnTo>
                      <a:lnTo>
                        <a:pt x="216" y="1"/>
                      </a:lnTo>
                      <a:cubicBezTo>
                        <a:pt x="211" y="1"/>
                        <a:pt x="206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35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35"/>
                <p:cNvSpPr/>
                <p:nvPr/>
              </p:nvSpPr>
              <p:spPr>
                <a:xfrm>
                  <a:off x="5508125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00" y="37"/>
                      </a:lnTo>
                      <a:lnTo>
                        <a:pt x="73" y="80"/>
                      </a:lnTo>
                      <a:lnTo>
                        <a:pt x="0" y="189"/>
                      </a:lnTo>
                      <a:lnTo>
                        <a:pt x="1092" y="827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1122" y="584"/>
                      </a:lnTo>
                      <a:lnTo>
                        <a:pt x="1108" y="577"/>
                      </a:lnTo>
                      <a:lnTo>
                        <a:pt x="754" y="368"/>
                      </a:lnTo>
                      <a:lnTo>
                        <a:pt x="697" y="339"/>
                      </a:lnTo>
                      <a:lnTo>
                        <a:pt x="468" y="203"/>
                      </a:lnTo>
                      <a:lnTo>
                        <a:pt x="366" y="146"/>
                      </a:lnTo>
                      <a:lnTo>
                        <a:pt x="266" y="80"/>
                      </a:lnTo>
                      <a:lnTo>
                        <a:pt x="216" y="51"/>
                      </a:lnTo>
                      <a:lnTo>
                        <a:pt x="166" y="23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35"/>
                <p:cNvSpPr/>
                <p:nvPr/>
              </p:nvSpPr>
              <p:spPr>
                <a:xfrm>
                  <a:off x="5726279" y="4295652"/>
                  <a:ext cx="44106" cy="44635"/>
                </a:xfrm>
                <a:custGeom>
                  <a:rect b="b" l="l" r="r" t="t"/>
                  <a:pathLst>
                    <a:path extrusionOk="0" h="169" w="167">
                      <a:moveTo>
                        <a:pt x="97" y="1"/>
                      </a:moveTo>
                      <a:cubicBezTo>
                        <a:pt x="23" y="1"/>
                        <a:pt x="1" y="39"/>
                        <a:pt x="1" y="39"/>
                      </a:cubicBezTo>
                      <a:cubicBezTo>
                        <a:pt x="8" y="60"/>
                        <a:pt x="15" y="103"/>
                        <a:pt x="15" y="169"/>
                      </a:cubicBezTo>
                      <a:cubicBezTo>
                        <a:pt x="15" y="169"/>
                        <a:pt x="35" y="103"/>
                        <a:pt x="130" y="103"/>
                      </a:cubicBezTo>
                      <a:cubicBezTo>
                        <a:pt x="134" y="103"/>
                        <a:pt x="139" y="103"/>
                        <a:pt x="144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4" y="3"/>
                        <a:pt x="137" y="3"/>
                        <a:pt x="130" y="3"/>
                      </a:cubicBezTo>
                      <a:cubicBezTo>
                        <a:pt x="118" y="1"/>
                        <a:pt x="10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35"/>
                <p:cNvSpPr/>
                <p:nvPr/>
              </p:nvSpPr>
              <p:spPr>
                <a:xfrm>
                  <a:off x="5792834" y="4301727"/>
                  <a:ext cx="28524" cy="27204"/>
                </a:xfrm>
                <a:custGeom>
                  <a:rect b="b" l="l" r="r" t="t"/>
                  <a:pathLst>
                    <a:path extrusionOk="0" h="103" w="108">
                      <a:moveTo>
                        <a:pt x="1" y="1"/>
                      </a:moveTo>
                      <a:lnTo>
                        <a:pt x="7" y="96"/>
                      </a:lnTo>
                      <a:lnTo>
                        <a:pt x="51" y="96"/>
                      </a:lnTo>
                      <a:cubicBezTo>
                        <a:pt x="58" y="102"/>
                        <a:pt x="73" y="102"/>
                        <a:pt x="80" y="102"/>
                      </a:cubicBezTo>
                      <a:lnTo>
                        <a:pt x="108" y="102"/>
                      </a:lnTo>
                      <a:lnTo>
                        <a:pt x="94" y="9"/>
                      </a:lnTo>
                      <a:cubicBezTo>
                        <a:pt x="64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35"/>
                <p:cNvSpPr/>
                <p:nvPr/>
              </p:nvSpPr>
              <p:spPr>
                <a:xfrm>
                  <a:off x="5841958" y="4307801"/>
                  <a:ext cx="29052" cy="28524"/>
                </a:xfrm>
                <a:custGeom>
                  <a:rect b="b" l="l" r="r" t="t"/>
                  <a:pathLst>
                    <a:path extrusionOk="0" h="108" w="110">
                      <a:moveTo>
                        <a:pt x="1" y="0"/>
                      </a:moveTo>
                      <a:lnTo>
                        <a:pt x="16" y="93"/>
                      </a:lnTo>
                      <a:cubicBezTo>
                        <a:pt x="44" y="93"/>
                        <a:pt x="80" y="100"/>
                        <a:pt x="110" y="107"/>
                      </a:cubicBezTo>
                      <a:lnTo>
                        <a:pt x="103" y="7"/>
                      </a:lnTo>
                      <a:cubicBezTo>
                        <a:pt x="87" y="7"/>
                        <a:pt x="66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35"/>
                <p:cNvSpPr/>
                <p:nvPr/>
              </p:nvSpPr>
              <p:spPr>
                <a:xfrm>
                  <a:off x="5893460" y="4309386"/>
                  <a:ext cx="28524" cy="32750"/>
                </a:xfrm>
                <a:custGeom>
                  <a:rect b="b" l="l" r="r" t="t"/>
                  <a:pathLst>
                    <a:path extrusionOk="0" h="124" w="108">
                      <a:moveTo>
                        <a:pt x="94" y="1"/>
                      </a:moveTo>
                      <a:cubicBezTo>
                        <a:pt x="74" y="1"/>
                        <a:pt x="56" y="4"/>
                        <a:pt x="35" y="4"/>
                      </a:cubicBezTo>
                      <a:cubicBezTo>
                        <a:pt x="24" y="4"/>
                        <a:pt x="13" y="3"/>
                        <a:pt x="1" y="1"/>
                      </a:cubicBezTo>
                      <a:lnTo>
                        <a:pt x="1" y="1"/>
                      </a:lnTo>
                      <a:lnTo>
                        <a:pt x="8" y="110"/>
                      </a:lnTo>
                      <a:lnTo>
                        <a:pt x="15" y="110"/>
                      </a:lnTo>
                      <a:cubicBezTo>
                        <a:pt x="44" y="117"/>
                        <a:pt x="80" y="117"/>
                        <a:pt x="108" y="123"/>
                      </a:cubicBezTo>
                      <a:lnTo>
                        <a:pt x="94" y="8"/>
                      </a:lnTo>
                      <a:lnTo>
                        <a:pt x="9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35"/>
                <p:cNvSpPr/>
                <p:nvPr/>
              </p:nvSpPr>
              <p:spPr>
                <a:xfrm>
                  <a:off x="5942848" y="4293803"/>
                  <a:ext cx="70253" cy="63388"/>
                </a:xfrm>
                <a:custGeom>
                  <a:rect b="b" l="l" r="r" t="t"/>
                  <a:pathLst>
                    <a:path extrusionOk="0" h="240" w="266">
                      <a:moveTo>
                        <a:pt x="187" y="0"/>
                      </a:moveTo>
                      <a:cubicBezTo>
                        <a:pt x="181" y="0"/>
                        <a:pt x="177" y="1"/>
                        <a:pt x="173" y="3"/>
                      </a:cubicBezTo>
                      <a:lnTo>
                        <a:pt x="166" y="3"/>
                      </a:lnTo>
                      <a:cubicBezTo>
                        <a:pt x="159" y="3"/>
                        <a:pt x="152" y="3"/>
                        <a:pt x="143" y="10"/>
                      </a:cubicBezTo>
                      <a:lnTo>
                        <a:pt x="130" y="10"/>
                      </a:lnTo>
                      <a:cubicBezTo>
                        <a:pt x="116" y="17"/>
                        <a:pt x="100" y="24"/>
                        <a:pt x="80" y="24"/>
                      </a:cubicBezTo>
                      <a:cubicBezTo>
                        <a:pt x="57" y="31"/>
                        <a:pt x="29" y="46"/>
                        <a:pt x="0" y="46"/>
                      </a:cubicBezTo>
                      <a:lnTo>
                        <a:pt x="14" y="196"/>
                      </a:lnTo>
                      <a:cubicBezTo>
                        <a:pt x="29" y="196"/>
                        <a:pt x="43" y="196"/>
                        <a:pt x="57" y="203"/>
                      </a:cubicBezTo>
                      <a:cubicBezTo>
                        <a:pt x="93" y="203"/>
                        <a:pt x="123" y="212"/>
                        <a:pt x="152" y="226"/>
                      </a:cubicBezTo>
                      <a:cubicBezTo>
                        <a:pt x="166" y="226"/>
                        <a:pt x="180" y="232"/>
                        <a:pt x="186" y="239"/>
                      </a:cubicBezTo>
                      <a:cubicBezTo>
                        <a:pt x="195" y="239"/>
                        <a:pt x="209" y="232"/>
                        <a:pt x="216" y="226"/>
                      </a:cubicBezTo>
                      <a:cubicBezTo>
                        <a:pt x="223" y="219"/>
                        <a:pt x="230" y="212"/>
                        <a:pt x="230" y="203"/>
                      </a:cubicBezTo>
                      <a:cubicBezTo>
                        <a:pt x="238" y="196"/>
                        <a:pt x="238" y="196"/>
                        <a:pt x="238" y="189"/>
                      </a:cubicBezTo>
                      <a:cubicBezTo>
                        <a:pt x="245" y="189"/>
                        <a:pt x="245" y="189"/>
                        <a:pt x="245" y="182"/>
                      </a:cubicBezTo>
                      <a:cubicBezTo>
                        <a:pt x="252" y="182"/>
                        <a:pt x="252" y="176"/>
                        <a:pt x="252" y="176"/>
                      </a:cubicBezTo>
                      <a:lnTo>
                        <a:pt x="252" y="169"/>
                      </a:lnTo>
                      <a:cubicBezTo>
                        <a:pt x="259" y="160"/>
                        <a:pt x="259" y="153"/>
                        <a:pt x="259" y="153"/>
                      </a:cubicBezTo>
                      <a:cubicBezTo>
                        <a:pt x="266" y="146"/>
                        <a:pt x="266" y="146"/>
                        <a:pt x="266" y="139"/>
                      </a:cubicBezTo>
                      <a:lnTo>
                        <a:pt x="266" y="110"/>
                      </a:lnTo>
                      <a:lnTo>
                        <a:pt x="266" y="82"/>
                      </a:lnTo>
                      <a:cubicBezTo>
                        <a:pt x="259" y="67"/>
                        <a:pt x="259" y="60"/>
                        <a:pt x="252" y="53"/>
                      </a:cubicBezTo>
                      <a:cubicBezTo>
                        <a:pt x="252" y="46"/>
                        <a:pt x="245" y="39"/>
                        <a:pt x="245" y="31"/>
                      </a:cubicBezTo>
                      <a:cubicBezTo>
                        <a:pt x="245" y="31"/>
                        <a:pt x="238" y="31"/>
                        <a:pt x="238" y="24"/>
                      </a:cubicBezTo>
                      <a:cubicBezTo>
                        <a:pt x="238" y="24"/>
                        <a:pt x="230" y="24"/>
                        <a:pt x="230" y="17"/>
                      </a:cubicBezTo>
                      <a:cubicBezTo>
                        <a:pt x="230" y="17"/>
                        <a:pt x="223" y="17"/>
                        <a:pt x="223" y="10"/>
                      </a:cubicBezTo>
                      <a:cubicBezTo>
                        <a:pt x="213" y="5"/>
                        <a:pt x="199" y="0"/>
                        <a:pt x="18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35"/>
                <p:cNvSpPr/>
                <p:nvPr/>
              </p:nvSpPr>
              <p:spPr>
                <a:xfrm>
                  <a:off x="5766423" y="4279013"/>
                  <a:ext cx="32221" cy="87686"/>
                </a:xfrm>
                <a:custGeom>
                  <a:rect b="b" l="l" r="r" t="t"/>
                  <a:pathLst>
                    <a:path extrusionOk="0" h="332" w="122">
                      <a:moveTo>
                        <a:pt x="44" y="0"/>
                      </a:moveTo>
                      <a:cubicBezTo>
                        <a:pt x="21" y="0"/>
                        <a:pt x="1" y="30"/>
                        <a:pt x="7" y="52"/>
                      </a:cubicBezTo>
                      <a:lnTo>
                        <a:pt x="7" y="73"/>
                      </a:lnTo>
                      <a:lnTo>
                        <a:pt x="14" y="166"/>
                      </a:lnTo>
                      <a:lnTo>
                        <a:pt x="21" y="288"/>
                      </a:lnTo>
                      <a:cubicBezTo>
                        <a:pt x="28" y="311"/>
                        <a:pt x="51" y="332"/>
                        <a:pt x="71" y="332"/>
                      </a:cubicBezTo>
                      <a:cubicBezTo>
                        <a:pt x="101" y="332"/>
                        <a:pt x="121" y="302"/>
                        <a:pt x="114" y="282"/>
                      </a:cubicBezTo>
                      <a:lnTo>
                        <a:pt x="107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1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35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35"/>
                <p:cNvSpPr/>
                <p:nvPr/>
              </p:nvSpPr>
              <p:spPr>
                <a:xfrm>
                  <a:off x="5817396" y="4282974"/>
                  <a:ext cx="30901" cy="93233"/>
                </a:xfrm>
                <a:custGeom>
                  <a:rect b="b" l="l" r="r" t="t"/>
                  <a:pathLst>
                    <a:path extrusionOk="0" h="353" w="117">
                      <a:moveTo>
                        <a:pt x="44" y="1"/>
                      </a:moveTo>
                      <a:cubicBezTo>
                        <a:pt x="15" y="1"/>
                        <a:pt x="1" y="29"/>
                        <a:pt x="1" y="51"/>
                      </a:cubicBezTo>
                      <a:lnTo>
                        <a:pt x="1" y="80"/>
                      </a:lnTo>
                      <a:lnTo>
                        <a:pt x="15" y="173"/>
                      </a:lnTo>
                      <a:lnTo>
                        <a:pt x="23" y="310"/>
                      </a:lnTo>
                      <a:cubicBezTo>
                        <a:pt x="30" y="330"/>
                        <a:pt x="44" y="353"/>
                        <a:pt x="73" y="353"/>
                      </a:cubicBezTo>
                      <a:cubicBezTo>
                        <a:pt x="101" y="353"/>
                        <a:pt x="116" y="324"/>
                        <a:pt x="116" y="303"/>
                      </a:cubicBezTo>
                      <a:lnTo>
                        <a:pt x="109" y="187"/>
                      </a:lnTo>
                      <a:lnTo>
                        <a:pt x="94" y="94"/>
                      </a:lnTo>
                      <a:lnTo>
                        <a:pt x="94" y="44"/>
                      </a:lnTo>
                      <a:cubicBezTo>
                        <a:pt x="87" y="22"/>
                        <a:pt x="73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35"/>
                <p:cNvSpPr/>
                <p:nvPr/>
              </p:nvSpPr>
              <p:spPr>
                <a:xfrm>
                  <a:off x="5866785" y="4286672"/>
                  <a:ext cx="32485" cy="99307"/>
                </a:xfrm>
                <a:custGeom>
                  <a:rect b="b" l="l" r="r" t="t"/>
                  <a:pathLst>
                    <a:path extrusionOk="0" h="376" w="123">
                      <a:moveTo>
                        <a:pt x="43" y="1"/>
                      </a:moveTo>
                      <a:cubicBezTo>
                        <a:pt x="22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16" y="187"/>
                      </a:lnTo>
                      <a:lnTo>
                        <a:pt x="29" y="303"/>
                      </a:lnTo>
                      <a:lnTo>
                        <a:pt x="29" y="332"/>
                      </a:lnTo>
                      <a:cubicBezTo>
                        <a:pt x="36" y="353"/>
                        <a:pt x="52" y="375"/>
                        <a:pt x="79" y="375"/>
                      </a:cubicBezTo>
                      <a:cubicBezTo>
                        <a:pt x="109" y="368"/>
                        <a:pt x="123" y="346"/>
                        <a:pt x="123" y="325"/>
                      </a:cubicBezTo>
                      <a:lnTo>
                        <a:pt x="109" y="203"/>
                      </a:lnTo>
                      <a:lnTo>
                        <a:pt x="109" y="196"/>
                      </a:lnTo>
                      <a:lnTo>
                        <a:pt x="102" y="87"/>
                      </a:lnTo>
                      <a:lnTo>
                        <a:pt x="95" y="44"/>
                      </a:lnTo>
                      <a:cubicBezTo>
                        <a:pt x="95" y="23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35"/>
                <p:cNvSpPr/>
                <p:nvPr/>
              </p:nvSpPr>
              <p:spPr>
                <a:xfrm>
                  <a:off x="5916437" y="4290370"/>
                  <a:ext cx="34334" cy="105118"/>
                </a:xfrm>
                <a:custGeom>
                  <a:rect b="b" l="l" r="r" t="t"/>
                  <a:pathLst>
                    <a:path extrusionOk="0" h="398" w="130">
                      <a:moveTo>
                        <a:pt x="50" y="1"/>
                      </a:moveTo>
                      <a:cubicBezTo>
                        <a:pt x="21" y="9"/>
                        <a:pt x="0" y="30"/>
                        <a:pt x="7" y="52"/>
                      </a:cubicBezTo>
                      <a:lnTo>
                        <a:pt x="7" y="73"/>
                      </a:lnTo>
                      <a:lnTo>
                        <a:pt x="14" y="73"/>
                      </a:lnTo>
                      <a:lnTo>
                        <a:pt x="7" y="80"/>
                      </a:lnTo>
                      <a:lnTo>
                        <a:pt x="21" y="195"/>
                      </a:lnTo>
                      <a:lnTo>
                        <a:pt x="36" y="354"/>
                      </a:lnTo>
                      <a:cubicBezTo>
                        <a:pt x="43" y="375"/>
                        <a:pt x="57" y="397"/>
                        <a:pt x="86" y="397"/>
                      </a:cubicBezTo>
                      <a:cubicBezTo>
                        <a:pt x="114" y="389"/>
                        <a:pt x="129" y="368"/>
                        <a:pt x="129" y="346"/>
                      </a:cubicBezTo>
                      <a:lnTo>
                        <a:pt x="114" y="209"/>
                      </a:lnTo>
                      <a:lnTo>
                        <a:pt x="100" y="59"/>
                      </a:lnTo>
                      <a:lnTo>
                        <a:pt x="100" y="44"/>
                      </a:lnTo>
                      <a:cubicBezTo>
                        <a:pt x="93" y="30"/>
                        <a:pt x="86" y="16"/>
                        <a:pt x="64" y="9"/>
                      </a:cubicBezTo>
                      <a:cubicBezTo>
                        <a:pt x="64" y="9"/>
                        <a:pt x="57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35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35"/>
                <p:cNvSpPr/>
                <p:nvPr/>
              </p:nvSpPr>
              <p:spPr>
                <a:xfrm>
                  <a:off x="6620815" y="3572766"/>
                  <a:ext cx="47539" cy="199935"/>
                </a:xfrm>
                <a:custGeom>
                  <a:rect b="b" l="l" r="r" t="t"/>
                  <a:pathLst>
                    <a:path extrusionOk="0" fill="none" h="757" w="180">
                      <a:moveTo>
                        <a:pt x="107" y="756"/>
                      </a:moveTo>
                      <a:cubicBezTo>
                        <a:pt x="107" y="756"/>
                        <a:pt x="180" y="332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35"/>
                <p:cNvSpPr/>
                <p:nvPr/>
              </p:nvSpPr>
              <p:spPr>
                <a:xfrm>
                  <a:off x="6140137" y="4064814"/>
                  <a:ext cx="209173" cy="168769"/>
                </a:xfrm>
                <a:custGeom>
                  <a:rect b="b" l="l" r="r" t="t"/>
                  <a:pathLst>
                    <a:path extrusionOk="0" fill="none" h="639" w="792">
                      <a:moveTo>
                        <a:pt x="792" y="639"/>
                      </a:moveTo>
                      <a:lnTo>
                        <a:pt x="0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p35"/>
                <p:cNvSpPr/>
                <p:nvPr/>
              </p:nvSpPr>
              <p:spPr>
                <a:xfrm>
                  <a:off x="6140137" y="4064814"/>
                  <a:ext cx="264" cy="264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35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35"/>
                <p:cNvSpPr/>
                <p:nvPr/>
              </p:nvSpPr>
              <p:spPr>
                <a:xfrm>
                  <a:off x="7085381" y="2066775"/>
                  <a:ext cx="744783" cy="756689"/>
                </a:xfrm>
                <a:custGeom>
                  <a:rect b="b" l="l" r="r" t="t"/>
                  <a:pathLst>
                    <a:path extrusionOk="0" h="2865" w="2820">
                      <a:moveTo>
                        <a:pt x="1412" y="1"/>
                      </a:moveTo>
                      <a:cubicBezTo>
                        <a:pt x="1175" y="1"/>
                        <a:pt x="962" y="65"/>
                        <a:pt x="843" y="139"/>
                      </a:cubicBezTo>
                      <a:cubicBezTo>
                        <a:pt x="418" y="391"/>
                        <a:pt x="1" y="1017"/>
                        <a:pt x="634" y="1190"/>
                      </a:cubicBezTo>
                      <a:lnTo>
                        <a:pt x="634" y="1088"/>
                      </a:lnTo>
                      <a:cubicBezTo>
                        <a:pt x="634" y="858"/>
                        <a:pt x="670" y="636"/>
                        <a:pt x="820" y="456"/>
                      </a:cubicBezTo>
                      <a:cubicBezTo>
                        <a:pt x="856" y="563"/>
                        <a:pt x="922" y="679"/>
                        <a:pt x="1008" y="786"/>
                      </a:cubicBezTo>
                      <a:cubicBezTo>
                        <a:pt x="1079" y="872"/>
                        <a:pt x="1158" y="952"/>
                        <a:pt x="1267" y="1024"/>
                      </a:cubicBezTo>
                      <a:cubicBezTo>
                        <a:pt x="1274" y="1031"/>
                        <a:pt x="1281" y="1038"/>
                        <a:pt x="1295" y="1045"/>
                      </a:cubicBezTo>
                      <a:lnTo>
                        <a:pt x="1310" y="1060"/>
                      </a:lnTo>
                      <a:cubicBezTo>
                        <a:pt x="1569" y="1226"/>
                        <a:pt x="1798" y="1297"/>
                        <a:pt x="1950" y="1326"/>
                      </a:cubicBezTo>
                      <a:cubicBezTo>
                        <a:pt x="1983" y="1285"/>
                        <a:pt x="2058" y="1210"/>
                        <a:pt x="2153" y="1210"/>
                      </a:cubicBezTo>
                      <a:cubicBezTo>
                        <a:pt x="2157" y="1210"/>
                        <a:pt x="2162" y="1210"/>
                        <a:pt x="2166" y="1210"/>
                      </a:cubicBezTo>
                      <a:cubicBezTo>
                        <a:pt x="2209" y="1217"/>
                        <a:pt x="2236" y="1247"/>
                        <a:pt x="2252" y="1283"/>
                      </a:cubicBezTo>
                      <a:cubicBezTo>
                        <a:pt x="2252" y="1297"/>
                        <a:pt x="2259" y="1319"/>
                        <a:pt x="2252" y="1340"/>
                      </a:cubicBezTo>
                      <a:cubicBezTo>
                        <a:pt x="2252" y="1419"/>
                        <a:pt x="2216" y="1512"/>
                        <a:pt x="2166" y="1578"/>
                      </a:cubicBezTo>
                      <a:cubicBezTo>
                        <a:pt x="2080" y="1685"/>
                        <a:pt x="1941" y="1728"/>
                        <a:pt x="1871" y="1728"/>
                      </a:cubicBezTo>
                      <a:cubicBezTo>
                        <a:pt x="1864" y="1837"/>
                        <a:pt x="1855" y="1980"/>
                        <a:pt x="1864" y="2088"/>
                      </a:cubicBezTo>
                      <a:cubicBezTo>
                        <a:pt x="1871" y="2268"/>
                        <a:pt x="2028" y="2418"/>
                        <a:pt x="2028" y="2418"/>
                      </a:cubicBezTo>
                      <a:cubicBezTo>
                        <a:pt x="2028" y="2418"/>
                        <a:pt x="2388" y="2597"/>
                        <a:pt x="2502" y="2699"/>
                      </a:cubicBezTo>
                      <a:cubicBezTo>
                        <a:pt x="2568" y="2756"/>
                        <a:pt x="2611" y="2806"/>
                        <a:pt x="2647" y="2865"/>
                      </a:cubicBezTo>
                      <a:cubicBezTo>
                        <a:pt x="2820" y="2590"/>
                        <a:pt x="2668" y="2252"/>
                        <a:pt x="2518" y="2016"/>
                      </a:cubicBezTo>
                      <a:cubicBezTo>
                        <a:pt x="2359" y="1764"/>
                        <a:pt x="2388" y="1605"/>
                        <a:pt x="2452" y="1117"/>
                      </a:cubicBezTo>
                      <a:cubicBezTo>
                        <a:pt x="2459" y="1103"/>
                        <a:pt x="2459" y="1081"/>
                        <a:pt x="2459" y="1060"/>
                      </a:cubicBezTo>
                      <a:cubicBezTo>
                        <a:pt x="2495" y="772"/>
                        <a:pt x="2395" y="370"/>
                        <a:pt x="1957" y="132"/>
                      </a:cubicBezTo>
                      <a:cubicBezTo>
                        <a:pt x="1781" y="37"/>
                        <a:pt x="1590" y="1"/>
                        <a:pt x="14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1" name="Google Shape;631;p35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p35"/>
                <p:cNvSpPr/>
                <p:nvPr/>
              </p:nvSpPr>
              <p:spPr>
                <a:xfrm>
                  <a:off x="7244903" y="2187212"/>
                  <a:ext cx="437098" cy="442657"/>
                </a:xfrm>
                <a:custGeom>
                  <a:rect b="b" l="l" r="r" t="t"/>
                  <a:pathLst>
                    <a:path extrusionOk="0" h="1676" w="1655">
                      <a:moveTo>
                        <a:pt x="123" y="740"/>
                      </a:moveTo>
                      <a:cubicBezTo>
                        <a:pt x="139" y="740"/>
                        <a:pt x="145" y="747"/>
                        <a:pt x="152" y="754"/>
                      </a:cubicBezTo>
                      <a:cubicBezTo>
                        <a:pt x="166" y="770"/>
                        <a:pt x="173" y="791"/>
                        <a:pt x="173" y="820"/>
                      </a:cubicBezTo>
                      <a:cubicBezTo>
                        <a:pt x="173" y="856"/>
                        <a:pt x="152" y="891"/>
                        <a:pt x="123" y="891"/>
                      </a:cubicBezTo>
                      <a:cubicBezTo>
                        <a:pt x="95" y="891"/>
                        <a:pt x="73" y="856"/>
                        <a:pt x="73" y="820"/>
                      </a:cubicBezTo>
                      <a:cubicBezTo>
                        <a:pt x="73" y="784"/>
                        <a:pt x="87" y="754"/>
                        <a:pt x="102" y="747"/>
                      </a:cubicBezTo>
                      <a:cubicBezTo>
                        <a:pt x="109" y="747"/>
                        <a:pt x="116" y="740"/>
                        <a:pt x="123" y="740"/>
                      </a:cubicBezTo>
                      <a:close/>
                      <a:moveTo>
                        <a:pt x="656" y="734"/>
                      </a:moveTo>
                      <a:cubicBezTo>
                        <a:pt x="691" y="734"/>
                        <a:pt x="720" y="770"/>
                        <a:pt x="720" y="820"/>
                      </a:cubicBezTo>
                      <a:cubicBezTo>
                        <a:pt x="720" y="863"/>
                        <a:pt x="691" y="899"/>
                        <a:pt x="656" y="899"/>
                      </a:cubicBezTo>
                      <a:cubicBezTo>
                        <a:pt x="620" y="899"/>
                        <a:pt x="591" y="863"/>
                        <a:pt x="591" y="820"/>
                      </a:cubicBezTo>
                      <a:cubicBezTo>
                        <a:pt x="591" y="770"/>
                        <a:pt x="620" y="734"/>
                        <a:pt x="656" y="734"/>
                      </a:cubicBezTo>
                      <a:close/>
                      <a:moveTo>
                        <a:pt x="216" y="0"/>
                      </a:moveTo>
                      <a:cubicBezTo>
                        <a:pt x="66" y="180"/>
                        <a:pt x="30" y="402"/>
                        <a:pt x="30" y="632"/>
                      </a:cubicBezTo>
                      <a:lnTo>
                        <a:pt x="30" y="734"/>
                      </a:lnTo>
                      <a:cubicBezTo>
                        <a:pt x="30" y="934"/>
                        <a:pt x="30" y="963"/>
                        <a:pt x="16" y="1092"/>
                      </a:cubicBezTo>
                      <a:cubicBezTo>
                        <a:pt x="1" y="1208"/>
                        <a:pt x="73" y="1437"/>
                        <a:pt x="182" y="1567"/>
                      </a:cubicBezTo>
                      <a:lnTo>
                        <a:pt x="268" y="1567"/>
                      </a:lnTo>
                      <a:cubicBezTo>
                        <a:pt x="318" y="1567"/>
                        <a:pt x="368" y="1581"/>
                        <a:pt x="404" y="1617"/>
                      </a:cubicBezTo>
                      <a:cubicBezTo>
                        <a:pt x="418" y="1639"/>
                        <a:pt x="447" y="1653"/>
                        <a:pt x="468" y="1675"/>
                      </a:cubicBezTo>
                      <a:lnTo>
                        <a:pt x="534" y="1675"/>
                      </a:lnTo>
                      <a:cubicBezTo>
                        <a:pt x="540" y="1667"/>
                        <a:pt x="540" y="1667"/>
                        <a:pt x="547" y="1667"/>
                      </a:cubicBezTo>
                      <a:cubicBezTo>
                        <a:pt x="785" y="1639"/>
                        <a:pt x="1087" y="1517"/>
                        <a:pt x="1237" y="1272"/>
                      </a:cubicBezTo>
                      <a:lnTo>
                        <a:pt x="1267" y="1272"/>
                      </a:lnTo>
                      <a:cubicBezTo>
                        <a:pt x="1337" y="1272"/>
                        <a:pt x="1476" y="1229"/>
                        <a:pt x="1562" y="1122"/>
                      </a:cubicBezTo>
                      <a:cubicBezTo>
                        <a:pt x="1612" y="1056"/>
                        <a:pt x="1648" y="963"/>
                        <a:pt x="1648" y="884"/>
                      </a:cubicBezTo>
                      <a:cubicBezTo>
                        <a:pt x="1655" y="863"/>
                        <a:pt x="1648" y="841"/>
                        <a:pt x="1648" y="827"/>
                      </a:cubicBezTo>
                      <a:cubicBezTo>
                        <a:pt x="1632" y="791"/>
                        <a:pt x="1605" y="761"/>
                        <a:pt x="1562" y="754"/>
                      </a:cubicBezTo>
                      <a:cubicBezTo>
                        <a:pt x="1558" y="754"/>
                        <a:pt x="1553" y="754"/>
                        <a:pt x="1549" y="754"/>
                      </a:cubicBezTo>
                      <a:cubicBezTo>
                        <a:pt x="1454" y="754"/>
                        <a:pt x="1379" y="829"/>
                        <a:pt x="1346" y="870"/>
                      </a:cubicBezTo>
                      <a:cubicBezTo>
                        <a:pt x="1194" y="841"/>
                        <a:pt x="965" y="770"/>
                        <a:pt x="706" y="604"/>
                      </a:cubicBezTo>
                      <a:lnTo>
                        <a:pt x="691" y="589"/>
                      </a:lnTo>
                      <a:cubicBezTo>
                        <a:pt x="677" y="582"/>
                        <a:pt x="670" y="575"/>
                        <a:pt x="663" y="568"/>
                      </a:cubicBezTo>
                      <a:cubicBezTo>
                        <a:pt x="554" y="496"/>
                        <a:pt x="475" y="416"/>
                        <a:pt x="404" y="330"/>
                      </a:cubicBezTo>
                      <a:cubicBezTo>
                        <a:pt x="318" y="223"/>
                        <a:pt x="252" y="107"/>
                        <a:pt x="216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p35"/>
                <p:cNvSpPr/>
                <p:nvPr/>
              </p:nvSpPr>
              <p:spPr>
                <a:xfrm>
                  <a:off x="7400727" y="2380809"/>
                  <a:ext cx="34334" cy="44107"/>
                </a:xfrm>
                <a:custGeom>
                  <a:rect b="b" l="l" r="r" t="t"/>
                  <a:pathLst>
                    <a:path extrusionOk="0" h="167" w="130">
                      <a:moveTo>
                        <a:pt x="66" y="1"/>
                      </a:moveTo>
                      <a:cubicBezTo>
                        <a:pt x="30" y="1"/>
                        <a:pt x="1" y="37"/>
                        <a:pt x="1" y="87"/>
                      </a:cubicBezTo>
                      <a:cubicBezTo>
                        <a:pt x="1" y="130"/>
                        <a:pt x="30" y="166"/>
                        <a:pt x="66" y="166"/>
                      </a:cubicBezTo>
                      <a:cubicBezTo>
                        <a:pt x="101" y="166"/>
                        <a:pt x="130" y="130"/>
                        <a:pt x="130" y="87"/>
                      </a:cubicBezTo>
                      <a:cubicBezTo>
                        <a:pt x="130" y="37"/>
                        <a:pt x="101" y="1"/>
                        <a:pt x="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p35"/>
                <p:cNvSpPr/>
                <p:nvPr/>
              </p:nvSpPr>
              <p:spPr>
                <a:xfrm>
                  <a:off x="7263919" y="2384507"/>
                  <a:ext cx="26939" cy="38033"/>
                </a:xfrm>
                <a:custGeom>
                  <a:rect b="b" l="l" r="r" t="t"/>
                  <a:pathLst>
                    <a:path extrusionOk="0" h="144" w="102">
                      <a:moveTo>
                        <a:pt x="30" y="0"/>
                      </a:moveTo>
                      <a:cubicBezTo>
                        <a:pt x="15" y="7"/>
                        <a:pt x="1" y="37"/>
                        <a:pt x="1" y="73"/>
                      </a:cubicBezTo>
                      <a:cubicBezTo>
                        <a:pt x="1" y="109"/>
                        <a:pt x="23" y="144"/>
                        <a:pt x="51" y="144"/>
                      </a:cubicBezTo>
                      <a:cubicBezTo>
                        <a:pt x="80" y="144"/>
                        <a:pt x="101" y="109"/>
                        <a:pt x="101" y="73"/>
                      </a:cubicBezTo>
                      <a:cubicBezTo>
                        <a:pt x="101" y="44"/>
                        <a:pt x="94" y="23"/>
                        <a:pt x="80" y="7"/>
                      </a:cubicBezTo>
                      <a:cubicBezTo>
                        <a:pt x="67" y="7"/>
                        <a:pt x="51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35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35"/>
                <p:cNvSpPr/>
                <p:nvPr/>
              </p:nvSpPr>
              <p:spPr>
                <a:xfrm>
                  <a:off x="7305912" y="2466119"/>
                  <a:ext cx="11621" cy="26940"/>
                </a:xfrm>
                <a:custGeom>
                  <a:rect b="b" l="l" r="r" t="t"/>
                  <a:pathLst>
                    <a:path extrusionOk="0" fill="none" h="102" w="44">
                      <a:moveTo>
                        <a:pt x="44" y="102"/>
                      </a:moveTo>
                      <a:cubicBezTo>
                        <a:pt x="44" y="102"/>
                        <a:pt x="1" y="73"/>
                        <a:pt x="21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35"/>
                <p:cNvSpPr/>
                <p:nvPr/>
              </p:nvSpPr>
              <p:spPr>
                <a:xfrm>
                  <a:off x="7313307" y="2536110"/>
                  <a:ext cx="72630" cy="21393"/>
                </a:xfrm>
                <a:custGeom>
                  <a:rect b="b" l="l" r="r" t="t"/>
                  <a:pathLst>
                    <a:path extrusionOk="0" fill="none" h="81" w="275">
                      <a:moveTo>
                        <a:pt x="0" y="37"/>
                      </a:moveTo>
                      <a:cubicBezTo>
                        <a:pt x="0" y="37"/>
                        <a:pt x="138" y="80"/>
                        <a:pt x="275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35"/>
                <p:cNvSpPr/>
                <p:nvPr/>
              </p:nvSpPr>
              <p:spPr>
                <a:xfrm>
                  <a:off x="7427138" y="2342512"/>
                  <a:ext cx="22977" cy="4490"/>
                </a:xfrm>
                <a:custGeom>
                  <a:rect b="b" l="l" r="r" t="t"/>
                  <a:pathLst>
                    <a:path extrusionOk="0" fill="none" h="17" w="87">
                      <a:moveTo>
                        <a:pt x="87" y="16"/>
                      </a:moveTo>
                      <a:cubicBezTo>
                        <a:pt x="59" y="9"/>
                        <a:pt x="30" y="9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35"/>
                <p:cNvSpPr/>
                <p:nvPr/>
              </p:nvSpPr>
              <p:spPr>
                <a:xfrm>
                  <a:off x="7389370" y="2340664"/>
                  <a:ext cx="38031" cy="6339"/>
                </a:xfrm>
                <a:custGeom>
                  <a:rect b="b" l="l" r="r" t="t"/>
                  <a:pathLst>
                    <a:path extrusionOk="0" fill="none" h="24" w="144">
                      <a:moveTo>
                        <a:pt x="0" y="23"/>
                      </a:moveTo>
                      <a:cubicBezTo>
                        <a:pt x="0" y="23"/>
                        <a:pt x="44" y="1"/>
                        <a:pt x="144" y="8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35"/>
                <p:cNvSpPr/>
                <p:nvPr/>
              </p:nvSpPr>
              <p:spPr>
                <a:xfrm>
                  <a:off x="7265768" y="2336966"/>
                  <a:ext cx="25090" cy="5811"/>
                </a:xfrm>
                <a:custGeom>
                  <a:rect b="b" l="l" r="r" t="t"/>
                  <a:pathLst>
                    <a:path extrusionOk="0" fill="none" h="22" w="95">
                      <a:moveTo>
                        <a:pt x="94" y="22"/>
                      </a:moveTo>
                      <a:cubicBezTo>
                        <a:pt x="94" y="22"/>
                        <a:pt x="6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35"/>
                <p:cNvSpPr/>
                <p:nvPr/>
              </p:nvSpPr>
              <p:spPr>
                <a:xfrm>
                  <a:off x="7336020" y="2522904"/>
                  <a:ext cx="284972" cy="265436"/>
                </a:xfrm>
                <a:custGeom>
                  <a:rect b="b" l="l" r="r" t="t"/>
                  <a:pathLst>
                    <a:path extrusionOk="0" h="1005" w="1079">
                      <a:moveTo>
                        <a:pt x="892" y="1"/>
                      </a:moveTo>
                      <a:cubicBezTo>
                        <a:pt x="742" y="246"/>
                        <a:pt x="440" y="368"/>
                        <a:pt x="202" y="396"/>
                      </a:cubicBezTo>
                      <a:cubicBezTo>
                        <a:pt x="195" y="396"/>
                        <a:pt x="195" y="396"/>
                        <a:pt x="189" y="404"/>
                      </a:cubicBezTo>
                      <a:lnTo>
                        <a:pt x="123" y="404"/>
                      </a:lnTo>
                      <a:cubicBezTo>
                        <a:pt x="145" y="425"/>
                        <a:pt x="166" y="439"/>
                        <a:pt x="182" y="448"/>
                      </a:cubicBezTo>
                      <a:cubicBezTo>
                        <a:pt x="182" y="455"/>
                        <a:pt x="189" y="455"/>
                        <a:pt x="189" y="455"/>
                      </a:cubicBezTo>
                      <a:cubicBezTo>
                        <a:pt x="195" y="461"/>
                        <a:pt x="209" y="468"/>
                        <a:pt x="209" y="475"/>
                      </a:cubicBezTo>
                      <a:cubicBezTo>
                        <a:pt x="232" y="491"/>
                        <a:pt x="275" y="511"/>
                        <a:pt x="268" y="525"/>
                      </a:cubicBezTo>
                      <a:cubicBezTo>
                        <a:pt x="259" y="541"/>
                        <a:pt x="232" y="568"/>
                        <a:pt x="189" y="568"/>
                      </a:cubicBezTo>
                      <a:cubicBezTo>
                        <a:pt x="166" y="568"/>
                        <a:pt x="145" y="568"/>
                        <a:pt x="123" y="555"/>
                      </a:cubicBezTo>
                      <a:cubicBezTo>
                        <a:pt x="95" y="598"/>
                        <a:pt x="73" y="627"/>
                        <a:pt x="52" y="648"/>
                      </a:cubicBezTo>
                      <a:cubicBezTo>
                        <a:pt x="44" y="655"/>
                        <a:pt x="37" y="663"/>
                        <a:pt x="30" y="670"/>
                      </a:cubicBezTo>
                      <a:cubicBezTo>
                        <a:pt x="1" y="713"/>
                        <a:pt x="16" y="893"/>
                        <a:pt x="189" y="965"/>
                      </a:cubicBezTo>
                      <a:cubicBezTo>
                        <a:pt x="209" y="972"/>
                        <a:pt x="239" y="986"/>
                        <a:pt x="268" y="986"/>
                      </a:cubicBezTo>
                      <a:cubicBezTo>
                        <a:pt x="334" y="999"/>
                        <a:pt x="397" y="1004"/>
                        <a:pt x="454" y="1004"/>
                      </a:cubicBezTo>
                      <a:cubicBezTo>
                        <a:pt x="884" y="1004"/>
                        <a:pt x="1079" y="691"/>
                        <a:pt x="1079" y="691"/>
                      </a:cubicBezTo>
                      <a:cubicBezTo>
                        <a:pt x="1079" y="691"/>
                        <a:pt x="922" y="541"/>
                        <a:pt x="915" y="361"/>
                      </a:cubicBezTo>
                      <a:cubicBezTo>
                        <a:pt x="906" y="253"/>
                        <a:pt x="915" y="110"/>
                        <a:pt x="922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35"/>
                <p:cNvSpPr/>
                <p:nvPr/>
              </p:nvSpPr>
              <p:spPr>
                <a:xfrm>
                  <a:off x="6901298" y="2600818"/>
                  <a:ext cx="507351" cy="571809"/>
                </a:xfrm>
                <a:custGeom>
                  <a:rect b="b" l="l" r="r" t="t"/>
                  <a:pathLst>
                    <a:path extrusionOk="0" h="2165" w="1921">
                      <a:moveTo>
                        <a:pt x="1317" y="1"/>
                      </a:moveTo>
                      <a:cubicBezTo>
                        <a:pt x="1274" y="1"/>
                        <a:pt x="886" y="303"/>
                        <a:pt x="850" y="353"/>
                      </a:cubicBezTo>
                      <a:cubicBezTo>
                        <a:pt x="806" y="396"/>
                        <a:pt x="44" y="1590"/>
                        <a:pt x="23" y="1719"/>
                      </a:cubicBezTo>
                      <a:cubicBezTo>
                        <a:pt x="1" y="1855"/>
                        <a:pt x="23" y="2150"/>
                        <a:pt x="196" y="2164"/>
                      </a:cubicBezTo>
                      <a:lnTo>
                        <a:pt x="216" y="2164"/>
                      </a:lnTo>
                      <a:cubicBezTo>
                        <a:pt x="220" y="2164"/>
                        <a:pt x="224" y="2164"/>
                        <a:pt x="229" y="2164"/>
                      </a:cubicBezTo>
                      <a:cubicBezTo>
                        <a:pt x="401" y="2164"/>
                        <a:pt x="649" y="2023"/>
                        <a:pt x="706" y="1842"/>
                      </a:cubicBezTo>
                      <a:cubicBezTo>
                        <a:pt x="713" y="1812"/>
                        <a:pt x="727" y="1769"/>
                        <a:pt x="741" y="1719"/>
                      </a:cubicBezTo>
                      <a:lnTo>
                        <a:pt x="741" y="1712"/>
                      </a:lnTo>
                      <a:cubicBezTo>
                        <a:pt x="756" y="1662"/>
                        <a:pt x="777" y="1590"/>
                        <a:pt x="800" y="1517"/>
                      </a:cubicBezTo>
                      <a:cubicBezTo>
                        <a:pt x="856" y="1324"/>
                        <a:pt x="922" y="1086"/>
                        <a:pt x="972" y="920"/>
                      </a:cubicBezTo>
                      <a:cubicBezTo>
                        <a:pt x="1008" y="800"/>
                        <a:pt x="1036" y="713"/>
                        <a:pt x="1036" y="713"/>
                      </a:cubicBezTo>
                      <a:cubicBezTo>
                        <a:pt x="1036" y="713"/>
                        <a:pt x="1079" y="720"/>
                        <a:pt x="1115" y="734"/>
                      </a:cubicBezTo>
                      <a:cubicBezTo>
                        <a:pt x="1151" y="741"/>
                        <a:pt x="1188" y="748"/>
                        <a:pt x="1195" y="756"/>
                      </a:cubicBezTo>
                      <a:cubicBezTo>
                        <a:pt x="1207" y="760"/>
                        <a:pt x="1243" y="764"/>
                        <a:pt x="1277" y="764"/>
                      </a:cubicBezTo>
                      <a:cubicBezTo>
                        <a:pt x="1302" y="764"/>
                        <a:pt x="1326" y="762"/>
                        <a:pt x="1338" y="756"/>
                      </a:cubicBezTo>
                      <a:cubicBezTo>
                        <a:pt x="1367" y="741"/>
                        <a:pt x="1533" y="555"/>
                        <a:pt x="1533" y="525"/>
                      </a:cubicBezTo>
                      <a:lnTo>
                        <a:pt x="1533" y="461"/>
                      </a:lnTo>
                      <a:lnTo>
                        <a:pt x="1533" y="180"/>
                      </a:lnTo>
                      <a:cubicBezTo>
                        <a:pt x="1533" y="180"/>
                        <a:pt x="1603" y="180"/>
                        <a:pt x="1626" y="196"/>
                      </a:cubicBezTo>
                      <a:cubicBezTo>
                        <a:pt x="1655" y="203"/>
                        <a:pt x="1690" y="230"/>
                        <a:pt x="1769" y="260"/>
                      </a:cubicBezTo>
                      <a:cubicBezTo>
                        <a:pt x="1791" y="273"/>
                        <a:pt x="1812" y="273"/>
                        <a:pt x="1835" y="273"/>
                      </a:cubicBezTo>
                      <a:cubicBezTo>
                        <a:pt x="1878" y="273"/>
                        <a:pt x="1905" y="246"/>
                        <a:pt x="1914" y="230"/>
                      </a:cubicBezTo>
                      <a:cubicBezTo>
                        <a:pt x="1921" y="216"/>
                        <a:pt x="1878" y="196"/>
                        <a:pt x="1855" y="180"/>
                      </a:cubicBezTo>
                      <a:cubicBezTo>
                        <a:pt x="1855" y="173"/>
                        <a:pt x="1841" y="166"/>
                        <a:pt x="1835" y="160"/>
                      </a:cubicBezTo>
                      <a:cubicBezTo>
                        <a:pt x="1835" y="160"/>
                        <a:pt x="1828" y="160"/>
                        <a:pt x="1828" y="153"/>
                      </a:cubicBezTo>
                      <a:cubicBezTo>
                        <a:pt x="1812" y="144"/>
                        <a:pt x="1791" y="130"/>
                        <a:pt x="1769" y="109"/>
                      </a:cubicBezTo>
                      <a:cubicBezTo>
                        <a:pt x="1748" y="87"/>
                        <a:pt x="1719" y="73"/>
                        <a:pt x="1705" y="51"/>
                      </a:cubicBezTo>
                      <a:cubicBezTo>
                        <a:pt x="1669" y="15"/>
                        <a:pt x="1619" y="1"/>
                        <a:pt x="1569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35"/>
                <p:cNvSpPr/>
                <p:nvPr/>
              </p:nvSpPr>
              <p:spPr>
                <a:xfrm>
                  <a:off x="6876755" y="3138036"/>
                  <a:ext cx="892419" cy="341746"/>
                </a:xfrm>
                <a:custGeom>
                  <a:rect b="b" l="l" r="r" t="t"/>
                  <a:pathLst>
                    <a:path extrusionOk="0" h="1321" w="3379">
                      <a:moveTo>
                        <a:pt x="2631" y="0"/>
                      </a:moveTo>
                      <a:lnTo>
                        <a:pt x="2618" y="143"/>
                      </a:lnTo>
                      <a:lnTo>
                        <a:pt x="2538" y="654"/>
                      </a:lnTo>
                      <a:lnTo>
                        <a:pt x="1058" y="926"/>
                      </a:lnTo>
                      <a:cubicBezTo>
                        <a:pt x="1058" y="926"/>
                        <a:pt x="777" y="581"/>
                        <a:pt x="756" y="561"/>
                      </a:cubicBezTo>
                      <a:cubicBezTo>
                        <a:pt x="748" y="552"/>
                        <a:pt x="734" y="552"/>
                        <a:pt x="704" y="545"/>
                      </a:cubicBezTo>
                      <a:cubicBezTo>
                        <a:pt x="627" y="525"/>
                        <a:pt x="489" y="502"/>
                        <a:pt x="461" y="502"/>
                      </a:cubicBezTo>
                      <a:cubicBezTo>
                        <a:pt x="432" y="502"/>
                        <a:pt x="180" y="625"/>
                        <a:pt x="137" y="654"/>
                      </a:cubicBezTo>
                      <a:cubicBezTo>
                        <a:pt x="101" y="682"/>
                        <a:pt x="30" y="906"/>
                        <a:pt x="23" y="926"/>
                      </a:cubicBezTo>
                      <a:cubicBezTo>
                        <a:pt x="8" y="949"/>
                        <a:pt x="1" y="999"/>
                        <a:pt x="51" y="999"/>
                      </a:cubicBezTo>
                      <a:lnTo>
                        <a:pt x="346" y="999"/>
                      </a:lnTo>
                      <a:cubicBezTo>
                        <a:pt x="346" y="999"/>
                        <a:pt x="353" y="999"/>
                        <a:pt x="353" y="1006"/>
                      </a:cubicBezTo>
                      <a:cubicBezTo>
                        <a:pt x="375" y="1006"/>
                        <a:pt x="446" y="1056"/>
                        <a:pt x="518" y="1113"/>
                      </a:cubicBezTo>
                      <a:cubicBezTo>
                        <a:pt x="541" y="1128"/>
                        <a:pt x="561" y="1142"/>
                        <a:pt x="575" y="1156"/>
                      </a:cubicBezTo>
                      <a:cubicBezTo>
                        <a:pt x="634" y="1199"/>
                        <a:pt x="684" y="1235"/>
                        <a:pt x="704" y="1258"/>
                      </a:cubicBezTo>
                      <a:cubicBezTo>
                        <a:pt x="742" y="1284"/>
                        <a:pt x="785" y="1321"/>
                        <a:pt x="903" y="1321"/>
                      </a:cubicBezTo>
                      <a:cubicBezTo>
                        <a:pt x="949" y="1321"/>
                        <a:pt x="1006" y="1315"/>
                        <a:pt x="1079" y="1301"/>
                      </a:cubicBezTo>
                      <a:cubicBezTo>
                        <a:pt x="1086" y="1301"/>
                        <a:pt x="1086" y="1301"/>
                        <a:pt x="1093" y="1294"/>
                      </a:cubicBezTo>
                      <a:cubicBezTo>
                        <a:pt x="1188" y="1301"/>
                        <a:pt x="1431" y="1301"/>
                        <a:pt x="1712" y="1301"/>
                      </a:cubicBezTo>
                      <a:lnTo>
                        <a:pt x="2107" y="1301"/>
                      </a:lnTo>
                      <a:cubicBezTo>
                        <a:pt x="2207" y="1265"/>
                        <a:pt x="2300" y="1235"/>
                        <a:pt x="2395" y="1199"/>
                      </a:cubicBezTo>
                      <a:cubicBezTo>
                        <a:pt x="2661" y="1106"/>
                        <a:pt x="2920" y="1006"/>
                        <a:pt x="3142" y="897"/>
                      </a:cubicBezTo>
                      <a:cubicBezTo>
                        <a:pt x="3199" y="675"/>
                        <a:pt x="3285" y="345"/>
                        <a:pt x="3335" y="157"/>
                      </a:cubicBezTo>
                      <a:cubicBezTo>
                        <a:pt x="3365" y="64"/>
                        <a:pt x="3378" y="0"/>
                        <a:pt x="3378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35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rect b="b" l="l" r="r" t="t"/>
                  <a:pathLst>
                    <a:path extrusionOk="0" h="591" w="174">
                      <a:moveTo>
                        <a:pt x="1" y="1"/>
                      </a:moveTo>
                      <a:lnTo>
                        <a:pt x="108" y="591"/>
                      </a:lnTo>
                      <a:lnTo>
                        <a:pt x="173" y="591"/>
                      </a:lnTo>
                      <a:lnTo>
                        <a:pt x="65" y="23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35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rect b="b" l="l" r="r" t="t"/>
                  <a:pathLst>
                    <a:path extrusionOk="0" fill="none" h="591" w="174">
                      <a:moveTo>
                        <a:pt x="1" y="1"/>
                      </a:moveTo>
                      <a:lnTo>
                        <a:pt x="65" y="232"/>
                      </a:lnTo>
                      <a:lnTo>
                        <a:pt x="173" y="591"/>
                      </a:lnTo>
                      <a:lnTo>
                        <a:pt x="108" y="59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35"/>
                <p:cNvSpPr/>
                <p:nvPr/>
              </p:nvSpPr>
              <p:spPr>
                <a:xfrm>
                  <a:off x="8239222" y="3398185"/>
                  <a:ext cx="338322" cy="795778"/>
                </a:xfrm>
                <a:custGeom>
                  <a:rect b="b" l="l" r="r" t="t"/>
                  <a:pathLst>
                    <a:path extrusionOk="0" h="3013" w="1281">
                      <a:moveTo>
                        <a:pt x="913" y="1"/>
                      </a:moveTo>
                      <a:lnTo>
                        <a:pt x="620" y="979"/>
                      </a:lnTo>
                      <a:lnTo>
                        <a:pt x="339" y="1891"/>
                      </a:lnTo>
                      <a:lnTo>
                        <a:pt x="73" y="2768"/>
                      </a:lnTo>
                      <a:lnTo>
                        <a:pt x="1" y="3013"/>
                      </a:lnTo>
                      <a:lnTo>
                        <a:pt x="145" y="3013"/>
                      </a:lnTo>
                      <a:cubicBezTo>
                        <a:pt x="166" y="2970"/>
                        <a:pt x="180" y="2927"/>
                        <a:pt x="173" y="2883"/>
                      </a:cubicBezTo>
                      <a:cubicBezTo>
                        <a:pt x="159" y="2768"/>
                        <a:pt x="239" y="2688"/>
                        <a:pt x="318" y="2654"/>
                      </a:cubicBezTo>
                      <a:cubicBezTo>
                        <a:pt x="382" y="2625"/>
                        <a:pt x="418" y="2588"/>
                        <a:pt x="432" y="2531"/>
                      </a:cubicBezTo>
                      <a:lnTo>
                        <a:pt x="432" y="2466"/>
                      </a:lnTo>
                      <a:cubicBezTo>
                        <a:pt x="432" y="2366"/>
                        <a:pt x="525" y="2280"/>
                        <a:pt x="584" y="2250"/>
                      </a:cubicBezTo>
                      <a:cubicBezTo>
                        <a:pt x="611" y="2236"/>
                        <a:pt x="654" y="2223"/>
                        <a:pt x="706" y="2186"/>
                      </a:cubicBezTo>
                      <a:cubicBezTo>
                        <a:pt x="734" y="2157"/>
                        <a:pt x="770" y="2121"/>
                        <a:pt x="820" y="2093"/>
                      </a:cubicBezTo>
                      <a:cubicBezTo>
                        <a:pt x="842" y="2071"/>
                        <a:pt x="863" y="2042"/>
                        <a:pt x="886" y="2007"/>
                      </a:cubicBezTo>
                      <a:cubicBezTo>
                        <a:pt x="913" y="1971"/>
                        <a:pt x="942" y="1941"/>
                        <a:pt x="979" y="1921"/>
                      </a:cubicBezTo>
                      <a:cubicBezTo>
                        <a:pt x="1029" y="1812"/>
                        <a:pt x="1042" y="1697"/>
                        <a:pt x="1036" y="1619"/>
                      </a:cubicBezTo>
                      <a:cubicBezTo>
                        <a:pt x="1022" y="1490"/>
                        <a:pt x="942" y="1265"/>
                        <a:pt x="1115" y="877"/>
                      </a:cubicBezTo>
                      <a:cubicBezTo>
                        <a:pt x="1281" y="475"/>
                        <a:pt x="913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35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rect b="b" l="l" r="r" t="t"/>
                  <a:pathLst>
                    <a:path extrusionOk="0" h="174" w="16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35"/>
                <p:cNvSpPr/>
                <p:nvPr/>
              </p:nvSpPr>
              <p:spPr>
                <a:xfrm>
                  <a:off x="8198559" y="3398185"/>
                  <a:ext cx="279162" cy="731070"/>
                </a:xfrm>
                <a:custGeom>
                  <a:rect b="b" l="l" r="r" t="t"/>
                  <a:pathLst>
                    <a:path extrusionOk="0" h="2768" w="1057">
                      <a:moveTo>
                        <a:pt x="1056" y="1"/>
                      </a:move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216" y="2768"/>
                      </a:ln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35"/>
                <p:cNvSpPr/>
                <p:nvPr/>
              </p:nvSpPr>
              <p:spPr>
                <a:xfrm>
                  <a:off x="8201454" y="3398185"/>
                  <a:ext cx="279162" cy="731070"/>
                </a:xfrm>
                <a:custGeom>
                  <a:rect b="b" l="l" r="r" t="t"/>
                  <a:pathLst>
                    <a:path extrusionOk="0" fill="none" h="2768" w="1057">
                      <a:moveTo>
                        <a:pt x="216" y="2768"/>
                      </a:move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166" y="2668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35"/>
                <p:cNvSpPr/>
                <p:nvPr/>
              </p:nvSpPr>
              <p:spPr>
                <a:xfrm>
                  <a:off x="8331181" y="4066663"/>
                  <a:ext cx="85307" cy="32486"/>
                </a:xfrm>
                <a:custGeom>
                  <a:rect b="b" l="l" r="r" t="t"/>
                  <a:pathLst>
                    <a:path extrusionOk="0" fill="none" h="123" w="323">
                      <a:moveTo>
                        <a:pt x="323" y="0"/>
                      </a:moveTo>
                      <a:lnTo>
                        <a:pt x="0" y="12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35"/>
                <p:cNvSpPr/>
                <p:nvPr/>
              </p:nvSpPr>
              <p:spPr>
                <a:xfrm>
                  <a:off x="8414061" y="3584123"/>
                  <a:ext cx="91381" cy="36712"/>
                </a:xfrm>
                <a:custGeom>
                  <a:rect b="b" l="l" r="r" t="t"/>
                  <a:pathLst>
                    <a:path extrusionOk="0" fill="none" h="139" w="346">
                      <a:moveTo>
                        <a:pt x="1" y="139"/>
                      </a:moveTo>
                      <a:lnTo>
                        <a:pt x="346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p35"/>
                <p:cNvSpPr/>
                <p:nvPr/>
              </p:nvSpPr>
              <p:spPr>
                <a:xfrm>
                  <a:off x="8336149" y="3816017"/>
                  <a:ext cx="148428" cy="59162"/>
                </a:xfrm>
                <a:custGeom>
                  <a:rect b="b" l="l" r="r" t="t"/>
                  <a:pathLst>
                    <a:path extrusionOk="0" fill="none" h="224" w="562">
                      <a:moveTo>
                        <a:pt x="1" y="223"/>
                      </a:moveTo>
                      <a:lnTo>
                        <a:pt x="562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35"/>
                <p:cNvSpPr/>
                <p:nvPr/>
              </p:nvSpPr>
              <p:spPr>
                <a:xfrm>
                  <a:off x="8260086" y="3762665"/>
                  <a:ext cx="68668" cy="135227"/>
                </a:xfrm>
                <a:custGeom>
                  <a:rect b="b" l="l" r="r" t="t"/>
                  <a:pathLst>
                    <a:path extrusionOk="0" fill="none" h="512" w="260">
                      <a:moveTo>
                        <a:pt x="260" y="511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35"/>
                <p:cNvSpPr/>
                <p:nvPr/>
              </p:nvSpPr>
              <p:spPr>
                <a:xfrm>
                  <a:off x="8359127" y="3575143"/>
                  <a:ext cx="43842" cy="81612"/>
                </a:xfrm>
                <a:custGeom>
                  <a:rect b="b" l="l" r="r" t="t"/>
                  <a:pathLst>
                    <a:path extrusionOk="0" fill="none" h="309" w="166">
                      <a:moveTo>
                        <a:pt x="166" y="30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35"/>
                <p:cNvSpPr/>
                <p:nvPr/>
              </p:nvSpPr>
              <p:spPr>
                <a:xfrm>
                  <a:off x="7960323" y="3422748"/>
                  <a:ext cx="323003" cy="771216"/>
                </a:xfrm>
                <a:custGeom>
                  <a:rect b="b" l="l" r="r" t="t"/>
                  <a:pathLst>
                    <a:path extrusionOk="0" h="2920" w="1223">
                      <a:moveTo>
                        <a:pt x="1" y="1"/>
                      </a:moveTo>
                      <a:lnTo>
                        <a:pt x="266" y="907"/>
                      </a:lnTo>
                      <a:lnTo>
                        <a:pt x="511" y="1748"/>
                      </a:lnTo>
                      <a:lnTo>
                        <a:pt x="684" y="2330"/>
                      </a:lnTo>
                      <a:lnTo>
                        <a:pt x="748" y="2561"/>
                      </a:lnTo>
                      <a:lnTo>
                        <a:pt x="856" y="2920"/>
                      </a:lnTo>
                      <a:lnTo>
                        <a:pt x="1036" y="2920"/>
                      </a:lnTo>
                      <a:cubicBezTo>
                        <a:pt x="1072" y="2811"/>
                        <a:pt x="1050" y="2682"/>
                        <a:pt x="1079" y="2575"/>
                      </a:cubicBezTo>
                      <a:cubicBezTo>
                        <a:pt x="1086" y="2545"/>
                        <a:pt x="1100" y="2518"/>
                        <a:pt x="1115" y="2495"/>
                      </a:cubicBezTo>
                      <a:cubicBezTo>
                        <a:pt x="1222" y="2316"/>
                        <a:pt x="1158" y="2137"/>
                        <a:pt x="1043" y="2021"/>
                      </a:cubicBezTo>
                      <a:cubicBezTo>
                        <a:pt x="934" y="1905"/>
                        <a:pt x="913" y="1805"/>
                        <a:pt x="993" y="1647"/>
                      </a:cubicBezTo>
                      <a:cubicBezTo>
                        <a:pt x="1057" y="1503"/>
                        <a:pt x="1006" y="1331"/>
                        <a:pt x="943" y="1231"/>
                      </a:cubicBezTo>
                      <a:cubicBezTo>
                        <a:pt x="927" y="1208"/>
                        <a:pt x="920" y="1195"/>
                        <a:pt x="913" y="1188"/>
                      </a:cubicBezTo>
                      <a:cubicBezTo>
                        <a:pt x="834" y="1095"/>
                        <a:pt x="661" y="965"/>
                        <a:pt x="589" y="577"/>
                      </a:cubicBezTo>
                      <a:cubicBezTo>
                        <a:pt x="525" y="180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35"/>
                <p:cNvSpPr/>
                <p:nvPr/>
              </p:nvSpPr>
              <p:spPr>
                <a:xfrm>
                  <a:off x="7869206" y="3422748"/>
                  <a:ext cx="317457" cy="771216"/>
                </a:xfrm>
                <a:custGeom>
                  <a:rect b="b" l="l" r="r" t="t"/>
                  <a:pathLst>
                    <a:path extrusionOk="0" h="2920" w="1202">
                      <a:moveTo>
                        <a:pt x="346" y="1"/>
                      </a:moveTo>
                      <a:cubicBezTo>
                        <a:pt x="346" y="1"/>
                        <a:pt x="1" y="439"/>
                        <a:pt x="158" y="800"/>
                      </a:cubicBezTo>
                      <a:cubicBezTo>
                        <a:pt x="310" y="1165"/>
                        <a:pt x="230" y="1374"/>
                        <a:pt x="216" y="1490"/>
                      </a:cubicBezTo>
                      <a:cubicBezTo>
                        <a:pt x="209" y="1604"/>
                        <a:pt x="244" y="1819"/>
                        <a:pt x="396" y="1921"/>
                      </a:cubicBezTo>
                      <a:cubicBezTo>
                        <a:pt x="518" y="1992"/>
                        <a:pt x="561" y="2064"/>
                        <a:pt x="561" y="2164"/>
                      </a:cubicBezTo>
                      <a:cubicBezTo>
                        <a:pt x="605" y="2194"/>
                        <a:pt x="655" y="2237"/>
                        <a:pt x="675" y="2294"/>
                      </a:cubicBezTo>
                      <a:cubicBezTo>
                        <a:pt x="691" y="2323"/>
                        <a:pt x="698" y="2345"/>
                        <a:pt x="698" y="2373"/>
                      </a:cubicBezTo>
                      <a:cubicBezTo>
                        <a:pt x="691" y="2482"/>
                        <a:pt x="727" y="2525"/>
                        <a:pt x="813" y="2561"/>
                      </a:cubicBezTo>
                      <a:cubicBezTo>
                        <a:pt x="900" y="2595"/>
                        <a:pt x="970" y="2675"/>
                        <a:pt x="956" y="2790"/>
                      </a:cubicBezTo>
                      <a:cubicBezTo>
                        <a:pt x="950" y="2834"/>
                        <a:pt x="963" y="2877"/>
                        <a:pt x="986" y="2920"/>
                      </a:cubicBezTo>
                      <a:lnTo>
                        <a:pt x="1201" y="2920"/>
                      </a:lnTo>
                      <a:lnTo>
                        <a:pt x="1093" y="2561"/>
                      </a:lnTo>
                      <a:lnTo>
                        <a:pt x="1029" y="2330"/>
                      </a:lnTo>
                      <a:lnTo>
                        <a:pt x="856" y="1748"/>
                      </a:lnTo>
                      <a:lnTo>
                        <a:pt x="611" y="907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35"/>
                <p:cNvSpPr/>
                <p:nvPr/>
              </p:nvSpPr>
              <p:spPr>
                <a:xfrm>
                  <a:off x="8157612" y="4000106"/>
                  <a:ext cx="51765" cy="99043"/>
                </a:xfrm>
                <a:custGeom>
                  <a:rect b="b" l="l" r="r" t="t"/>
                  <a:pathLst>
                    <a:path extrusionOk="0" fill="none" h="375" w="196">
                      <a:moveTo>
                        <a:pt x="1" y="375"/>
                      </a:moveTo>
                      <a:lnTo>
                        <a:pt x="196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35"/>
                <p:cNvSpPr/>
                <p:nvPr/>
              </p:nvSpPr>
              <p:spPr>
                <a:xfrm>
                  <a:off x="8047479" y="4028366"/>
                  <a:ext cx="102738" cy="42258"/>
                </a:xfrm>
                <a:custGeom>
                  <a:rect b="b" l="l" r="r" t="t"/>
                  <a:pathLst>
                    <a:path extrusionOk="0" fill="none" h="160" w="389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45" y="145"/>
                      </a:lnTo>
                      <a:lnTo>
                        <a:pt x="388" y="159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9" name="Google Shape;659;p35"/>
                <p:cNvSpPr/>
                <p:nvPr/>
              </p:nvSpPr>
              <p:spPr>
                <a:xfrm>
                  <a:off x="7935761" y="3593631"/>
                  <a:ext cx="83722" cy="34599"/>
                </a:xfrm>
                <a:custGeom>
                  <a:rect b="b" l="l" r="r" t="t"/>
                  <a:pathLst>
                    <a:path extrusionOk="0" fill="none" h="131" w="317">
                      <a:moveTo>
                        <a:pt x="316" y="13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0" name="Google Shape;660;p35"/>
                <p:cNvSpPr/>
                <p:nvPr/>
              </p:nvSpPr>
              <p:spPr>
                <a:xfrm>
                  <a:off x="7954513" y="3808357"/>
                  <a:ext cx="134959" cy="53615"/>
                </a:xfrm>
                <a:custGeom>
                  <a:rect b="b" l="l" r="r" t="t"/>
                  <a:pathLst>
                    <a:path extrusionOk="0" fill="none" h="203" w="511">
                      <a:moveTo>
                        <a:pt x="511" y="2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35"/>
                <p:cNvSpPr/>
                <p:nvPr/>
              </p:nvSpPr>
              <p:spPr>
                <a:xfrm>
                  <a:off x="8095282" y="3760817"/>
                  <a:ext cx="64442" cy="123870"/>
                </a:xfrm>
                <a:custGeom>
                  <a:rect b="b" l="l" r="r" t="t"/>
                  <a:pathLst>
                    <a:path extrusionOk="0" fill="none" h="469" w="244">
                      <a:moveTo>
                        <a:pt x="0" y="468"/>
                      </a:moveTo>
                      <a:lnTo>
                        <a:pt x="244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35"/>
                <p:cNvSpPr/>
                <p:nvPr/>
              </p:nvSpPr>
              <p:spPr>
                <a:xfrm>
                  <a:off x="8030576" y="3586500"/>
                  <a:ext cx="39880" cy="75801"/>
                </a:xfrm>
                <a:custGeom>
                  <a:rect b="b" l="l" r="r" t="t"/>
                  <a:pathLst>
                    <a:path extrusionOk="0" fill="none" h="287" w="151">
                      <a:moveTo>
                        <a:pt x="0" y="287"/>
                      </a:moveTo>
                      <a:lnTo>
                        <a:pt x="151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35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rect b="b" l="l" r="r" t="t"/>
                  <a:pathLst>
                    <a:path extrusionOk="0" h="174" w="16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35"/>
                <p:cNvSpPr/>
                <p:nvPr/>
              </p:nvSpPr>
              <p:spPr>
                <a:xfrm>
                  <a:off x="8326642" y="3886272"/>
                  <a:ext cx="283387" cy="307694"/>
                </a:xfrm>
                <a:custGeom>
                  <a:rect b="b" l="l" r="r" t="t"/>
                  <a:pathLst>
                    <a:path extrusionOk="0" h="1165" w="1073">
                      <a:moveTo>
                        <a:pt x="1000" y="0"/>
                      </a:moveTo>
                      <a:lnTo>
                        <a:pt x="648" y="409"/>
                      </a:lnTo>
                      <a:lnTo>
                        <a:pt x="339" y="777"/>
                      </a:lnTo>
                      <a:lnTo>
                        <a:pt x="332" y="784"/>
                      </a:lnTo>
                      <a:lnTo>
                        <a:pt x="21" y="1142"/>
                      </a:lnTo>
                      <a:lnTo>
                        <a:pt x="15" y="1151"/>
                      </a:lnTo>
                      <a:lnTo>
                        <a:pt x="1" y="1165"/>
                      </a:lnTo>
                      <a:lnTo>
                        <a:pt x="353" y="1165"/>
                      </a:lnTo>
                      <a:cubicBezTo>
                        <a:pt x="360" y="1151"/>
                        <a:pt x="360" y="1135"/>
                        <a:pt x="366" y="1122"/>
                      </a:cubicBezTo>
                      <a:cubicBezTo>
                        <a:pt x="389" y="1035"/>
                        <a:pt x="425" y="992"/>
                        <a:pt x="525" y="978"/>
                      </a:cubicBezTo>
                      <a:cubicBezTo>
                        <a:pt x="625" y="963"/>
                        <a:pt x="698" y="863"/>
                        <a:pt x="720" y="797"/>
                      </a:cubicBezTo>
                      <a:cubicBezTo>
                        <a:pt x="741" y="734"/>
                        <a:pt x="748" y="611"/>
                        <a:pt x="906" y="461"/>
                      </a:cubicBezTo>
                      <a:cubicBezTo>
                        <a:pt x="1072" y="302"/>
                        <a:pt x="1000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35"/>
                <p:cNvSpPr/>
                <p:nvPr/>
              </p:nvSpPr>
              <p:spPr>
                <a:xfrm>
                  <a:off x="8277517" y="3885744"/>
                  <a:ext cx="313231" cy="308222"/>
                </a:xfrm>
                <a:custGeom>
                  <a:rect b="b" l="l" r="r" t="t"/>
                  <a:pathLst>
                    <a:path extrusionOk="0" h="1167" w="1186">
                      <a:moveTo>
                        <a:pt x="1130" y="0"/>
                      </a:moveTo>
                      <a:cubicBezTo>
                        <a:pt x="1058" y="0"/>
                        <a:pt x="931" y="10"/>
                        <a:pt x="834" y="75"/>
                      </a:cubicBezTo>
                      <a:cubicBezTo>
                        <a:pt x="804" y="139"/>
                        <a:pt x="754" y="196"/>
                        <a:pt x="690" y="239"/>
                      </a:cubicBezTo>
                      <a:cubicBezTo>
                        <a:pt x="682" y="239"/>
                        <a:pt x="682" y="239"/>
                        <a:pt x="675" y="247"/>
                      </a:cubicBezTo>
                      <a:cubicBezTo>
                        <a:pt x="639" y="290"/>
                        <a:pt x="596" y="318"/>
                        <a:pt x="561" y="340"/>
                      </a:cubicBezTo>
                      <a:cubicBezTo>
                        <a:pt x="509" y="377"/>
                        <a:pt x="466" y="390"/>
                        <a:pt x="439" y="404"/>
                      </a:cubicBezTo>
                      <a:cubicBezTo>
                        <a:pt x="380" y="434"/>
                        <a:pt x="287" y="520"/>
                        <a:pt x="287" y="620"/>
                      </a:cubicBezTo>
                      <a:lnTo>
                        <a:pt x="287" y="685"/>
                      </a:lnTo>
                      <a:cubicBezTo>
                        <a:pt x="273" y="742"/>
                        <a:pt x="237" y="779"/>
                        <a:pt x="173" y="808"/>
                      </a:cubicBezTo>
                      <a:cubicBezTo>
                        <a:pt x="94" y="842"/>
                        <a:pt x="14" y="922"/>
                        <a:pt x="28" y="1037"/>
                      </a:cubicBezTo>
                      <a:cubicBezTo>
                        <a:pt x="35" y="1081"/>
                        <a:pt x="21" y="1124"/>
                        <a:pt x="0" y="1167"/>
                      </a:cubicBezTo>
                      <a:lnTo>
                        <a:pt x="187" y="1167"/>
                      </a:lnTo>
                      <a:cubicBezTo>
                        <a:pt x="194" y="1160"/>
                        <a:pt x="194" y="1160"/>
                        <a:pt x="201" y="1153"/>
                      </a:cubicBezTo>
                      <a:lnTo>
                        <a:pt x="207" y="1144"/>
                      </a:lnTo>
                      <a:lnTo>
                        <a:pt x="518" y="786"/>
                      </a:lnTo>
                      <a:lnTo>
                        <a:pt x="525" y="779"/>
                      </a:lnTo>
                      <a:lnTo>
                        <a:pt x="834" y="411"/>
                      </a:lnTo>
                      <a:lnTo>
                        <a:pt x="1186" y="2"/>
                      </a:lnTo>
                      <a:cubicBezTo>
                        <a:pt x="1186" y="2"/>
                        <a:pt x="116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35"/>
                <p:cNvSpPr/>
                <p:nvPr/>
              </p:nvSpPr>
              <p:spPr>
                <a:xfrm>
                  <a:off x="8326642" y="4127146"/>
                  <a:ext cx="3962" cy="63123"/>
                </a:xfrm>
                <a:custGeom>
                  <a:rect b="b" l="l" r="r" t="t"/>
                  <a:pathLst>
                    <a:path extrusionOk="0" fill="none" h="239" w="15">
                      <a:moveTo>
                        <a:pt x="15" y="239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35"/>
                <p:cNvSpPr/>
                <p:nvPr/>
              </p:nvSpPr>
              <p:spPr>
                <a:xfrm>
                  <a:off x="8341696" y="4176535"/>
                  <a:ext cx="63122" cy="2377"/>
                </a:xfrm>
                <a:custGeom>
                  <a:rect b="b" l="l" r="r" t="t"/>
                  <a:pathLst>
                    <a:path extrusionOk="0" fill="none" h="9" w="239">
                      <a:moveTo>
                        <a:pt x="1" y="0"/>
                      </a:moveTo>
                      <a:lnTo>
                        <a:pt x="239" y="9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35"/>
                <p:cNvSpPr/>
                <p:nvPr/>
              </p:nvSpPr>
              <p:spPr>
                <a:xfrm>
                  <a:off x="8510725" y="3979241"/>
                  <a:ext cx="51765" cy="2113"/>
                </a:xfrm>
                <a:custGeom>
                  <a:rect b="b" l="l" r="r" t="t"/>
                  <a:pathLst>
                    <a:path extrusionOk="0" fill="none" h="8" w="196">
                      <a:moveTo>
                        <a:pt x="1" y="0"/>
                      </a:moveTo>
                      <a:lnTo>
                        <a:pt x="196" y="7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35"/>
                <p:cNvSpPr/>
                <p:nvPr/>
              </p:nvSpPr>
              <p:spPr>
                <a:xfrm>
                  <a:off x="8421457" y="4083567"/>
                  <a:ext cx="81873" cy="4226"/>
                </a:xfrm>
                <a:custGeom>
                  <a:rect b="b" l="l" r="r" t="t"/>
                  <a:pathLst>
                    <a:path extrusionOk="0" fill="none" h="16" w="310">
                      <a:moveTo>
                        <a:pt x="1" y="0"/>
                      </a:moveTo>
                      <a:lnTo>
                        <a:pt x="309" y="16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35"/>
                <p:cNvSpPr/>
                <p:nvPr/>
              </p:nvSpPr>
              <p:spPr>
                <a:xfrm>
                  <a:off x="8408251" y="4015160"/>
                  <a:ext cx="6074" cy="78178"/>
                </a:xfrm>
                <a:custGeom>
                  <a:rect b="b" l="l" r="r" t="t"/>
                  <a:pathLst>
                    <a:path extrusionOk="0" fill="none" h="296" w="23">
                      <a:moveTo>
                        <a:pt x="23" y="296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35"/>
                <p:cNvSpPr/>
                <p:nvPr/>
              </p:nvSpPr>
              <p:spPr>
                <a:xfrm>
                  <a:off x="8495671" y="3944906"/>
                  <a:ext cx="2113" cy="47805"/>
                </a:xfrm>
                <a:custGeom>
                  <a:rect b="b" l="l" r="r" t="t"/>
                  <a:pathLst>
                    <a:path extrusionOk="0" fill="none" h="181" w="8">
                      <a:moveTo>
                        <a:pt x="8" y="18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35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rect b="b" l="l" r="r" t="t"/>
                  <a:pathLst>
                    <a:path extrusionOk="0" h="8" w="1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35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rect b="b" l="l" r="r" t="t"/>
                  <a:pathLst>
                    <a:path extrusionOk="0" h="1" w="1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35"/>
                <p:cNvSpPr/>
                <p:nvPr/>
              </p:nvSpPr>
              <p:spPr>
                <a:xfrm>
                  <a:off x="8023332" y="4192236"/>
                  <a:ext cx="488335" cy="324861"/>
                </a:xfrm>
                <a:custGeom>
                  <a:rect b="b" l="l" r="r" t="t"/>
                  <a:pathLst>
                    <a:path extrusionOk="0" h="1230" w="1849">
                      <a:moveTo>
                        <a:pt x="1" y="1"/>
                      </a:moveTo>
                      <a:lnTo>
                        <a:pt x="151" y="850"/>
                      </a:lnTo>
                      <a:lnTo>
                        <a:pt x="151" y="856"/>
                      </a:lnTo>
                      <a:lnTo>
                        <a:pt x="223" y="1229"/>
                      </a:lnTo>
                      <a:lnTo>
                        <a:pt x="834" y="1229"/>
                      </a:lnTo>
                      <a:lnTo>
                        <a:pt x="834" y="850"/>
                      </a:lnTo>
                      <a:lnTo>
                        <a:pt x="1006" y="850"/>
                      </a:lnTo>
                      <a:lnTo>
                        <a:pt x="1006" y="1229"/>
                      </a:lnTo>
                      <a:lnTo>
                        <a:pt x="1617" y="1229"/>
                      </a:lnTo>
                      <a:lnTo>
                        <a:pt x="1690" y="850"/>
                      </a:lnTo>
                      <a:lnTo>
                        <a:pt x="184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35"/>
                <p:cNvSpPr/>
                <p:nvPr/>
              </p:nvSpPr>
              <p:spPr>
                <a:xfrm>
                  <a:off x="8017685" y="4417938"/>
                  <a:ext cx="45691" cy="244835"/>
                </a:xfrm>
                <a:custGeom>
                  <a:rect b="b" l="l" r="r" t="t"/>
                  <a:pathLst>
                    <a:path extrusionOk="0" h="927" w="173">
                      <a:moveTo>
                        <a:pt x="0" y="1"/>
                      </a:moveTo>
                      <a:lnTo>
                        <a:pt x="0" y="927"/>
                      </a:lnTo>
                      <a:lnTo>
                        <a:pt x="173" y="927"/>
                      </a:lnTo>
                      <a:lnTo>
                        <a:pt x="173" y="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35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rect b="b" l="l" r="r" t="t"/>
                  <a:pathLst>
                    <a:path extrusionOk="0" h="8" w="1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35"/>
                <p:cNvSpPr/>
                <p:nvPr/>
              </p:nvSpPr>
              <p:spPr>
                <a:xfrm>
                  <a:off x="8469574" y="4417938"/>
                  <a:ext cx="45955" cy="244835"/>
                </a:xfrm>
                <a:custGeom>
                  <a:rect b="b" l="l" r="r" t="t"/>
                  <a:pathLst>
                    <a:path extrusionOk="0" h="927" w="174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35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rect b="b" l="l" r="r" t="t"/>
                  <a:pathLst>
                    <a:path extrusionOk="0" h="1" w="1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35"/>
                <p:cNvSpPr/>
                <p:nvPr/>
              </p:nvSpPr>
              <p:spPr>
                <a:xfrm>
                  <a:off x="8289188" y="4518302"/>
                  <a:ext cx="180650" cy="41994"/>
                </a:xfrm>
                <a:custGeom>
                  <a:rect b="b" l="l" r="r" t="t"/>
                  <a:pathLst>
                    <a:path extrusionOk="0" h="159" w="684">
                      <a:moveTo>
                        <a:pt x="0" y="0"/>
                      </a:moveTo>
                      <a:lnTo>
                        <a:pt x="0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35"/>
                <p:cNvSpPr/>
                <p:nvPr/>
              </p:nvSpPr>
              <p:spPr>
                <a:xfrm>
                  <a:off x="8063111" y="4518302"/>
                  <a:ext cx="180650" cy="41994"/>
                </a:xfrm>
                <a:custGeom>
                  <a:rect b="b" l="l" r="r" t="t"/>
                  <a:pathLst>
                    <a:path extrusionOk="0" h="159" w="684">
                      <a:moveTo>
                        <a:pt x="1" y="0"/>
                      </a:moveTo>
                      <a:lnTo>
                        <a:pt x="1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35"/>
                <p:cNvSpPr/>
                <p:nvPr/>
              </p:nvSpPr>
              <p:spPr>
                <a:xfrm>
                  <a:off x="8243497" y="4417938"/>
                  <a:ext cx="45955" cy="244835"/>
                </a:xfrm>
                <a:custGeom>
                  <a:rect b="b" l="l" r="r" t="t"/>
                  <a:pathLst>
                    <a:path extrusionOk="0" h="927" w="174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35"/>
                <p:cNvSpPr/>
                <p:nvPr/>
              </p:nvSpPr>
              <p:spPr>
                <a:xfrm>
                  <a:off x="7554707" y="2843821"/>
                  <a:ext cx="271477" cy="290353"/>
                </a:xfrm>
                <a:custGeom>
                  <a:rect b="b" l="l" r="r" t="t"/>
                  <a:pathLst>
                    <a:path extrusionOk="0" fill="none" h="1245" w="1028">
                      <a:moveTo>
                        <a:pt x="898" y="0"/>
                      </a:moveTo>
                      <a:lnTo>
                        <a:pt x="906" y="9"/>
                      </a:lnTo>
                      <a:cubicBezTo>
                        <a:pt x="927" y="95"/>
                        <a:pt x="949" y="195"/>
                        <a:pt x="963" y="288"/>
                      </a:cubicBezTo>
                      <a:cubicBezTo>
                        <a:pt x="1027" y="733"/>
                        <a:pt x="970" y="1230"/>
                        <a:pt x="970" y="1230"/>
                      </a:cubicBezTo>
                      <a:cubicBezTo>
                        <a:pt x="913" y="1237"/>
                        <a:pt x="841" y="1237"/>
                        <a:pt x="768" y="1244"/>
                      </a:cubicBezTo>
                      <a:lnTo>
                        <a:pt x="475" y="1244"/>
                      </a:lnTo>
                      <a:cubicBezTo>
                        <a:pt x="287" y="1244"/>
                        <a:pt x="121" y="1237"/>
                        <a:pt x="51" y="1230"/>
                      </a:cubicBezTo>
                      <a:lnTo>
                        <a:pt x="1" y="1230"/>
                      </a:lnTo>
                      <a:lnTo>
                        <a:pt x="64" y="49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35"/>
                <p:cNvSpPr/>
                <p:nvPr/>
              </p:nvSpPr>
              <p:spPr>
                <a:xfrm>
                  <a:off x="6328768" y="3104295"/>
                  <a:ext cx="197298" cy="148611"/>
                </a:xfrm>
                <a:custGeom>
                  <a:rect b="b" l="l" r="r" t="t"/>
                  <a:pathLst>
                    <a:path extrusionOk="0" h="433" w="575">
                      <a:moveTo>
                        <a:pt x="121" y="1"/>
                      </a:moveTo>
                      <a:cubicBezTo>
                        <a:pt x="43" y="1"/>
                        <a:pt x="0" y="65"/>
                        <a:pt x="21" y="144"/>
                      </a:cubicBezTo>
                      <a:cubicBezTo>
                        <a:pt x="28" y="180"/>
                        <a:pt x="57" y="267"/>
                        <a:pt x="273" y="381"/>
                      </a:cubicBezTo>
                      <a:lnTo>
                        <a:pt x="359" y="432"/>
                      </a:lnTo>
                      <a:lnTo>
                        <a:pt x="423" y="381"/>
                      </a:lnTo>
                      <a:cubicBezTo>
                        <a:pt x="575" y="267"/>
                        <a:pt x="552" y="180"/>
                        <a:pt x="538" y="144"/>
                      </a:cubicBezTo>
                      <a:cubicBezTo>
                        <a:pt x="518" y="65"/>
                        <a:pt x="438" y="1"/>
                        <a:pt x="359" y="1"/>
                      </a:cubicBezTo>
                      <a:cubicBezTo>
                        <a:pt x="309" y="1"/>
                        <a:pt x="273" y="29"/>
                        <a:pt x="259" y="65"/>
                      </a:cubicBezTo>
                      <a:cubicBezTo>
                        <a:pt x="223" y="29"/>
                        <a:pt x="173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84" name="Google Shape;684;p35"/>
          <p:cNvSpPr txBox="1"/>
          <p:nvPr>
            <p:ph idx="1" type="subTitle"/>
          </p:nvPr>
        </p:nvSpPr>
        <p:spPr>
          <a:xfrm>
            <a:off x="484700" y="3549845"/>
            <a:ext cx="20760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Date</a:t>
            </a:r>
            <a:endParaRPr b="1"/>
          </a:p>
        </p:txBody>
      </p:sp>
      <p:sp>
        <p:nvSpPr>
          <p:cNvPr id="685" name="Google Shape;685;p35"/>
          <p:cNvSpPr txBox="1"/>
          <p:nvPr>
            <p:ph idx="1" type="subTitle"/>
          </p:nvPr>
        </p:nvSpPr>
        <p:spPr>
          <a:xfrm>
            <a:off x="484700" y="4083250"/>
            <a:ext cx="30486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 January,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6"/>
          <p:cNvSpPr txBox="1"/>
          <p:nvPr>
            <p:ph type="title"/>
          </p:nvPr>
        </p:nvSpPr>
        <p:spPr>
          <a:xfrm>
            <a:off x="756850" y="2263364"/>
            <a:ext cx="4185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91" name="Google Shape;691;p36"/>
          <p:cNvSpPr txBox="1"/>
          <p:nvPr>
            <p:ph idx="2" type="title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92" name="Google Shape;692;p36"/>
          <p:cNvSpPr/>
          <p:nvPr/>
        </p:nvSpPr>
        <p:spPr>
          <a:xfrm>
            <a:off x="1192500" y="1006650"/>
            <a:ext cx="99155" cy="99350"/>
          </a:xfrm>
          <a:custGeom>
            <a:rect b="b" l="l" r="r" t="t"/>
            <a:pathLst>
              <a:path extrusionOk="0" fill="none" h="562" w="561">
                <a:moveTo>
                  <a:pt x="561" y="282"/>
                </a:moveTo>
                <a:cubicBezTo>
                  <a:pt x="561" y="432"/>
                  <a:pt x="438" y="561"/>
                  <a:pt x="281" y="561"/>
                </a:cubicBezTo>
                <a:cubicBezTo>
                  <a:pt x="129" y="561"/>
                  <a:pt x="0" y="432"/>
                  <a:pt x="0" y="282"/>
                </a:cubicBezTo>
                <a:cubicBezTo>
                  <a:pt x="0" y="123"/>
                  <a:pt x="129" y="0"/>
                  <a:pt x="281" y="0"/>
                </a:cubicBezTo>
                <a:cubicBezTo>
                  <a:pt x="438" y="0"/>
                  <a:pt x="561" y="123"/>
                  <a:pt x="561" y="282"/>
                </a:cubicBezTo>
                <a:close/>
              </a:path>
            </a:pathLst>
          </a:cu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3" name="Google Shape;693;p36"/>
          <p:cNvGrpSpPr/>
          <p:nvPr/>
        </p:nvGrpSpPr>
        <p:grpSpPr>
          <a:xfrm>
            <a:off x="2296575" y="-20528"/>
            <a:ext cx="6847273" cy="5016903"/>
            <a:chOff x="2296575" y="-20528"/>
            <a:chExt cx="6847273" cy="5016903"/>
          </a:xfrm>
        </p:grpSpPr>
        <p:grpSp>
          <p:nvGrpSpPr>
            <p:cNvPr id="694" name="Google Shape;694;p36"/>
            <p:cNvGrpSpPr/>
            <p:nvPr/>
          </p:nvGrpSpPr>
          <p:grpSpPr>
            <a:xfrm>
              <a:off x="5514205" y="-20528"/>
              <a:ext cx="411352" cy="1199311"/>
              <a:chOff x="5706054" y="1123445"/>
              <a:chExt cx="350087" cy="1020777"/>
            </a:xfrm>
          </p:grpSpPr>
          <p:sp>
            <p:nvSpPr>
              <p:cNvPr id="695" name="Google Shape;695;p36"/>
              <p:cNvSpPr/>
              <p:nvPr/>
            </p:nvSpPr>
            <p:spPr>
              <a:xfrm>
                <a:off x="5803698" y="2016593"/>
                <a:ext cx="155053" cy="72271"/>
              </a:xfrm>
              <a:custGeom>
                <a:rect b="b" l="l" r="r" t="t"/>
                <a:pathLst>
                  <a:path extrusionOk="0" h="282" w="605">
                    <a:moveTo>
                      <a:pt x="1" y="1"/>
                    </a:moveTo>
                    <a:cubicBezTo>
                      <a:pt x="15" y="159"/>
                      <a:pt x="144" y="282"/>
                      <a:pt x="303" y="282"/>
                    </a:cubicBezTo>
                    <a:cubicBezTo>
                      <a:pt x="460" y="282"/>
                      <a:pt x="589" y="159"/>
                      <a:pt x="6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6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rect b="b" l="l" r="r" t="t"/>
                <a:pathLst>
                  <a:path extrusionOk="0" h="117" w="1">
                    <a:moveTo>
                      <a:pt x="1" y="1"/>
                    </a:moveTo>
                    <a:lnTo>
                      <a:pt x="1" y="11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6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rect b="b" l="l" r="r" t="t"/>
                <a:pathLst>
                  <a:path extrusionOk="0" fill="none" h="117" w="1">
                    <a:moveTo>
                      <a:pt x="1" y="1"/>
                    </a:moveTo>
                    <a:lnTo>
                      <a:pt x="1" y="11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6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rect b="b" l="l" r="r" t="t"/>
                <a:pathLst>
                  <a:path extrusionOk="0" h="94" w="60">
                    <a:moveTo>
                      <a:pt x="1" y="1"/>
                    </a:moveTo>
                    <a:lnTo>
                      <a:pt x="60" y="9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36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rect b="b" l="l" r="r" t="t"/>
                <a:pathLst>
                  <a:path extrusionOk="0" fill="none" h="94" w="60">
                    <a:moveTo>
                      <a:pt x="1" y="1"/>
                    </a:moveTo>
                    <a:lnTo>
                      <a:pt x="60" y="9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6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rect b="b" l="l" r="r" t="t"/>
                <a:pathLst>
                  <a:path extrusionOk="0" h="58" w="94">
                    <a:moveTo>
                      <a:pt x="1" y="1"/>
                    </a:moveTo>
                    <a:lnTo>
                      <a:pt x="94" y="5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rect b="b" l="l" r="r" t="t"/>
                <a:pathLst>
                  <a:path extrusionOk="0" fill="none" h="58" w="94">
                    <a:moveTo>
                      <a:pt x="1" y="1"/>
                    </a:moveTo>
                    <a:lnTo>
                      <a:pt x="94" y="5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6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rect b="b" l="l" r="r" t="t"/>
                <a:pathLst>
                  <a:path extrusionOk="0" h="58" w="95">
                    <a:moveTo>
                      <a:pt x="94" y="1"/>
                    </a:moveTo>
                    <a:lnTo>
                      <a:pt x="1" y="5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6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rect b="b" l="l" r="r" t="t"/>
                <a:pathLst>
                  <a:path extrusionOk="0" fill="none" h="58" w="95">
                    <a:moveTo>
                      <a:pt x="94" y="1"/>
                    </a:moveTo>
                    <a:lnTo>
                      <a:pt x="1" y="5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rect b="b" l="l" r="r" t="t"/>
                <a:pathLst>
                  <a:path extrusionOk="0" h="94" w="58">
                    <a:moveTo>
                      <a:pt x="58" y="1"/>
                    </a:moveTo>
                    <a:lnTo>
                      <a:pt x="1" y="9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6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rect b="b" l="l" r="r" t="t"/>
                <a:pathLst>
                  <a:path extrusionOk="0" fill="none" h="94" w="58">
                    <a:moveTo>
                      <a:pt x="58" y="1"/>
                    </a:moveTo>
                    <a:lnTo>
                      <a:pt x="1" y="9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6"/>
              <p:cNvSpPr/>
              <p:nvPr/>
            </p:nvSpPr>
            <p:spPr>
              <a:xfrm>
                <a:off x="5706054" y="1722123"/>
                <a:ext cx="350087" cy="294721"/>
              </a:xfrm>
              <a:custGeom>
                <a:rect b="b" l="l" r="r" t="t"/>
                <a:pathLst>
                  <a:path extrusionOk="0" h="1150" w="1366">
                    <a:moveTo>
                      <a:pt x="684" y="1"/>
                    </a:moveTo>
                    <a:cubicBezTo>
                      <a:pt x="287" y="1"/>
                      <a:pt x="1" y="309"/>
                      <a:pt x="1" y="761"/>
                    </a:cubicBezTo>
                    <a:lnTo>
                      <a:pt x="1" y="1150"/>
                    </a:lnTo>
                    <a:lnTo>
                      <a:pt x="1365" y="1150"/>
                    </a:lnTo>
                    <a:lnTo>
                      <a:pt x="1365" y="761"/>
                    </a:lnTo>
                    <a:cubicBezTo>
                      <a:pt x="1365" y="309"/>
                      <a:pt x="1079" y="1"/>
                      <a:pt x="6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6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rect b="b" l="l" r="r" t="t"/>
                <a:pathLst>
                  <a:path extrusionOk="0" h="2337" w="1">
                    <a:moveTo>
                      <a:pt x="1" y="2337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6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rect b="b" l="l" r="r" t="t"/>
                <a:pathLst>
                  <a:path extrusionOk="0" fill="none" h="2337" w="1">
                    <a:moveTo>
                      <a:pt x="1" y="2337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9" name="Google Shape;709;p36"/>
            <p:cNvGrpSpPr/>
            <p:nvPr/>
          </p:nvGrpSpPr>
          <p:grpSpPr>
            <a:xfrm>
              <a:off x="2296575" y="2037532"/>
              <a:ext cx="6847273" cy="2958843"/>
              <a:chOff x="2296575" y="2037532"/>
              <a:chExt cx="6847273" cy="2958843"/>
            </a:xfrm>
          </p:grpSpPr>
          <p:sp>
            <p:nvSpPr>
              <p:cNvPr id="710" name="Google Shape;710;p36"/>
              <p:cNvSpPr/>
              <p:nvPr/>
            </p:nvSpPr>
            <p:spPr>
              <a:xfrm>
                <a:off x="2296575" y="4870075"/>
                <a:ext cx="6847273" cy="126300"/>
              </a:xfrm>
              <a:custGeom>
                <a:rect b="b" l="l" r="r" t="t"/>
                <a:pathLst>
                  <a:path extrusionOk="0" fill="none" h="1" w="6069">
                    <a:moveTo>
                      <a:pt x="6068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6"/>
              <p:cNvSpPr/>
              <p:nvPr/>
            </p:nvSpPr>
            <p:spPr>
              <a:xfrm>
                <a:off x="6405965" y="3922241"/>
                <a:ext cx="735541" cy="80984"/>
              </a:xfrm>
              <a:custGeom>
                <a:rect b="b" l="l" r="r" t="t"/>
                <a:pathLst>
                  <a:path extrusionOk="0" h="316" w="2870">
                    <a:moveTo>
                      <a:pt x="0" y="0"/>
                    </a:moveTo>
                    <a:lnTo>
                      <a:pt x="0" y="316"/>
                    </a:lnTo>
                    <a:lnTo>
                      <a:pt x="2869" y="316"/>
                    </a:lnTo>
                    <a:lnTo>
                      <a:pt x="2869" y="309"/>
                    </a:lnTo>
                    <a:cubicBezTo>
                      <a:pt x="2869" y="309"/>
                      <a:pt x="1194" y="28"/>
                      <a:pt x="10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6"/>
              <p:cNvSpPr/>
              <p:nvPr/>
            </p:nvSpPr>
            <p:spPr>
              <a:xfrm>
                <a:off x="7061540" y="3533459"/>
                <a:ext cx="514622" cy="392363"/>
              </a:xfrm>
              <a:custGeom>
                <a:rect b="b" l="l" r="r" t="t"/>
                <a:pathLst>
                  <a:path extrusionOk="0" h="1531" w="2008">
                    <a:moveTo>
                      <a:pt x="210" y="1"/>
                    </a:moveTo>
                    <a:cubicBezTo>
                      <a:pt x="189" y="21"/>
                      <a:pt x="116" y="58"/>
                      <a:pt x="1" y="108"/>
                    </a:cubicBezTo>
                    <a:cubicBezTo>
                      <a:pt x="361" y="346"/>
                      <a:pt x="1476" y="1057"/>
                      <a:pt x="1519" y="1093"/>
                    </a:cubicBezTo>
                    <a:cubicBezTo>
                      <a:pt x="1540" y="1113"/>
                      <a:pt x="1597" y="1243"/>
                      <a:pt x="1640" y="1372"/>
                    </a:cubicBezTo>
                    <a:cubicBezTo>
                      <a:pt x="1662" y="1424"/>
                      <a:pt x="1676" y="1474"/>
                      <a:pt x="1691" y="1517"/>
                    </a:cubicBezTo>
                    <a:cubicBezTo>
                      <a:pt x="1698" y="1524"/>
                      <a:pt x="1698" y="1531"/>
                      <a:pt x="1698" y="1531"/>
                    </a:cubicBezTo>
                    <a:lnTo>
                      <a:pt x="1726" y="1517"/>
                    </a:lnTo>
                    <a:lnTo>
                      <a:pt x="2007" y="1372"/>
                    </a:lnTo>
                    <a:cubicBezTo>
                      <a:pt x="1964" y="1243"/>
                      <a:pt x="1907" y="1113"/>
                      <a:pt x="1885" y="1093"/>
                    </a:cubicBezTo>
                    <a:cubicBezTo>
                      <a:pt x="1842" y="1057"/>
                      <a:pt x="591" y="244"/>
                      <a:pt x="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6"/>
              <p:cNvSpPr/>
              <p:nvPr/>
            </p:nvSpPr>
            <p:spPr>
              <a:xfrm>
                <a:off x="6326774" y="4002970"/>
                <a:ext cx="208617" cy="864173"/>
              </a:xfrm>
              <a:custGeom>
                <a:rect b="b" l="l" r="r" t="t"/>
                <a:pathLst>
                  <a:path extrusionOk="0" h="3372" w="814">
                    <a:moveTo>
                      <a:pt x="582" y="1"/>
                    </a:moveTo>
                    <a:lnTo>
                      <a:pt x="1" y="3372"/>
                    </a:lnTo>
                    <a:lnTo>
                      <a:pt x="230" y="3372"/>
                    </a:lnTo>
                    <a:lnTo>
                      <a:pt x="81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6"/>
              <p:cNvSpPr/>
              <p:nvPr/>
            </p:nvSpPr>
            <p:spPr>
              <a:xfrm>
                <a:off x="6254758" y="4002970"/>
                <a:ext cx="221431" cy="864173"/>
              </a:xfrm>
              <a:custGeom>
                <a:rect b="b" l="l" r="r" t="t"/>
                <a:pathLst>
                  <a:path extrusionOk="0" h="3372" w="864">
                    <a:moveTo>
                      <a:pt x="590" y="1"/>
                    </a:moveTo>
                    <a:lnTo>
                      <a:pt x="0" y="3372"/>
                    </a:lnTo>
                    <a:lnTo>
                      <a:pt x="282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6"/>
              <p:cNvSpPr/>
              <p:nvPr/>
            </p:nvSpPr>
            <p:spPr>
              <a:xfrm>
                <a:off x="7037705" y="4002970"/>
                <a:ext cx="210411" cy="864173"/>
              </a:xfrm>
              <a:custGeom>
                <a:rect b="b" l="l" r="r" t="t"/>
                <a:pathLst>
                  <a:path extrusionOk="0" h="3372" w="821">
                    <a:moveTo>
                      <a:pt x="1" y="1"/>
                    </a:moveTo>
                    <a:lnTo>
                      <a:pt x="591" y="3372"/>
                    </a:lnTo>
                    <a:lnTo>
                      <a:pt x="820" y="3372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36"/>
              <p:cNvSpPr/>
              <p:nvPr/>
            </p:nvSpPr>
            <p:spPr>
              <a:xfrm>
                <a:off x="7096907" y="4002970"/>
                <a:ext cx="221431" cy="864173"/>
              </a:xfrm>
              <a:custGeom>
                <a:rect b="b" l="l" r="r" t="t"/>
                <a:pathLst>
                  <a:path extrusionOk="0" h="3372" w="864">
                    <a:moveTo>
                      <a:pt x="1" y="1"/>
                    </a:moveTo>
                    <a:lnTo>
                      <a:pt x="589" y="3372"/>
                    </a:lnTo>
                    <a:lnTo>
                      <a:pt x="863" y="3372"/>
                    </a:lnTo>
                    <a:lnTo>
                      <a:pt x="360" y="475"/>
                    </a:lnTo>
                    <a:lnTo>
                      <a:pt x="353" y="482"/>
                    </a:lnTo>
                    <a:lnTo>
                      <a:pt x="237" y="187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36"/>
              <p:cNvSpPr/>
              <p:nvPr/>
            </p:nvSpPr>
            <p:spPr>
              <a:xfrm>
                <a:off x="6546153" y="3599837"/>
                <a:ext cx="764757" cy="451308"/>
              </a:xfrm>
              <a:custGeom>
                <a:rect b="b" l="l" r="r" t="t"/>
                <a:pathLst>
                  <a:path extrusionOk="0" h="1761" w="2984">
                    <a:moveTo>
                      <a:pt x="0" y="1"/>
                    </a:moveTo>
                    <a:lnTo>
                      <a:pt x="0" y="1"/>
                    </a:lnTo>
                    <a:cubicBezTo>
                      <a:pt x="21" y="216"/>
                      <a:pt x="71" y="748"/>
                      <a:pt x="114" y="920"/>
                    </a:cubicBezTo>
                    <a:cubicBezTo>
                      <a:pt x="166" y="1129"/>
                      <a:pt x="382" y="1229"/>
                      <a:pt x="518" y="1258"/>
                    </a:cubicBezTo>
                    <a:cubicBezTo>
                      <a:pt x="647" y="1286"/>
                      <a:pt x="2322" y="1567"/>
                      <a:pt x="2322" y="1567"/>
                    </a:cubicBezTo>
                    <a:lnTo>
                      <a:pt x="2322" y="1574"/>
                    </a:lnTo>
                    <a:lnTo>
                      <a:pt x="2386" y="1760"/>
                    </a:lnTo>
                    <a:lnTo>
                      <a:pt x="2452" y="1726"/>
                    </a:lnTo>
                    <a:lnTo>
                      <a:pt x="2695" y="1603"/>
                    </a:lnTo>
                    <a:lnTo>
                      <a:pt x="2754" y="1574"/>
                    </a:lnTo>
                    <a:lnTo>
                      <a:pt x="2983" y="1451"/>
                    </a:lnTo>
                    <a:cubicBezTo>
                      <a:pt x="2983" y="1451"/>
                      <a:pt x="2904" y="1308"/>
                      <a:pt x="2854" y="1258"/>
                    </a:cubicBezTo>
                    <a:cubicBezTo>
                      <a:pt x="2847" y="1251"/>
                      <a:pt x="2847" y="1251"/>
                      <a:pt x="2840" y="1243"/>
                    </a:cubicBezTo>
                    <a:cubicBezTo>
                      <a:pt x="2804" y="1229"/>
                      <a:pt x="1905" y="784"/>
                      <a:pt x="1374" y="509"/>
                    </a:cubicBezTo>
                    <a:cubicBezTo>
                      <a:pt x="1265" y="459"/>
                      <a:pt x="1172" y="409"/>
                      <a:pt x="1106" y="380"/>
                    </a:cubicBezTo>
                    <a:cubicBezTo>
                      <a:pt x="1029" y="337"/>
                      <a:pt x="985" y="316"/>
                      <a:pt x="985" y="309"/>
                    </a:cubicBezTo>
                    <a:cubicBezTo>
                      <a:pt x="970" y="302"/>
                      <a:pt x="949" y="194"/>
                      <a:pt x="920" y="71"/>
                    </a:cubicBezTo>
                    <a:cubicBezTo>
                      <a:pt x="884" y="71"/>
                      <a:pt x="840" y="71"/>
                      <a:pt x="797" y="78"/>
                    </a:cubicBezTo>
                    <a:cubicBezTo>
                      <a:pt x="751" y="81"/>
                      <a:pt x="708" y="82"/>
                      <a:pt x="666" y="82"/>
                    </a:cubicBezTo>
                    <a:cubicBezTo>
                      <a:pt x="557" y="82"/>
                      <a:pt x="462" y="74"/>
                      <a:pt x="373" y="64"/>
                    </a:cubicBezTo>
                    <a:cubicBezTo>
                      <a:pt x="209" y="51"/>
                      <a:pt x="87" y="2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6"/>
              <p:cNvSpPr/>
              <p:nvPr/>
            </p:nvSpPr>
            <p:spPr>
              <a:xfrm>
                <a:off x="6696848" y="4002970"/>
                <a:ext cx="210411" cy="864173"/>
              </a:xfrm>
              <a:custGeom>
                <a:rect b="b" l="l" r="r" t="t"/>
                <a:pathLst>
                  <a:path extrusionOk="0" h="3372" w="821">
                    <a:moveTo>
                      <a:pt x="591" y="1"/>
                    </a:moveTo>
                    <a:lnTo>
                      <a:pt x="1" y="3372"/>
                    </a:lnTo>
                    <a:lnTo>
                      <a:pt x="239" y="3372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6"/>
              <p:cNvSpPr/>
              <p:nvPr/>
            </p:nvSpPr>
            <p:spPr>
              <a:xfrm>
                <a:off x="6627138" y="4002970"/>
                <a:ext cx="221175" cy="864173"/>
              </a:xfrm>
              <a:custGeom>
                <a:rect b="b" l="l" r="r" t="t"/>
                <a:pathLst>
                  <a:path extrusionOk="0" h="3372" w="863">
                    <a:moveTo>
                      <a:pt x="590" y="1"/>
                    </a:moveTo>
                    <a:lnTo>
                      <a:pt x="0" y="3372"/>
                    </a:lnTo>
                    <a:lnTo>
                      <a:pt x="273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6"/>
              <p:cNvSpPr/>
              <p:nvPr/>
            </p:nvSpPr>
            <p:spPr>
              <a:xfrm>
                <a:off x="7524132" y="4664438"/>
                <a:ext cx="13071" cy="36904"/>
              </a:xfrm>
              <a:custGeom>
                <a:rect b="b" l="l" r="r" t="t"/>
                <a:pathLst>
                  <a:path extrusionOk="0" h="144" w="51">
                    <a:moveTo>
                      <a:pt x="0" y="1"/>
                    </a:moveTo>
                    <a:lnTo>
                      <a:pt x="30" y="144"/>
                    </a:lnTo>
                    <a:lnTo>
                      <a:pt x="30" y="137"/>
                    </a:lnTo>
                    <a:cubicBezTo>
                      <a:pt x="37" y="123"/>
                      <a:pt x="43" y="116"/>
                      <a:pt x="50" y="10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6"/>
              <p:cNvSpPr/>
              <p:nvPr/>
            </p:nvSpPr>
            <p:spPr>
              <a:xfrm>
                <a:off x="6391357" y="3188758"/>
                <a:ext cx="134550" cy="733727"/>
              </a:xfrm>
              <a:custGeom>
                <a:rect b="b" l="l" r="r" t="t"/>
                <a:pathLst>
                  <a:path extrusionOk="0" h="2863" w="525">
                    <a:moveTo>
                      <a:pt x="1" y="0"/>
                    </a:moveTo>
                    <a:lnTo>
                      <a:pt x="323" y="1582"/>
                    </a:lnTo>
                    <a:lnTo>
                      <a:pt x="323" y="2862"/>
                    </a:lnTo>
                    <a:lnTo>
                      <a:pt x="525" y="2862"/>
                    </a:lnTo>
                    <a:lnTo>
                      <a:pt x="525" y="1582"/>
                    </a:lnTo>
                    <a:lnTo>
                      <a:pt x="525" y="1575"/>
                    </a:lnTo>
                    <a:cubicBezTo>
                      <a:pt x="489" y="1561"/>
                      <a:pt x="468" y="1553"/>
                      <a:pt x="468" y="1553"/>
                    </a:cubicBezTo>
                    <a:cubicBezTo>
                      <a:pt x="468" y="1553"/>
                      <a:pt x="482" y="1503"/>
                      <a:pt x="496" y="1432"/>
                    </a:cubicBez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6"/>
              <p:cNvSpPr/>
              <p:nvPr/>
            </p:nvSpPr>
            <p:spPr>
              <a:xfrm>
                <a:off x="6230924" y="2748719"/>
                <a:ext cx="243472" cy="1173759"/>
              </a:xfrm>
              <a:custGeom>
                <a:rect b="b" l="l" r="r" t="t"/>
                <a:pathLst>
                  <a:path extrusionOk="0" h="4580" w="950">
                    <a:moveTo>
                      <a:pt x="0" y="1"/>
                    </a:moveTo>
                    <a:lnTo>
                      <a:pt x="683" y="3299"/>
                    </a:lnTo>
                    <a:lnTo>
                      <a:pt x="683" y="4579"/>
                    </a:lnTo>
                    <a:lnTo>
                      <a:pt x="949" y="4579"/>
                    </a:lnTo>
                    <a:lnTo>
                      <a:pt x="949" y="3299"/>
                    </a:lnTo>
                    <a:lnTo>
                      <a:pt x="627" y="1717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6"/>
              <p:cNvSpPr/>
              <p:nvPr/>
            </p:nvSpPr>
            <p:spPr>
              <a:xfrm>
                <a:off x="6298839" y="2748719"/>
                <a:ext cx="225532" cy="440288"/>
              </a:xfrm>
              <a:custGeom>
                <a:rect b="b" l="l" r="r" t="t"/>
                <a:pathLst>
                  <a:path extrusionOk="0" h="1718" w="880">
                    <a:moveTo>
                      <a:pt x="1" y="1"/>
                    </a:moveTo>
                    <a:lnTo>
                      <a:pt x="362" y="1717"/>
                    </a:lnTo>
                    <a:lnTo>
                      <a:pt x="879" y="1717"/>
                    </a:lnTo>
                    <a:cubicBezTo>
                      <a:pt x="829" y="1495"/>
                      <a:pt x="770" y="1251"/>
                      <a:pt x="720" y="1027"/>
                    </a:cubicBezTo>
                    <a:lnTo>
                      <a:pt x="720" y="1020"/>
                    </a:lnTo>
                    <a:cubicBezTo>
                      <a:pt x="613" y="711"/>
                      <a:pt x="570" y="553"/>
                      <a:pt x="598" y="310"/>
                    </a:cubicBezTo>
                    <a:lnTo>
                      <a:pt x="598" y="303"/>
                    </a:lnTo>
                    <a:cubicBezTo>
                      <a:pt x="598" y="251"/>
                      <a:pt x="605" y="208"/>
                      <a:pt x="620" y="165"/>
                    </a:cubicBezTo>
                    <a:cubicBezTo>
                      <a:pt x="634" y="101"/>
                      <a:pt x="663" y="44"/>
                      <a:pt x="6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6"/>
              <p:cNvSpPr/>
              <p:nvPr/>
            </p:nvSpPr>
            <p:spPr>
              <a:xfrm>
                <a:off x="6444921" y="2827911"/>
                <a:ext cx="38699" cy="182471"/>
              </a:xfrm>
              <a:custGeom>
                <a:rect b="b" l="l" r="r" t="t"/>
                <a:pathLst>
                  <a:path extrusionOk="0" h="712" w="151">
                    <a:moveTo>
                      <a:pt x="28" y="1"/>
                    </a:moveTo>
                    <a:cubicBezTo>
                      <a:pt x="0" y="244"/>
                      <a:pt x="43" y="402"/>
                      <a:pt x="150" y="711"/>
                    </a:cubicBezTo>
                    <a:cubicBezTo>
                      <a:pt x="107" y="539"/>
                      <a:pt x="71" y="389"/>
                      <a:pt x="50" y="280"/>
                    </a:cubicBezTo>
                    <a:cubicBezTo>
                      <a:pt x="28" y="173"/>
                      <a:pt x="21" y="80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6"/>
              <p:cNvSpPr/>
              <p:nvPr/>
            </p:nvSpPr>
            <p:spPr>
              <a:xfrm>
                <a:off x="7688154" y="4642398"/>
                <a:ext cx="58946" cy="69964"/>
              </a:xfrm>
              <a:custGeom>
                <a:rect b="b" l="l" r="r" t="t"/>
                <a:pathLst>
                  <a:path extrusionOk="0" h="273" w="230">
                    <a:moveTo>
                      <a:pt x="187" y="0"/>
                    </a:moveTo>
                    <a:cubicBezTo>
                      <a:pt x="180" y="0"/>
                      <a:pt x="166" y="7"/>
                      <a:pt x="159" y="14"/>
                    </a:cubicBezTo>
                    <a:lnTo>
                      <a:pt x="152" y="30"/>
                    </a:lnTo>
                    <a:lnTo>
                      <a:pt x="80" y="123"/>
                    </a:lnTo>
                    <a:lnTo>
                      <a:pt x="37" y="180"/>
                    </a:lnTo>
                    <a:lnTo>
                      <a:pt x="14" y="209"/>
                    </a:lnTo>
                    <a:lnTo>
                      <a:pt x="14" y="216"/>
                    </a:lnTo>
                    <a:cubicBezTo>
                      <a:pt x="0" y="230"/>
                      <a:pt x="7" y="252"/>
                      <a:pt x="23" y="266"/>
                    </a:cubicBezTo>
                    <a:cubicBezTo>
                      <a:pt x="30" y="266"/>
                      <a:pt x="37" y="273"/>
                      <a:pt x="43" y="273"/>
                    </a:cubicBezTo>
                    <a:cubicBezTo>
                      <a:pt x="57" y="273"/>
                      <a:pt x="66" y="266"/>
                      <a:pt x="73" y="259"/>
                    </a:cubicBezTo>
                    <a:lnTo>
                      <a:pt x="123" y="187"/>
                    </a:lnTo>
                    <a:lnTo>
                      <a:pt x="152" y="150"/>
                    </a:lnTo>
                    <a:lnTo>
                      <a:pt x="159" y="137"/>
                    </a:lnTo>
                    <a:lnTo>
                      <a:pt x="209" y="73"/>
                    </a:lnTo>
                    <a:lnTo>
                      <a:pt x="216" y="57"/>
                    </a:lnTo>
                    <a:cubicBezTo>
                      <a:pt x="230" y="43"/>
                      <a:pt x="230" y="21"/>
                      <a:pt x="209" y="7"/>
                    </a:cubicBezTo>
                    <a:cubicBezTo>
                      <a:pt x="202" y="7"/>
                      <a:pt x="195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6"/>
              <p:cNvSpPr/>
              <p:nvPr/>
            </p:nvSpPr>
            <p:spPr>
              <a:xfrm>
                <a:off x="7727109" y="4660850"/>
                <a:ext cx="55358" cy="64326"/>
              </a:xfrm>
              <a:custGeom>
                <a:rect b="b" l="l" r="r" t="t"/>
                <a:pathLst>
                  <a:path extrusionOk="0" h="251" w="216">
                    <a:moveTo>
                      <a:pt x="173" y="1"/>
                    </a:moveTo>
                    <a:cubicBezTo>
                      <a:pt x="164" y="1"/>
                      <a:pt x="157" y="1"/>
                      <a:pt x="150" y="8"/>
                    </a:cubicBezTo>
                    <a:cubicBezTo>
                      <a:pt x="150" y="8"/>
                      <a:pt x="143" y="8"/>
                      <a:pt x="143" y="15"/>
                    </a:cubicBezTo>
                    <a:lnTo>
                      <a:pt x="121" y="44"/>
                    </a:lnTo>
                    <a:lnTo>
                      <a:pt x="86" y="94"/>
                    </a:lnTo>
                    <a:lnTo>
                      <a:pt x="71" y="115"/>
                    </a:lnTo>
                    <a:lnTo>
                      <a:pt x="14" y="194"/>
                    </a:lnTo>
                    <a:cubicBezTo>
                      <a:pt x="0" y="208"/>
                      <a:pt x="7" y="237"/>
                      <a:pt x="21" y="244"/>
                    </a:cubicBezTo>
                    <a:cubicBezTo>
                      <a:pt x="28" y="251"/>
                      <a:pt x="35" y="251"/>
                      <a:pt x="43" y="251"/>
                    </a:cubicBezTo>
                    <a:cubicBezTo>
                      <a:pt x="57" y="251"/>
                      <a:pt x="64" y="251"/>
                      <a:pt x="71" y="237"/>
                    </a:cubicBezTo>
                    <a:lnTo>
                      <a:pt x="143" y="144"/>
                    </a:lnTo>
                    <a:lnTo>
                      <a:pt x="193" y="78"/>
                    </a:lnTo>
                    <a:lnTo>
                      <a:pt x="193" y="72"/>
                    </a:lnTo>
                    <a:lnTo>
                      <a:pt x="207" y="58"/>
                    </a:lnTo>
                    <a:cubicBezTo>
                      <a:pt x="216" y="51"/>
                      <a:pt x="216" y="35"/>
                      <a:pt x="216" y="28"/>
                    </a:cubicBezTo>
                    <a:lnTo>
                      <a:pt x="207" y="22"/>
                    </a:lnTo>
                    <a:cubicBezTo>
                      <a:pt x="207" y="15"/>
                      <a:pt x="200" y="8"/>
                      <a:pt x="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6"/>
              <p:cNvSpPr/>
              <p:nvPr/>
            </p:nvSpPr>
            <p:spPr>
              <a:xfrm>
                <a:off x="7507730" y="3962478"/>
                <a:ext cx="263718" cy="709637"/>
              </a:xfrm>
              <a:custGeom>
                <a:rect b="b" l="l" r="r" t="t"/>
                <a:pathLst>
                  <a:path extrusionOk="0" h="2769" w="1029">
                    <a:moveTo>
                      <a:pt x="316" y="0"/>
                    </a:moveTo>
                    <a:lnTo>
                      <a:pt x="194" y="66"/>
                    </a:lnTo>
                    <a:lnTo>
                      <a:pt x="21" y="159"/>
                    </a:lnTo>
                    <a:lnTo>
                      <a:pt x="0" y="173"/>
                    </a:lnTo>
                    <a:lnTo>
                      <a:pt x="352" y="1482"/>
                    </a:lnTo>
                    <a:lnTo>
                      <a:pt x="654" y="2596"/>
                    </a:lnTo>
                    <a:cubicBezTo>
                      <a:pt x="675" y="2574"/>
                      <a:pt x="697" y="2567"/>
                      <a:pt x="711" y="2567"/>
                    </a:cubicBezTo>
                    <a:cubicBezTo>
                      <a:pt x="714" y="2567"/>
                      <a:pt x="717" y="2566"/>
                      <a:pt x="720" y="2566"/>
                    </a:cubicBezTo>
                    <a:cubicBezTo>
                      <a:pt x="763" y="2566"/>
                      <a:pt x="782" y="2615"/>
                      <a:pt x="856" y="2683"/>
                    </a:cubicBezTo>
                    <a:lnTo>
                      <a:pt x="863" y="2667"/>
                    </a:lnTo>
                    <a:cubicBezTo>
                      <a:pt x="870" y="2660"/>
                      <a:pt x="884" y="2653"/>
                      <a:pt x="891" y="2653"/>
                    </a:cubicBezTo>
                    <a:cubicBezTo>
                      <a:pt x="899" y="2653"/>
                      <a:pt x="906" y="2660"/>
                      <a:pt x="913" y="2660"/>
                    </a:cubicBezTo>
                    <a:cubicBezTo>
                      <a:pt x="934" y="2674"/>
                      <a:pt x="934" y="2696"/>
                      <a:pt x="920" y="2710"/>
                    </a:cubicBezTo>
                    <a:lnTo>
                      <a:pt x="913" y="2726"/>
                    </a:lnTo>
                    <a:cubicBezTo>
                      <a:pt x="927" y="2733"/>
                      <a:pt x="934" y="2747"/>
                      <a:pt x="949" y="2753"/>
                    </a:cubicBezTo>
                    <a:cubicBezTo>
                      <a:pt x="956" y="2753"/>
                      <a:pt x="970" y="2760"/>
                      <a:pt x="977" y="2769"/>
                    </a:cubicBezTo>
                    <a:lnTo>
                      <a:pt x="999" y="2740"/>
                    </a:lnTo>
                    <a:cubicBezTo>
                      <a:pt x="999" y="2733"/>
                      <a:pt x="1006" y="2733"/>
                      <a:pt x="1006" y="2733"/>
                    </a:cubicBezTo>
                    <a:cubicBezTo>
                      <a:pt x="986" y="2667"/>
                      <a:pt x="999" y="2624"/>
                      <a:pt x="1029" y="2596"/>
                    </a:cubicBezTo>
                    <a:lnTo>
                      <a:pt x="31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36"/>
              <p:cNvSpPr/>
              <p:nvPr/>
            </p:nvSpPr>
            <p:spPr>
              <a:xfrm>
                <a:off x="7494916" y="3885080"/>
                <a:ext cx="106871" cy="121733"/>
              </a:xfrm>
              <a:custGeom>
                <a:rect b="b" l="l" r="r" t="t"/>
                <a:pathLst>
                  <a:path extrusionOk="0" h="475" w="417">
                    <a:moveTo>
                      <a:pt x="316" y="0"/>
                    </a:moveTo>
                    <a:lnTo>
                      <a:pt x="35" y="145"/>
                    </a:lnTo>
                    <a:lnTo>
                      <a:pt x="7" y="159"/>
                    </a:lnTo>
                    <a:cubicBezTo>
                      <a:pt x="21" y="195"/>
                      <a:pt x="28" y="225"/>
                      <a:pt x="35" y="245"/>
                    </a:cubicBezTo>
                    <a:cubicBezTo>
                      <a:pt x="44" y="268"/>
                      <a:pt x="50" y="281"/>
                      <a:pt x="50" y="281"/>
                    </a:cubicBezTo>
                    <a:lnTo>
                      <a:pt x="0" y="302"/>
                    </a:lnTo>
                    <a:lnTo>
                      <a:pt x="44" y="461"/>
                    </a:lnTo>
                    <a:lnTo>
                      <a:pt x="50" y="475"/>
                    </a:lnTo>
                    <a:lnTo>
                      <a:pt x="71" y="461"/>
                    </a:lnTo>
                    <a:lnTo>
                      <a:pt x="244" y="368"/>
                    </a:lnTo>
                    <a:lnTo>
                      <a:pt x="366" y="302"/>
                    </a:lnTo>
                    <a:lnTo>
                      <a:pt x="416" y="281"/>
                    </a:lnTo>
                    <a:cubicBezTo>
                      <a:pt x="416" y="281"/>
                      <a:pt x="366" y="138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6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rect b="b" l="l" r="r" t="t"/>
                <a:pathLst>
                  <a:path extrusionOk="0" h="8" w="9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6"/>
              <p:cNvSpPr/>
              <p:nvPr/>
            </p:nvSpPr>
            <p:spPr>
              <a:xfrm>
                <a:off x="7271692" y="4100871"/>
                <a:ext cx="11277" cy="25884"/>
              </a:xfrm>
              <a:custGeom>
                <a:rect b="b" l="l" r="r" t="t"/>
                <a:pathLst>
                  <a:path extrusionOk="0" h="101" w="44">
                    <a:moveTo>
                      <a:pt x="0" y="0"/>
                    </a:moveTo>
                    <a:lnTo>
                      <a:pt x="36" y="100"/>
                    </a:lnTo>
                    <a:lnTo>
                      <a:pt x="43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36"/>
              <p:cNvSpPr/>
              <p:nvPr/>
            </p:nvSpPr>
            <p:spPr>
              <a:xfrm>
                <a:off x="7857557" y="4680840"/>
                <a:ext cx="29729" cy="24603"/>
              </a:xfrm>
              <a:custGeom>
                <a:rect b="b" l="l" r="r" t="t"/>
                <a:pathLst>
                  <a:path extrusionOk="0" h="96" w="116">
                    <a:moveTo>
                      <a:pt x="52" y="0"/>
                    </a:moveTo>
                    <a:lnTo>
                      <a:pt x="0" y="66"/>
                    </a:lnTo>
                    <a:cubicBezTo>
                      <a:pt x="9" y="66"/>
                      <a:pt x="22" y="73"/>
                      <a:pt x="29" y="80"/>
                    </a:cubicBezTo>
                    <a:cubicBezTo>
                      <a:pt x="43" y="80"/>
                      <a:pt x="59" y="87"/>
                      <a:pt x="72" y="95"/>
                    </a:cubicBezTo>
                    <a:lnTo>
                      <a:pt x="116" y="30"/>
                    </a:lnTo>
                    <a:cubicBezTo>
                      <a:pt x="95" y="23"/>
                      <a:pt x="72" y="9"/>
                      <a:pt x="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36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rect b="b" l="l" r="r" t="t"/>
                <a:pathLst>
                  <a:path extrusionOk="0" h="8" w="9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36"/>
              <p:cNvSpPr/>
              <p:nvPr/>
            </p:nvSpPr>
            <p:spPr>
              <a:xfrm>
                <a:off x="7763757" y="4680840"/>
                <a:ext cx="29729" cy="24603"/>
              </a:xfrm>
              <a:custGeom>
                <a:rect b="b" l="l" r="r" t="t"/>
                <a:pathLst>
                  <a:path extrusionOk="0" h="96" w="116">
                    <a:moveTo>
                      <a:pt x="50" y="0"/>
                    </a:moveTo>
                    <a:lnTo>
                      <a:pt x="0" y="66"/>
                    </a:lnTo>
                    <a:cubicBezTo>
                      <a:pt x="21" y="73"/>
                      <a:pt x="50" y="87"/>
                      <a:pt x="73" y="95"/>
                    </a:cubicBezTo>
                    <a:lnTo>
                      <a:pt x="80" y="87"/>
                    </a:lnTo>
                    <a:lnTo>
                      <a:pt x="116" y="30"/>
                    </a:lnTo>
                    <a:lnTo>
                      <a:pt x="107" y="30"/>
                    </a:lnTo>
                    <a:cubicBezTo>
                      <a:pt x="87" y="23"/>
                      <a:pt x="64" y="9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6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rect b="b" l="l" r="r" t="t"/>
                <a:pathLst>
                  <a:path extrusionOk="0" h="8" w="15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6"/>
              <p:cNvSpPr/>
              <p:nvPr/>
            </p:nvSpPr>
            <p:spPr>
              <a:xfrm>
                <a:off x="7870628" y="4819233"/>
                <a:ext cx="64328" cy="256"/>
              </a:xfrm>
              <a:custGeom>
                <a:rect b="b" l="l" r="r" t="t"/>
                <a:pathLst>
                  <a:path extrusionOk="0" h="1" w="251">
                    <a:moveTo>
                      <a:pt x="251" y="0"/>
                    </a:moveTo>
                    <a:lnTo>
                      <a:pt x="25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36"/>
              <p:cNvSpPr/>
              <p:nvPr/>
            </p:nvSpPr>
            <p:spPr>
              <a:xfrm>
                <a:off x="7864989" y="4758238"/>
                <a:ext cx="221175" cy="61251"/>
              </a:xfrm>
              <a:custGeom>
                <a:rect b="b" l="l" r="r" t="t"/>
                <a:pathLst>
                  <a:path extrusionOk="0" h="239" w="863">
                    <a:moveTo>
                      <a:pt x="525" y="0"/>
                    </a:moveTo>
                    <a:lnTo>
                      <a:pt x="402" y="59"/>
                    </a:lnTo>
                    <a:lnTo>
                      <a:pt x="395" y="59"/>
                    </a:lnTo>
                    <a:lnTo>
                      <a:pt x="288" y="109"/>
                    </a:lnTo>
                    <a:lnTo>
                      <a:pt x="0" y="238"/>
                    </a:lnTo>
                    <a:lnTo>
                      <a:pt x="863" y="238"/>
                    </a:lnTo>
                    <a:cubicBezTo>
                      <a:pt x="863" y="238"/>
                      <a:pt x="863" y="109"/>
                      <a:pt x="6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36"/>
              <p:cNvSpPr/>
              <p:nvPr/>
            </p:nvSpPr>
            <p:spPr>
              <a:xfrm>
                <a:off x="7934699" y="4819233"/>
                <a:ext cx="57921" cy="256"/>
              </a:xfrm>
              <a:custGeom>
                <a:rect b="b" l="l" r="r" t="t"/>
                <a:pathLst>
                  <a:path extrusionOk="0" h="1" w="226">
                    <a:moveTo>
                      <a:pt x="225" y="0"/>
                    </a:moveTo>
                    <a:lnTo>
                      <a:pt x="225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36"/>
              <p:cNvSpPr/>
              <p:nvPr/>
            </p:nvSpPr>
            <p:spPr>
              <a:xfrm>
                <a:off x="7760169" y="4819233"/>
                <a:ext cx="329584" cy="47924"/>
              </a:xfrm>
              <a:custGeom>
                <a:rect b="b" l="l" r="r" t="t"/>
                <a:pathLst>
                  <a:path extrusionOk="0" h="187" w="1286">
                    <a:moveTo>
                      <a:pt x="409" y="0"/>
                    </a:moveTo>
                    <a:lnTo>
                      <a:pt x="1" y="187"/>
                    </a:lnTo>
                    <a:lnTo>
                      <a:pt x="1286" y="187"/>
                    </a:lnTo>
                    <a:lnTo>
                      <a:pt x="127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36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36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36"/>
              <p:cNvSpPr/>
              <p:nvPr/>
            </p:nvSpPr>
            <p:spPr>
              <a:xfrm>
                <a:off x="7760169" y="4620101"/>
                <a:ext cx="60740" cy="53819"/>
              </a:xfrm>
              <a:custGeom>
                <a:rect b="b" l="l" r="r" t="t"/>
                <a:pathLst>
                  <a:path extrusionOk="0" h="210" w="237">
                    <a:moveTo>
                      <a:pt x="103" y="0"/>
                    </a:moveTo>
                    <a:cubicBezTo>
                      <a:pt x="100" y="0"/>
                      <a:pt x="97" y="1"/>
                      <a:pt x="94" y="1"/>
                    </a:cubicBezTo>
                    <a:cubicBezTo>
                      <a:pt x="78" y="1"/>
                      <a:pt x="57" y="8"/>
                      <a:pt x="44" y="30"/>
                    </a:cubicBezTo>
                    <a:cubicBezTo>
                      <a:pt x="14" y="58"/>
                      <a:pt x="1" y="101"/>
                      <a:pt x="21" y="167"/>
                    </a:cubicBezTo>
                    <a:cubicBezTo>
                      <a:pt x="28" y="160"/>
                      <a:pt x="35" y="160"/>
                      <a:pt x="44" y="160"/>
                    </a:cubicBezTo>
                    <a:lnTo>
                      <a:pt x="64" y="160"/>
                    </a:lnTo>
                    <a:cubicBezTo>
                      <a:pt x="71" y="167"/>
                      <a:pt x="78" y="174"/>
                      <a:pt x="78" y="181"/>
                    </a:cubicBezTo>
                    <a:cubicBezTo>
                      <a:pt x="101" y="181"/>
                      <a:pt x="114" y="187"/>
                      <a:pt x="137" y="194"/>
                    </a:cubicBezTo>
                    <a:cubicBezTo>
                      <a:pt x="144" y="203"/>
                      <a:pt x="151" y="203"/>
                      <a:pt x="164" y="210"/>
                    </a:cubicBezTo>
                    <a:lnTo>
                      <a:pt x="237" y="117"/>
                    </a:lnTo>
                    <a:cubicBezTo>
                      <a:pt x="162" y="49"/>
                      <a:pt x="14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36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rect b="b" l="l" r="r" t="t"/>
                <a:pathLst>
                  <a:path extrusionOk="0" h="30" w="65">
                    <a:moveTo>
                      <a:pt x="1" y="0"/>
                    </a:moveTo>
                    <a:lnTo>
                      <a:pt x="17" y="8"/>
                    </a:lnTo>
                    <a:lnTo>
                      <a:pt x="17" y="8"/>
                    </a:lnTo>
                    <a:cubicBezTo>
                      <a:pt x="11" y="5"/>
                      <a:pt x="6" y="3"/>
                      <a:pt x="1" y="0"/>
                    </a:cubicBezTo>
                    <a:close/>
                    <a:moveTo>
                      <a:pt x="17" y="8"/>
                    </a:moveTo>
                    <a:cubicBezTo>
                      <a:pt x="33" y="16"/>
                      <a:pt x="49" y="25"/>
                      <a:pt x="65" y="30"/>
                    </a:cubicBezTo>
                    <a:lnTo>
                      <a:pt x="17" y="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36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rect b="b" l="l" r="r" t="t"/>
                <a:pathLst>
                  <a:path extrusionOk="0" fill="none" h="30" w="65">
                    <a:moveTo>
                      <a:pt x="65" y="30"/>
                    </a:moveTo>
                    <a:cubicBezTo>
                      <a:pt x="44" y="23"/>
                      <a:pt x="21" y="9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36"/>
              <p:cNvSpPr/>
              <p:nvPr/>
            </p:nvSpPr>
            <p:spPr>
              <a:xfrm>
                <a:off x="7820652" y="4660850"/>
                <a:ext cx="31779" cy="29472"/>
              </a:xfrm>
              <a:custGeom>
                <a:rect b="b" l="l" r="r" t="t"/>
                <a:pathLst>
                  <a:path extrusionOk="0" h="115" w="124">
                    <a:moveTo>
                      <a:pt x="58" y="1"/>
                    </a:moveTo>
                    <a:lnTo>
                      <a:pt x="1" y="78"/>
                    </a:lnTo>
                    <a:cubicBezTo>
                      <a:pt x="8" y="78"/>
                      <a:pt x="8" y="87"/>
                      <a:pt x="8" y="87"/>
                    </a:cubicBezTo>
                    <a:cubicBezTo>
                      <a:pt x="30" y="94"/>
                      <a:pt x="51" y="101"/>
                      <a:pt x="66" y="108"/>
                    </a:cubicBezTo>
                    <a:cubicBezTo>
                      <a:pt x="73" y="108"/>
                      <a:pt x="73" y="108"/>
                      <a:pt x="73" y="115"/>
                    </a:cubicBezTo>
                    <a:lnTo>
                      <a:pt x="123" y="44"/>
                    </a:lnTo>
                    <a:cubicBezTo>
                      <a:pt x="101" y="28"/>
                      <a:pt x="80" y="15"/>
                      <a:pt x="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36"/>
              <p:cNvSpPr/>
              <p:nvPr/>
            </p:nvSpPr>
            <p:spPr>
              <a:xfrm>
                <a:off x="7876010" y="4677252"/>
                <a:ext cx="36905" cy="28191"/>
              </a:xfrm>
              <a:custGeom>
                <a:rect b="b" l="l" r="r" t="t"/>
                <a:pathLst>
                  <a:path extrusionOk="0" h="110" w="144">
                    <a:moveTo>
                      <a:pt x="101" y="1"/>
                    </a:moveTo>
                    <a:cubicBezTo>
                      <a:pt x="87" y="1"/>
                      <a:pt x="80" y="8"/>
                      <a:pt x="73" y="14"/>
                    </a:cubicBezTo>
                    <a:lnTo>
                      <a:pt x="44" y="44"/>
                    </a:lnTo>
                    <a:lnTo>
                      <a:pt x="0" y="109"/>
                    </a:lnTo>
                    <a:lnTo>
                      <a:pt x="7" y="109"/>
                    </a:lnTo>
                    <a:lnTo>
                      <a:pt x="101" y="73"/>
                    </a:lnTo>
                    <a:lnTo>
                      <a:pt x="130" y="58"/>
                    </a:lnTo>
                    <a:cubicBezTo>
                      <a:pt x="144" y="44"/>
                      <a:pt x="137" y="14"/>
                      <a:pt x="123" y="8"/>
                    </a:cubicBezTo>
                    <a:cubicBezTo>
                      <a:pt x="116" y="1"/>
                      <a:pt x="109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6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rect b="b" l="l" r="r" t="t"/>
                <a:pathLst>
                  <a:path extrusionOk="0" h="8" w="15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6"/>
              <p:cNvSpPr/>
              <p:nvPr/>
            </p:nvSpPr>
            <p:spPr>
              <a:xfrm>
                <a:off x="7839361" y="4660850"/>
                <a:ext cx="36905" cy="36904"/>
              </a:xfrm>
              <a:custGeom>
                <a:rect b="b" l="l" r="r" t="t"/>
                <a:pathLst>
                  <a:path extrusionOk="0" h="144" w="144">
                    <a:moveTo>
                      <a:pt x="107" y="1"/>
                    </a:moveTo>
                    <a:cubicBezTo>
                      <a:pt x="93" y="1"/>
                      <a:pt x="80" y="1"/>
                      <a:pt x="71" y="15"/>
                    </a:cubicBezTo>
                    <a:lnTo>
                      <a:pt x="50" y="44"/>
                    </a:lnTo>
                    <a:lnTo>
                      <a:pt x="0" y="115"/>
                    </a:lnTo>
                    <a:cubicBezTo>
                      <a:pt x="21" y="122"/>
                      <a:pt x="50" y="130"/>
                      <a:pt x="71" y="144"/>
                    </a:cubicBezTo>
                    <a:lnTo>
                      <a:pt x="123" y="78"/>
                    </a:lnTo>
                    <a:lnTo>
                      <a:pt x="137" y="58"/>
                    </a:lnTo>
                    <a:cubicBezTo>
                      <a:pt x="143" y="35"/>
                      <a:pt x="143" y="15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36"/>
              <p:cNvSpPr/>
              <p:nvPr/>
            </p:nvSpPr>
            <p:spPr>
              <a:xfrm>
                <a:off x="7802200" y="4642398"/>
                <a:ext cx="39212" cy="38698"/>
              </a:xfrm>
              <a:custGeom>
                <a:rect b="b" l="l" r="r" t="t"/>
                <a:pathLst>
                  <a:path extrusionOk="0" h="151" w="153">
                    <a:moveTo>
                      <a:pt x="109" y="0"/>
                    </a:moveTo>
                    <a:cubicBezTo>
                      <a:pt x="102" y="0"/>
                      <a:pt x="87" y="7"/>
                      <a:pt x="80" y="14"/>
                    </a:cubicBezTo>
                    <a:lnTo>
                      <a:pt x="73" y="30"/>
                    </a:lnTo>
                    <a:lnTo>
                      <a:pt x="0" y="123"/>
                    </a:lnTo>
                    <a:cubicBezTo>
                      <a:pt x="23" y="130"/>
                      <a:pt x="44" y="144"/>
                      <a:pt x="73" y="150"/>
                    </a:cubicBezTo>
                    <a:lnTo>
                      <a:pt x="130" y="73"/>
                    </a:lnTo>
                    <a:lnTo>
                      <a:pt x="145" y="57"/>
                    </a:lnTo>
                    <a:cubicBezTo>
                      <a:pt x="152" y="43"/>
                      <a:pt x="152" y="21"/>
                      <a:pt x="130" y="7"/>
                    </a:cubicBezTo>
                    <a:cubicBezTo>
                      <a:pt x="123" y="7"/>
                      <a:pt x="116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6"/>
              <p:cNvSpPr/>
              <p:nvPr/>
            </p:nvSpPr>
            <p:spPr>
              <a:xfrm>
                <a:off x="7776572" y="4666232"/>
                <a:ext cx="99695" cy="55613"/>
              </a:xfrm>
              <a:custGeom>
                <a:rect b="b" l="l" r="r" t="t"/>
                <a:pathLst>
                  <a:path extrusionOk="0" h="217" w="389">
                    <a:moveTo>
                      <a:pt x="14" y="1"/>
                    </a:moveTo>
                    <a:lnTo>
                      <a:pt x="23" y="7"/>
                    </a:lnTo>
                    <a:cubicBezTo>
                      <a:pt x="23" y="14"/>
                      <a:pt x="23" y="30"/>
                      <a:pt x="14" y="37"/>
                    </a:cubicBezTo>
                    <a:lnTo>
                      <a:pt x="0" y="51"/>
                    </a:lnTo>
                    <a:lnTo>
                      <a:pt x="0" y="57"/>
                    </a:lnTo>
                    <a:cubicBezTo>
                      <a:pt x="14" y="66"/>
                      <a:pt x="37" y="80"/>
                      <a:pt x="57" y="87"/>
                    </a:cubicBezTo>
                    <a:lnTo>
                      <a:pt x="66" y="87"/>
                    </a:lnTo>
                    <a:lnTo>
                      <a:pt x="87" y="57"/>
                    </a:lnTo>
                    <a:cubicBezTo>
                      <a:pt x="100" y="51"/>
                      <a:pt x="109" y="44"/>
                      <a:pt x="123" y="44"/>
                    </a:cubicBezTo>
                    <a:cubicBezTo>
                      <a:pt x="130" y="44"/>
                      <a:pt x="137" y="44"/>
                      <a:pt x="144" y="51"/>
                    </a:cubicBezTo>
                    <a:cubicBezTo>
                      <a:pt x="152" y="57"/>
                      <a:pt x="159" y="73"/>
                      <a:pt x="159" y="80"/>
                    </a:cubicBezTo>
                    <a:cubicBezTo>
                      <a:pt x="159" y="87"/>
                      <a:pt x="159" y="94"/>
                      <a:pt x="152" y="101"/>
                    </a:cubicBezTo>
                    <a:lnTo>
                      <a:pt x="137" y="123"/>
                    </a:lnTo>
                    <a:cubicBezTo>
                      <a:pt x="159" y="130"/>
                      <a:pt x="180" y="144"/>
                      <a:pt x="202" y="152"/>
                    </a:cubicBezTo>
                    <a:lnTo>
                      <a:pt x="209" y="152"/>
                    </a:lnTo>
                    <a:lnTo>
                      <a:pt x="230" y="123"/>
                    </a:lnTo>
                    <a:cubicBezTo>
                      <a:pt x="238" y="116"/>
                      <a:pt x="245" y="109"/>
                      <a:pt x="259" y="109"/>
                    </a:cubicBezTo>
                    <a:cubicBezTo>
                      <a:pt x="266" y="109"/>
                      <a:pt x="273" y="116"/>
                      <a:pt x="282" y="116"/>
                    </a:cubicBezTo>
                    <a:cubicBezTo>
                      <a:pt x="295" y="123"/>
                      <a:pt x="295" y="137"/>
                      <a:pt x="295" y="152"/>
                    </a:cubicBezTo>
                    <a:cubicBezTo>
                      <a:pt x="295" y="159"/>
                      <a:pt x="295" y="166"/>
                      <a:pt x="288" y="166"/>
                    </a:cubicBezTo>
                    <a:lnTo>
                      <a:pt x="282" y="180"/>
                    </a:lnTo>
                    <a:lnTo>
                      <a:pt x="252" y="216"/>
                    </a:lnTo>
                    <a:lnTo>
                      <a:pt x="309" y="195"/>
                    </a:lnTo>
                    <a:lnTo>
                      <a:pt x="382" y="159"/>
                    </a:lnTo>
                    <a:lnTo>
                      <a:pt x="388" y="152"/>
                    </a:lnTo>
                    <a:cubicBezTo>
                      <a:pt x="375" y="144"/>
                      <a:pt x="359" y="137"/>
                      <a:pt x="345" y="137"/>
                    </a:cubicBezTo>
                    <a:cubicBezTo>
                      <a:pt x="338" y="130"/>
                      <a:pt x="325" y="123"/>
                      <a:pt x="316" y="123"/>
                    </a:cubicBezTo>
                    <a:cubicBezTo>
                      <a:pt x="295" y="109"/>
                      <a:pt x="266" y="101"/>
                      <a:pt x="245" y="94"/>
                    </a:cubicBezTo>
                    <a:cubicBezTo>
                      <a:pt x="245" y="87"/>
                      <a:pt x="245" y="87"/>
                      <a:pt x="238" y="87"/>
                    </a:cubicBezTo>
                    <a:cubicBezTo>
                      <a:pt x="223" y="80"/>
                      <a:pt x="202" y="73"/>
                      <a:pt x="180" y="66"/>
                    </a:cubicBezTo>
                    <a:cubicBezTo>
                      <a:pt x="180" y="66"/>
                      <a:pt x="180" y="57"/>
                      <a:pt x="173" y="57"/>
                    </a:cubicBezTo>
                    <a:cubicBezTo>
                      <a:pt x="144" y="51"/>
                      <a:pt x="123" y="37"/>
                      <a:pt x="100" y="30"/>
                    </a:cubicBezTo>
                    <a:cubicBezTo>
                      <a:pt x="87" y="23"/>
                      <a:pt x="80" y="23"/>
                      <a:pt x="73" y="14"/>
                    </a:cubicBezTo>
                    <a:cubicBezTo>
                      <a:pt x="50" y="7"/>
                      <a:pt x="37" y="1"/>
                      <a:pt x="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6"/>
              <p:cNvSpPr/>
              <p:nvPr/>
            </p:nvSpPr>
            <p:spPr>
              <a:xfrm>
                <a:off x="7264516" y="3962478"/>
                <a:ext cx="243472" cy="162481"/>
              </a:xfrm>
              <a:custGeom>
                <a:rect b="b" l="l" r="r" t="t"/>
                <a:pathLst>
                  <a:path extrusionOk="0" h="634" w="950">
                    <a:moveTo>
                      <a:pt x="899" y="0"/>
                    </a:moveTo>
                    <a:lnTo>
                      <a:pt x="598" y="159"/>
                    </a:lnTo>
                    <a:lnTo>
                      <a:pt x="568" y="173"/>
                    </a:lnTo>
                    <a:lnTo>
                      <a:pt x="296" y="318"/>
                    </a:lnTo>
                    <a:lnTo>
                      <a:pt x="1" y="475"/>
                    </a:lnTo>
                    <a:lnTo>
                      <a:pt x="28" y="540"/>
                    </a:lnTo>
                    <a:lnTo>
                      <a:pt x="71" y="633"/>
                    </a:lnTo>
                    <a:lnTo>
                      <a:pt x="366" y="475"/>
                    </a:lnTo>
                    <a:lnTo>
                      <a:pt x="604" y="354"/>
                    </a:lnTo>
                    <a:lnTo>
                      <a:pt x="813" y="238"/>
                    </a:lnTo>
                    <a:lnTo>
                      <a:pt x="856" y="224"/>
                    </a:lnTo>
                    <a:lnTo>
                      <a:pt x="949" y="173"/>
                    </a:lnTo>
                    <a:lnTo>
                      <a:pt x="943" y="159"/>
                    </a:lnTo>
                    <a:lnTo>
                      <a:pt x="89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36"/>
              <p:cNvSpPr/>
              <p:nvPr/>
            </p:nvSpPr>
            <p:spPr>
              <a:xfrm>
                <a:off x="7264516" y="4083956"/>
                <a:ext cx="7432" cy="17171"/>
              </a:xfrm>
              <a:custGeom>
                <a:rect b="b" l="l" r="r" t="t"/>
                <a:pathLst>
                  <a:path extrusionOk="0" h="67" w="29">
                    <a:moveTo>
                      <a:pt x="28" y="66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6"/>
              <p:cNvSpPr/>
              <p:nvPr/>
            </p:nvSpPr>
            <p:spPr>
              <a:xfrm>
                <a:off x="7249741" y="3965183"/>
                <a:ext cx="425865" cy="726955"/>
              </a:xfrm>
              <a:custGeom>
                <a:rect b="b" l="l" r="r" t="t"/>
                <a:pathLst>
                  <a:path extrusionOk="0" h="2675" w="1533">
                    <a:moveTo>
                      <a:pt x="878" y="1"/>
                    </a:moveTo>
                    <a:lnTo>
                      <a:pt x="785" y="52"/>
                    </a:lnTo>
                    <a:lnTo>
                      <a:pt x="742" y="66"/>
                    </a:lnTo>
                    <a:lnTo>
                      <a:pt x="533" y="182"/>
                    </a:lnTo>
                    <a:lnTo>
                      <a:pt x="295" y="303"/>
                    </a:lnTo>
                    <a:lnTo>
                      <a:pt x="0" y="461"/>
                    </a:lnTo>
                    <a:lnTo>
                      <a:pt x="942" y="2568"/>
                    </a:lnTo>
                    <a:lnTo>
                      <a:pt x="992" y="2675"/>
                    </a:lnTo>
                    <a:cubicBezTo>
                      <a:pt x="1004" y="2665"/>
                      <a:pt x="1016" y="2662"/>
                      <a:pt x="1030" y="2662"/>
                    </a:cubicBezTo>
                    <a:cubicBezTo>
                      <a:pt x="1057" y="2662"/>
                      <a:pt x="1091" y="2675"/>
                      <a:pt x="1144" y="2675"/>
                    </a:cubicBezTo>
                    <a:cubicBezTo>
                      <a:pt x="1165" y="2675"/>
                      <a:pt x="1180" y="2675"/>
                      <a:pt x="1194" y="2668"/>
                    </a:cubicBezTo>
                    <a:lnTo>
                      <a:pt x="1237" y="2668"/>
                    </a:lnTo>
                    <a:cubicBezTo>
                      <a:pt x="1274" y="2661"/>
                      <a:pt x="1310" y="2647"/>
                      <a:pt x="1346" y="2631"/>
                    </a:cubicBezTo>
                    <a:cubicBezTo>
                      <a:pt x="1367" y="2625"/>
                      <a:pt x="1396" y="2611"/>
                      <a:pt x="1417" y="2597"/>
                    </a:cubicBezTo>
                    <a:cubicBezTo>
                      <a:pt x="1432" y="2588"/>
                      <a:pt x="1446" y="2588"/>
                      <a:pt x="1453" y="2581"/>
                    </a:cubicBezTo>
                    <a:cubicBezTo>
                      <a:pt x="1475" y="2575"/>
                      <a:pt x="1496" y="2568"/>
                      <a:pt x="1518" y="2568"/>
                    </a:cubicBezTo>
                    <a:cubicBezTo>
                      <a:pt x="1489" y="2502"/>
                      <a:pt x="1503" y="2452"/>
                      <a:pt x="1532" y="2424"/>
                    </a:cubicBezTo>
                    <a:lnTo>
                      <a:pt x="1230" y="1310"/>
                    </a:lnTo>
                    <a:lnTo>
                      <a:pt x="87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6"/>
              <p:cNvSpPr/>
              <p:nvPr/>
            </p:nvSpPr>
            <p:spPr>
              <a:xfrm>
                <a:off x="7157646" y="3885080"/>
                <a:ext cx="350343" cy="241671"/>
              </a:xfrm>
              <a:custGeom>
                <a:rect b="b" l="l" r="r" t="t"/>
                <a:pathLst>
                  <a:path extrusionOk="0" h="943" w="1367">
                    <a:moveTo>
                      <a:pt x="1265" y="0"/>
                    </a:moveTo>
                    <a:lnTo>
                      <a:pt x="985" y="145"/>
                    </a:lnTo>
                    <a:lnTo>
                      <a:pt x="877" y="202"/>
                    </a:lnTo>
                    <a:lnTo>
                      <a:pt x="597" y="338"/>
                    </a:lnTo>
                    <a:lnTo>
                      <a:pt x="368" y="461"/>
                    </a:lnTo>
                    <a:lnTo>
                      <a:pt x="309" y="490"/>
                    </a:lnTo>
                    <a:lnTo>
                      <a:pt x="66" y="613"/>
                    </a:lnTo>
                    <a:lnTo>
                      <a:pt x="0" y="647"/>
                    </a:lnTo>
                    <a:lnTo>
                      <a:pt x="116" y="942"/>
                    </a:lnTo>
                    <a:lnTo>
                      <a:pt x="123" y="935"/>
                    </a:lnTo>
                    <a:lnTo>
                      <a:pt x="418" y="777"/>
                    </a:lnTo>
                    <a:lnTo>
                      <a:pt x="713" y="620"/>
                    </a:lnTo>
                    <a:lnTo>
                      <a:pt x="985" y="475"/>
                    </a:lnTo>
                    <a:lnTo>
                      <a:pt x="1015" y="461"/>
                    </a:lnTo>
                    <a:lnTo>
                      <a:pt x="1316" y="302"/>
                    </a:lnTo>
                    <a:lnTo>
                      <a:pt x="1366" y="281"/>
                    </a:lnTo>
                    <a:cubicBezTo>
                      <a:pt x="1366" y="281"/>
                      <a:pt x="1360" y="268"/>
                      <a:pt x="1351" y="245"/>
                    </a:cubicBezTo>
                    <a:cubicBezTo>
                      <a:pt x="1344" y="225"/>
                      <a:pt x="1337" y="195"/>
                      <a:pt x="1323" y="159"/>
                    </a:cubicBezTo>
                    <a:cubicBezTo>
                      <a:pt x="1323" y="159"/>
                      <a:pt x="1323" y="152"/>
                      <a:pt x="1316" y="145"/>
                    </a:cubicBezTo>
                    <a:cubicBezTo>
                      <a:pt x="1301" y="102"/>
                      <a:pt x="1287" y="52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6"/>
              <p:cNvSpPr/>
              <p:nvPr/>
            </p:nvSpPr>
            <p:spPr>
              <a:xfrm>
                <a:off x="6781678" y="3560881"/>
                <a:ext cx="700173" cy="411072"/>
              </a:xfrm>
              <a:custGeom>
                <a:rect b="b" l="l" r="r" t="t"/>
                <a:pathLst>
                  <a:path extrusionOk="0" h="1604" w="2732">
                    <a:moveTo>
                      <a:pt x="1093" y="1"/>
                    </a:moveTo>
                    <a:cubicBezTo>
                      <a:pt x="957" y="58"/>
                      <a:pt x="748" y="123"/>
                      <a:pt x="455" y="173"/>
                    </a:cubicBezTo>
                    <a:cubicBezTo>
                      <a:pt x="425" y="173"/>
                      <a:pt x="396" y="180"/>
                      <a:pt x="360" y="187"/>
                    </a:cubicBezTo>
                    <a:cubicBezTo>
                      <a:pt x="310" y="196"/>
                      <a:pt x="246" y="203"/>
                      <a:pt x="187" y="209"/>
                    </a:cubicBezTo>
                    <a:cubicBezTo>
                      <a:pt x="130" y="209"/>
                      <a:pt x="66" y="216"/>
                      <a:pt x="1" y="223"/>
                    </a:cubicBezTo>
                    <a:cubicBezTo>
                      <a:pt x="30" y="346"/>
                      <a:pt x="51" y="454"/>
                      <a:pt x="66" y="461"/>
                    </a:cubicBezTo>
                    <a:cubicBezTo>
                      <a:pt x="66" y="468"/>
                      <a:pt x="110" y="489"/>
                      <a:pt x="187" y="532"/>
                    </a:cubicBezTo>
                    <a:cubicBezTo>
                      <a:pt x="253" y="561"/>
                      <a:pt x="346" y="611"/>
                      <a:pt x="455" y="661"/>
                    </a:cubicBezTo>
                    <a:cubicBezTo>
                      <a:pt x="986" y="936"/>
                      <a:pt x="1885" y="1381"/>
                      <a:pt x="1921" y="1395"/>
                    </a:cubicBezTo>
                    <a:cubicBezTo>
                      <a:pt x="1928" y="1403"/>
                      <a:pt x="1928" y="1403"/>
                      <a:pt x="1935" y="1410"/>
                    </a:cubicBezTo>
                    <a:cubicBezTo>
                      <a:pt x="1985" y="1460"/>
                      <a:pt x="2064" y="1603"/>
                      <a:pt x="2064" y="1603"/>
                    </a:cubicBezTo>
                    <a:lnTo>
                      <a:pt x="2344" y="1467"/>
                    </a:lnTo>
                    <a:lnTo>
                      <a:pt x="2452" y="1410"/>
                    </a:lnTo>
                    <a:lnTo>
                      <a:pt x="2732" y="1265"/>
                    </a:lnTo>
                    <a:cubicBezTo>
                      <a:pt x="2689" y="1136"/>
                      <a:pt x="2632" y="1006"/>
                      <a:pt x="2611" y="986"/>
                    </a:cubicBezTo>
                    <a:cubicBezTo>
                      <a:pt x="2568" y="950"/>
                      <a:pt x="1453" y="239"/>
                      <a:pt x="10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6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6"/>
              <p:cNvSpPr/>
              <p:nvPr/>
            </p:nvSpPr>
            <p:spPr>
              <a:xfrm>
                <a:off x="7048725" y="2982706"/>
                <a:ext cx="630464" cy="319068"/>
              </a:xfrm>
              <a:custGeom>
                <a:rect b="b" l="l" r="r" t="t"/>
                <a:pathLst>
                  <a:path extrusionOk="0" h="1245" w="2460">
                    <a:moveTo>
                      <a:pt x="389" y="0"/>
                    </a:moveTo>
                    <a:lnTo>
                      <a:pt x="1" y="230"/>
                    </a:lnTo>
                    <a:cubicBezTo>
                      <a:pt x="1" y="345"/>
                      <a:pt x="8" y="459"/>
                      <a:pt x="16" y="568"/>
                    </a:cubicBezTo>
                    <a:cubicBezTo>
                      <a:pt x="16" y="632"/>
                      <a:pt x="16" y="690"/>
                      <a:pt x="23" y="740"/>
                    </a:cubicBezTo>
                    <a:lnTo>
                      <a:pt x="950" y="1056"/>
                    </a:lnTo>
                    <a:cubicBezTo>
                      <a:pt x="1138" y="1006"/>
                      <a:pt x="1440" y="977"/>
                      <a:pt x="1490" y="977"/>
                    </a:cubicBezTo>
                    <a:cubicBezTo>
                      <a:pt x="1533" y="977"/>
                      <a:pt x="1705" y="1158"/>
                      <a:pt x="1785" y="1244"/>
                    </a:cubicBezTo>
                    <a:lnTo>
                      <a:pt x="2380" y="1244"/>
                    </a:lnTo>
                    <a:lnTo>
                      <a:pt x="2459" y="992"/>
                    </a:lnTo>
                    <a:cubicBezTo>
                      <a:pt x="2445" y="985"/>
                      <a:pt x="2431" y="977"/>
                      <a:pt x="2423" y="977"/>
                    </a:cubicBezTo>
                    <a:cubicBezTo>
                      <a:pt x="2373" y="977"/>
                      <a:pt x="2028" y="1092"/>
                      <a:pt x="1841" y="1142"/>
                    </a:cubicBezTo>
                    <a:lnTo>
                      <a:pt x="475" y="130"/>
                    </a:lnTo>
                    <a:lnTo>
                      <a:pt x="468" y="114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36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6"/>
              <p:cNvSpPr/>
              <p:nvPr/>
            </p:nvSpPr>
            <p:spPr>
              <a:xfrm>
                <a:off x="6632777" y="3065229"/>
                <a:ext cx="873423" cy="274988"/>
              </a:xfrm>
              <a:custGeom>
                <a:rect b="b" l="l" r="r" t="t"/>
                <a:pathLst>
                  <a:path extrusionOk="0" h="1073" w="3408">
                    <a:moveTo>
                      <a:pt x="711" y="1"/>
                    </a:moveTo>
                    <a:lnTo>
                      <a:pt x="618" y="60"/>
                    </a:lnTo>
                    <a:lnTo>
                      <a:pt x="380" y="196"/>
                    </a:lnTo>
                    <a:lnTo>
                      <a:pt x="0" y="425"/>
                    </a:lnTo>
                    <a:cubicBezTo>
                      <a:pt x="14" y="448"/>
                      <a:pt x="35" y="462"/>
                      <a:pt x="50" y="482"/>
                    </a:cubicBezTo>
                    <a:cubicBezTo>
                      <a:pt x="121" y="591"/>
                      <a:pt x="194" y="684"/>
                      <a:pt x="201" y="691"/>
                    </a:cubicBezTo>
                    <a:cubicBezTo>
                      <a:pt x="201" y="691"/>
                      <a:pt x="201" y="698"/>
                      <a:pt x="207" y="698"/>
                    </a:cubicBezTo>
                    <a:lnTo>
                      <a:pt x="216" y="698"/>
                    </a:lnTo>
                    <a:cubicBezTo>
                      <a:pt x="251" y="706"/>
                      <a:pt x="352" y="727"/>
                      <a:pt x="496" y="757"/>
                    </a:cubicBezTo>
                    <a:cubicBezTo>
                      <a:pt x="582" y="770"/>
                      <a:pt x="675" y="784"/>
                      <a:pt x="777" y="807"/>
                    </a:cubicBezTo>
                    <a:cubicBezTo>
                      <a:pt x="1056" y="850"/>
                      <a:pt x="1408" y="907"/>
                      <a:pt x="1710" y="957"/>
                    </a:cubicBezTo>
                    <a:cubicBezTo>
                      <a:pt x="2091" y="1022"/>
                      <a:pt x="2400" y="1072"/>
                      <a:pt x="2400" y="1072"/>
                    </a:cubicBezTo>
                    <a:lnTo>
                      <a:pt x="2595" y="1072"/>
                    </a:lnTo>
                    <a:lnTo>
                      <a:pt x="2718" y="922"/>
                    </a:lnTo>
                    <a:lnTo>
                      <a:pt x="3408" y="922"/>
                    </a:lnTo>
                    <a:cubicBezTo>
                      <a:pt x="3328" y="836"/>
                      <a:pt x="3156" y="655"/>
                      <a:pt x="3113" y="655"/>
                    </a:cubicBezTo>
                    <a:cubicBezTo>
                      <a:pt x="3063" y="655"/>
                      <a:pt x="2761" y="684"/>
                      <a:pt x="2573" y="734"/>
                    </a:cubicBezTo>
                    <a:lnTo>
                      <a:pt x="1646" y="418"/>
                    </a:lnTo>
                    <a:lnTo>
                      <a:pt x="1646" y="432"/>
                    </a:lnTo>
                    <a:cubicBezTo>
                      <a:pt x="1596" y="411"/>
                      <a:pt x="1560" y="396"/>
                      <a:pt x="1538" y="382"/>
                    </a:cubicBezTo>
                    <a:lnTo>
                      <a:pt x="1079" y="232"/>
                    </a:lnTo>
                    <a:lnTo>
                      <a:pt x="1063" y="223"/>
                    </a:lnTo>
                    <a:lnTo>
                      <a:pt x="804" y="137"/>
                    </a:lnTo>
                    <a:lnTo>
                      <a:pt x="791" y="123"/>
                    </a:lnTo>
                    <a:lnTo>
                      <a:pt x="71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6"/>
              <p:cNvSpPr/>
              <p:nvPr/>
            </p:nvSpPr>
            <p:spPr>
              <a:xfrm>
                <a:off x="7015665" y="2698744"/>
                <a:ext cx="118404" cy="221425"/>
              </a:xfrm>
              <a:custGeom>
                <a:rect b="b" l="l" r="r" t="t"/>
                <a:pathLst>
                  <a:path extrusionOk="0" h="864" w="462">
                    <a:moveTo>
                      <a:pt x="0" y="1"/>
                    </a:moveTo>
                    <a:lnTo>
                      <a:pt x="7" y="8"/>
                    </a:lnTo>
                    <a:cubicBezTo>
                      <a:pt x="94" y="166"/>
                      <a:pt x="318" y="598"/>
                      <a:pt x="461" y="863"/>
                    </a:cubicBezTo>
                    <a:cubicBezTo>
                      <a:pt x="318" y="584"/>
                      <a:pt x="80" y="123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36"/>
              <p:cNvSpPr/>
              <p:nvPr/>
            </p:nvSpPr>
            <p:spPr>
              <a:xfrm>
                <a:off x="7017459" y="2700538"/>
                <a:ext cx="143776" cy="341108"/>
              </a:xfrm>
              <a:custGeom>
                <a:rect b="b" l="l" r="r" t="t"/>
                <a:pathLst>
                  <a:path extrusionOk="0" h="1331" w="561">
                    <a:moveTo>
                      <a:pt x="0" y="1"/>
                    </a:moveTo>
                    <a:cubicBezTo>
                      <a:pt x="43" y="87"/>
                      <a:pt x="66" y="209"/>
                      <a:pt x="80" y="332"/>
                    </a:cubicBezTo>
                    <a:cubicBezTo>
                      <a:pt x="87" y="404"/>
                      <a:pt x="95" y="663"/>
                      <a:pt x="109" y="972"/>
                    </a:cubicBezTo>
                    <a:cubicBezTo>
                      <a:pt x="109" y="1086"/>
                      <a:pt x="116" y="1208"/>
                      <a:pt x="123" y="1331"/>
                    </a:cubicBezTo>
                    <a:lnTo>
                      <a:pt x="511" y="1101"/>
                    </a:lnTo>
                    <a:lnTo>
                      <a:pt x="561" y="1072"/>
                    </a:lnTo>
                    <a:cubicBezTo>
                      <a:pt x="561" y="1072"/>
                      <a:pt x="561" y="1058"/>
                      <a:pt x="554" y="1043"/>
                    </a:cubicBezTo>
                    <a:cubicBezTo>
                      <a:pt x="547" y="1043"/>
                      <a:pt x="547" y="1036"/>
                      <a:pt x="540" y="1029"/>
                    </a:cubicBezTo>
                    <a:lnTo>
                      <a:pt x="540" y="1022"/>
                    </a:lnTo>
                    <a:cubicBezTo>
                      <a:pt x="526" y="1000"/>
                      <a:pt x="511" y="965"/>
                      <a:pt x="490" y="936"/>
                    </a:cubicBezTo>
                    <a:cubicBezTo>
                      <a:pt x="483" y="913"/>
                      <a:pt x="475" y="899"/>
                      <a:pt x="468" y="879"/>
                    </a:cubicBezTo>
                    <a:cubicBezTo>
                      <a:pt x="461" y="870"/>
                      <a:pt x="454" y="863"/>
                      <a:pt x="454" y="856"/>
                    </a:cubicBezTo>
                    <a:cubicBezTo>
                      <a:pt x="311" y="591"/>
                      <a:pt x="87" y="1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6"/>
              <p:cNvSpPr/>
              <p:nvPr/>
            </p:nvSpPr>
            <p:spPr>
              <a:xfrm>
                <a:off x="6450046" y="2605200"/>
                <a:ext cx="678133" cy="1015634"/>
              </a:xfrm>
              <a:custGeom>
                <a:rect b="b" l="l" r="r" t="t"/>
                <a:pathLst>
                  <a:path extrusionOk="0" h="3963" w="2646">
                    <a:moveTo>
                      <a:pt x="1647" y="0"/>
                    </a:moveTo>
                    <a:cubicBezTo>
                      <a:pt x="1647" y="0"/>
                      <a:pt x="1647" y="7"/>
                      <a:pt x="1654" y="7"/>
                    </a:cubicBezTo>
                    <a:cubicBezTo>
                      <a:pt x="1662" y="21"/>
                      <a:pt x="1662" y="35"/>
                      <a:pt x="1662" y="64"/>
                    </a:cubicBezTo>
                    <a:lnTo>
                      <a:pt x="1662" y="78"/>
                    </a:lnTo>
                    <a:lnTo>
                      <a:pt x="1662" y="93"/>
                    </a:lnTo>
                    <a:lnTo>
                      <a:pt x="1662" y="107"/>
                    </a:lnTo>
                    <a:cubicBezTo>
                      <a:pt x="1662" y="114"/>
                      <a:pt x="1654" y="121"/>
                      <a:pt x="1654" y="129"/>
                    </a:cubicBezTo>
                    <a:cubicBezTo>
                      <a:pt x="1654" y="136"/>
                      <a:pt x="1647" y="143"/>
                      <a:pt x="1647" y="150"/>
                    </a:cubicBezTo>
                    <a:cubicBezTo>
                      <a:pt x="1619" y="216"/>
                      <a:pt x="1554" y="286"/>
                      <a:pt x="1431" y="309"/>
                    </a:cubicBezTo>
                    <a:cubicBezTo>
                      <a:pt x="1369" y="320"/>
                      <a:pt x="1312" y="326"/>
                      <a:pt x="1258" y="326"/>
                    </a:cubicBezTo>
                    <a:cubicBezTo>
                      <a:pt x="848" y="326"/>
                      <a:pt x="662" y="28"/>
                      <a:pt x="662" y="28"/>
                    </a:cubicBezTo>
                    <a:cubicBezTo>
                      <a:pt x="662" y="28"/>
                      <a:pt x="317" y="330"/>
                      <a:pt x="187" y="452"/>
                    </a:cubicBezTo>
                    <a:cubicBezTo>
                      <a:pt x="160" y="488"/>
                      <a:pt x="130" y="518"/>
                      <a:pt x="101" y="561"/>
                    </a:cubicBezTo>
                    <a:cubicBezTo>
                      <a:pt x="73" y="604"/>
                      <a:pt x="44" y="661"/>
                      <a:pt x="30" y="725"/>
                    </a:cubicBezTo>
                    <a:cubicBezTo>
                      <a:pt x="15" y="768"/>
                      <a:pt x="8" y="811"/>
                      <a:pt x="8" y="863"/>
                    </a:cubicBezTo>
                    <a:lnTo>
                      <a:pt x="8" y="870"/>
                    </a:lnTo>
                    <a:cubicBezTo>
                      <a:pt x="1" y="949"/>
                      <a:pt x="8" y="1042"/>
                      <a:pt x="30" y="1149"/>
                    </a:cubicBezTo>
                    <a:cubicBezTo>
                      <a:pt x="51" y="1258"/>
                      <a:pt x="87" y="1408"/>
                      <a:pt x="130" y="1580"/>
                    </a:cubicBezTo>
                    <a:lnTo>
                      <a:pt x="130" y="1587"/>
                    </a:lnTo>
                    <a:cubicBezTo>
                      <a:pt x="180" y="1811"/>
                      <a:pt x="239" y="2055"/>
                      <a:pt x="289" y="2277"/>
                    </a:cubicBezTo>
                    <a:cubicBezTo>
                      <a:pt x="353" y="2545"/>
                      <a:pt x="396" y="2760"/>
                      <a:pt x="403" y="2838"/>
                    </a:cubicBezTo>
                    <a:cubicBezTo>
                      <a:pt x="412" y="2976"/>
                      <a:pt x="310" y="3478"/>
                      <a:pt x="267" y="3709"/>
                    </a:cubicBezTo>
                    <a:cubicBezTo>
                      <a:pt x="253" y="3780"/>
                      <a:pt x="239" y="3830"/>
                      <a:pt x="239" y="3830"/>
                    </a:cubicBezTo>
                    <a:cubicBezTo>
                      <a:pt x="239" y="3830"/>
                      <a:pt x="260" y="3838"/>
                      <a:pt x="296" y="3852"/>
                    </a:cubicBezTo>
                    <a:cubicBezTo>
                      <a:pt x="317" y="3859"/>
                      <a:pt x="346" y="3873"/>
                      <a:pt x="375" y="3882"/>
                    </a:cubicBezTo>
                    <a:cubicBezTo>
                      <a:pt x="462" y="3909"/>
                      <a:pt x="584" y="3932"/>
                      <a:pt x="748" y="3945"/>
                    </a:cubicBezTo>
                    <a:cubicBezTo>
                      <a:pt x="837" y="3955"/>
                      <a:pt x="932" y="3963"/>
                      <a:pt x="1041" y="3963"/>
                    </a:cubicBezTo>
                    <a:cubicBezTo>
                      <a:pt x="1083" y="3963"/>
                      <a:pt x="1126" y="3962"/>
                      <a:pt x="1172" y="3959"/>
                    </a:cubicBezTo>
                    <a:cubicBezTo>
                      <a:pt x="1215" y="3952"/>
                      <a:pt x="1259" y="3952"/>
                      <a:pt x="1295" y="3952"/>
                    </a:cubicBezTo>
                    <a:cubicBezTo>
                      <a:pt x="1360" y="3945"/>
                      <a:pt x="1424" y="3938"/>
                      <a:pt x="1481" y="3938"/>
                    </a:cubicBezTo>
                    <a:cubicBezTo>
                      <a:pt x="1540" y="3932"/>
                      <a:pt x="1604" y="3925"/>
                      <a:pt x="1654" y="3916"/>
                    </a:cubicBezTo>
                    <a:cubicBezTo>
                      <a:pt x="1690" y="3909"/>
                      <a:pt x="1719" y="3902"/>
                      <a:pt x="1749" y="3902"/>
                    </a:cubicBezTo>
                    <a:cubicBezTo>
                      <a:pt x="2042" y="3852"/>
                      <a:pt x="2251" y="3787"/>
                      <a:pt x="2387" y="3730"/>
                    </a:cubicBezTo>
                    <a:cubicBezTo>
                      <a:pt x="2502" y="3680"/>
                      <a:pt x="2575" y="3643"/>
                      <a:pt x="2596" y="3623"/>
                    </a:cubicBezTo>
                    <a:cubicBezTo>
                      <a:pt x="2602" y="3623"/>
                      <a:pt x="2602" y="3614"/>
                      <a:pt x="2602" y="3614"/>
                    </a:cubicBezTo>
                    <a:cubicBezTo>
                      <a:pt x="2602" y="3614"/>
                      <a:pt x="2646" y="3521"/>
                      <a:pt x="2639" y="3435"/>
                    </a:cubicBezTo>
                    <a:cubicBezTo>
                      <a:pt x="2632" y="3364"/>
                      <a:pt x="2489" y="3040"/>
                      <a:pt x="2423" y="2752"/>
                    </a:cubicBezTo>
                    <a:cubicBezTo>
                      <a:pt x="2121" y="2702"/>
                      <a:pt x="1769" y="2645"/>
                      <a:pt x="1490" y="2602"/>
                    </a:cubicBezTo>
                    <a:cubicBezTo>
                      <a:pt x="1388" y="2579"/>
                      <a:pt x="1295" y="2565"/>
                      <a:pt x="1209" y="2552"/>
                    </a:cubicBezTo>
                    <a:cubicBezTo>
                      <a:pt x="1065" y="2522"/>
                      <a:pt x="964" y="2501"/>
                      <a:pt x="929" y="2493"/>
                    </a:cubicBezTo>
                    <a:lnTo>
                      <a:pt x="920" y="2493"/>
                    </a:lnTo>
                    <a:cubicBezTo>
                      <a:pt x="914" y="2493"/>
                      <a:pt x="914" y="2486"/>
                      <a:pt x="914" y="2486"/>
                    </a:cubicBezTo>
                    <a:cubicBezTo>
                      <a:pt x="907" y="2479"/>
                      <a:pt x="834" y="2386"/>
                      <a:pt x="763" y="2277"/>
                    </a:cubicBezTo>
                    <a:cubicBezTo>
                      <a:pt x="748" y="2257"/>
                      <a:pt x="727" y="2243"/>
                      <a:pt x="713" y="2220"/>
                    </a:cubicBezTo>
                    <a:lnTo>
                      <a:pt x="1093" y="1991"/>
                    </a:lnTo>
                    <a:lnTo>
                      <a:pt x="1331" y="1855"/>
                    </a:lnTo>
                    <a:lnTo>
                      <a:pt x="1424" y="1796"/>
                    </a:lnTo>
                    <a:lnTo>
                      <a:pt x="1504" y="1918"/>
                    </a:lnTo>
                    <a:lnTo>
                      <a:pt x="1517" y="1932"/>
                    </a:lnTo>
                    <a:lnTo>
                      <a:pt x="1776" y="2018"/>
                    </a:lnTo>
                    <a:lnTo>
                      <a:pt x="1792" y="2027"/>
                    </a:lnTo>
                    <a:lnTo>
                      <a:pt x="2251" y="2177"/>
                    </a:lnTo>
                    <a:lnTo>
                      <a:pt x="2359" y="2213"/>
                    </a:lnTo>
                    <a:cubicBezTo>
                      <a:pt x="2352" y="2163"/>
                      <a:pt x="2352" y="2105"/>
                      <a:pt x="2352" y="2041"/>
                    </a:cubicBezTo>
                    <a:cubicBezTo>
                      <a:pt x="2344" y="1932"/>
                      <a:pt x="2337" y="1818"/>
                      <a:pt x="2337" y="1703"/>
                    </a:cubicBezTo>
                    <a:cubicBezTo>
                      <a:pt x="2330" y="1580"/>
                      <a:pt x="2323" y="1458"/>
                      <a:pt x="2323" y="1344"/>
                    </a:cubicBezTo>
                    <a:cubicBezTo>
                      <a:pt x="2309" y="1035"/>
                      <a:pt x="2301" y="776"/>
                      <a:pt x="2294" y="704"/>
                    </a:cubicBezTo>
                    <a:cubicBezTo>
                      <a:pt x="2280" y="581"/>
                      <a:pt x="2257" y="459"/>
                      <a:pt x="2214" y="373"/>
                    </a:cubicBezTo>
                    <a:lnTo>
                      <a:pt x="2207" y="366"/>
                    </a:lnTo>
                    <a:lnTo>
                      <a:pt x="2207" y="359"/>
                    </a:lnTo>
                    <a:cubicBezTo>
                      <a:pt x="2194" y="336"/>
                      <a:pt x="2180" y="316"/>
                      <a:pt x="2164" y="293"/>
                    </a:cubicBezTo>
                    <a:cubicBezTo>
                      <a:pt x="2085" y="216"/>
                      <a:pt x="1647" y="0"/>
                      <a:pt x="16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6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6"/>
              <p:cNvSpPr/>
              <p:nvPr/>
            </p:nvSpPr>
            <p:spPr>
              <a:xfrm>
                <a:off x="6962101" y="2210011"/>
                <a:ext cx="107384" cy="67401"/>
              </a:xfrm>
              <a:custGeom>
                <a:rect b="b" l="l" r="r" t="t"/>
                <a:pathLst>
                  <a:path extrusionOk="0" h="263" w="419">
                    <a:moveTo>
                      <a:pt x="178" y="1"/>
                    </a:moveTo>
                    <a:cubicBezTo>
                      <a:pt x="120" y="1"/>
                      <a:pt x="59" y="9"/>
                      <a:pt x="1" y="24"/>
                    </a:cubicBezTo>
                    <a:cubicBezTo>
                      <a:pt x="16" y="96"/>
                      <a:pt x="23" y="183"/>
                      <a:pt x="16" y="262"/>
                    </a:cubicBezTo>
                    <a:lnTo>
                      <a:pt x="130" y="262"/>
                    </a:lnTo>
                    <a:cubicBezTo>
                      <a:pt x="339" y="262"/>
                      <a:pt x="418" y="126"/>
                      <a:pt x="389" y="53"/>
                    </a:cubicBezTo>
                    <a:cubicBezTo>
                      <a:pt x="331" y="17"/>
                      <a:pt x="257" y="1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6"/>
              <p:cNvSpPr/>
              <p:nvPr/>
            </p:nvSpPr>
            <p:spPr>
              <a:xfrm>
                <a:off x="6661993" y="2488848"/>
                <a:ext cx="256" cy="16914"/>
              </a:xfrm>
              <a:custGeom>
                <a:rect b="b" l="l" r="r" t="t"/>
                <a:pathLst>
                  <a:path extrusionOk="0" h="66" w="1">
                    <a:moveTo>
                      <a:pt x="0" y="0"/>
                    </a:moveTo>
                    <a:lnTo>
                      <a:pt x="0" y="66"/>
                    </a:lnTo>
                    <a:lnTo>
                      <a:pt x="0" y="66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6"/>
              <p:cNvSpPr/>
              <p:nvPr/>
            </p:nvSpPr>
            <p:spPr>
              <a:xfrm>
                <a:off x="6619450" y="2429902"/>
                <a:ext cx="256799" cy="258842"/>
              </a:xfrm>
              <a:custGeom>
                <a:rect b="b" l="l" r="r" t="t"/>
                <a:pathLst>
                  <a:path extrusionOk="0" h="1010" w="1002">
                    <a:moveTo>
                      <a:pt x="153" y="1"/>
                    </a:moveTo>
                    <a:lnTo>
                      <a:pt x="153" y="51"/>
                    </a:lnTo>
                    <a:cubicBezTo>
                      <a:pt x="153" y="65"/>
                      <a:pt x="159" y="80"/>
                      <a:pt x="159" y="94"/>
                    </a:cubicBezTo>
                    <a:lnTo>
                      <a:pt x="159" y="108"/>
                    </a:lnTo>
                    <a:lnTo>
                      <a:pt x="159" y="137"/>
                    </a:lnTo>
                    <a:lnTo>
                      <a:pt x="159" y="144"/>
                    </a:lnTo>
                    <a:lnTo>
                      <a:pt x="159" y="167"/>
                    </a:lnTo>
                    <a:cubicBezTo>
                      <a:pt x="159" y="187"/>
                      <a:pt x="159" y="210"/>
                      <a:pt x="166" y="230"/>
                    </a:cubicBezTo>
                    <a:lnTo>
                      <a:pt x="166" y="260"/>
                    </a:lnTo>
                    <a:lnTo>
                      <a:pt x="166" y="280"/>
                    </a:lnTo>
                    <a:lnTo>
                      <a:pt x="166" y="296"/>
                    </a:lnTo>
                    <a:cubicBezTo>
                      <a:pt x="166" y="330"/>
                      <a:pt x="166" y="367"/>
                      <a:pt x="159" y="396"/>
                    </a:cubicBezTo>
                    <a:cubicBezTo>
                      <a:pt x="153" y="568"/>
                      <a:pt x="1" y="712"/>
                      <a:pt x="1" y="712"/>
                    </a:cubicBezTo>
                    <a:cubicBezTo>
                      <a:pt x="1" y="712"/>
                      <a:pt x="187" y="1010"/>
                      <a:pt x="597" y="1010"/>
                    </a:cubicBezTo>
                    <a:cubicBezTo>
                      <a:pt x="651" y="1010"/>
                      <a:pt x="708" y="1004"/>
                      <a:pt x="770" y="993"/>
                    </a:cubicBezTo>
                    <a:cubicBezTo>
                      <a:pt x="893" y="970"/>
                      <a:pt x="958" y="900"/>
                      <a:pt x="986" y="834"/>
                    </a:cubicBezTo>
                    <a:cubicBezTo>
                      <a:pt x="986" y="827"/>
                      <a:pt x="993" y="820"/>
                      <a:pt x="993" y="813"/>
                    </a:cubicBezTo>
                    <a:cubicBezTo>
                      <a:pt x="993" y="805"/>
                      <a:pt x="1001" y="798"/>
                      <a:pt x="1001" y="791"/>
                    </a:cubicBezTo>
                    <a:lnTo>
                      <a:pt x="1001" y="777"/>
                    </a:lnTo>
                    <a:lnTo>
                      <a:pt x="1001" y="762"/>
                    </a:lnTo>
                    <a:lnTo>
                      <a:pt x="1001" y="748"/>
                    </a:lnTo>
                    <a:cubicBezTo>
                      <a:pt x="1001" y="719"/>
                      <a:pt x="1001" y="705"/>
                      <a:pt x="993" y="691"/>
                    </a:cubicBezTo>
                    <a:cubicBezTo>
                      <a:pt x="986" y="691"/>
                      <a:pt x="986" y="684"/>
                      <a:pt x="986" y="684"/>
                    </a:cubicBezTo>
                    <a:cubicBezTo>
                      <a:pt x="958" y="648"/>
                      <a:pt x="893" y="582"/>
                      <a:pt x="836" y="446"/>
                    </a:cubicBezTo>
                    <a:cubicBezTo>
                      <a:pt x="613" y="403"/>
                      <a:pt x="296" y="267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rect b="b" l="l" r="r" t="t"/>
                <a:pathLst>
                  <a:path extrusionOk="0" h="160" w="131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6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rect b="b" l="l" r="r" t="t"/>
                <a:pathLst>
                  <a:path extrusionOk="0" h="139" w="101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6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rect b="b" l="l" r="r" t="t"/>
                <a:pathLst>
                  <a:path extrusionOk="0" h="7" w="64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6542052" y="2240253"/>
                <a:ext cx="249366" cy="265505"/>
              </a:xfrm>
              <a:custGeom>
                <a:rect b="b" l="l" r="r" t="t"/>
                <a:pathLst>
                  <a:path extrusionOk="0" h="1036" w="973">
                    <a:moveTo>
                      <a:pt x="1" y="1"/>
                    </a:moveTo>
                    <a:lnTo>
                      <a:pt x="1" y="78"/>
                    </a:lnTo>
                    <a:cubicBezTo>
                      <a:pt x="1" y="330"/>
                      <a:pt x="109" y="582"/>
                      <a:pt x="196" y="712"/>
                    </a:cubicBezTo>
                    <a:cubicBezTo>
                      <a:pt x="282" y="827"/>
                      <a:pt x="455" y="1020"/>
                      <a:pt x="468" y="1036"/>
                    </a:cubicBezTo>
                    <a:lnTo>
                      <a:pt x="448" y="741"/>
                    </a:lnTo>
                    <a:cubicBezTo>
                      <a:pt x="375" y="734"/>
                      <a:pt x="246" y="691"/>
                      <a:pt x="173" y="575"/>
                    </a:cubicBezTo>
                    <a:cubicBezTo>
                      <a:pt x="116" y="496"/>
                      <a:pt x="87" y="367"/>
                      <a:pt x="109" y="294"/>
                    </a:cubicBezTo>
                    <a:cubicBezTo>
                      <a:pt x="123" y="251"/>
                      <a:pt x="153" y="230"/>
                      <a:pt x="203" y="230"/>
                    </a:cubicBezTo>
                    <a:cubicBezTo>
                      <a:pt x="210" y="230"/>
                      <a:pt x="216" y="230"/>
                      <a:pt x="225" y="237"/>
                    </a:cubicBezTo>
                    <a:lnTo>
                      <a:pt x="253" y="237"/>
                    </a:lnTo>
                    <a:cubicBezTo>
                      <a:pt x="260" y="244"/>
                      <a:pt x="268" y="244"/>
                      <a:pt x="275" y="251"/>
                    </a:cubicBezTo>
                    <a:cubicBezTo>
                      <a:pt x="282" y="251"/>
                      <a:pt x="289" y="260"/>
                      <a:pt x="296" y="260"/>
                    </a:cubicBezTo>
                    <a:cubicBezTo>
                      <a:pt x="303" y="267"/>
                      <a:pt x="303" y="267"/>
                      <a:pt x="311" y="273"/>
                    </a:cubicBezTo>
                    <a:cubicBezTo>
                      <a:pt x="318" y="273"/>
                      <a:pt x="325" y="280"/>
                      <a:pt x="325" y="280"/>
                    </a:cubicBezTo>
                    <a:cubicBezTo>
                      <a:pt x="332" y="287"/>
                      <a:pt x="332" y="287"/>
                      <a:pt x="339" y="294"/>
                    </a:cubicBezTo>
                    <a:cubicBezTo>
                      <a:pt x="346" y="303"/>
                      <a:pt x="354" y="310"/>
                      <a:pt x="361" y="317"/>
                    </a:cubicBezTo>
                    <a:cubicBezTo>
                      <a:pt x="368" y="323"/>
                      <a:pt x="368" y="330"/>
                      <a:pt x="375" y="337"/>
                    </a:cubicBezTo>
                    <a:cubicBezTo>
                      <a:pt x="398" y="367"/>
                      <a:pt x="411" y="396"/>
                      <a:pt x="418" y="403"/>
                    </a:cubicBezTo>
                    <a:cubicBezTo>
                      <a:pt x="455" y="460"/>
                      <a:pt x="484" y="489"/>
                      <a:pt x="484" y="489"/>
                    </a:cubicBezTo>
                    <a:lnTo>
                      <a:pt x="591" y="230"/>
                    </a:lnTo>
                    <a:cubicBezTo>
                      <a:pt x="734" y="216"/>
                      <a:pt x="863" y="187"/>
                      <a:pt x="972" y="151"/>
                    </a:cubicBezTo>
                    <a:lnTo>
                      <a:pt x="972" y="151"/>
                    </a:lnTo>
                    <a:cubicBezTo>
                      <a:pt x="943" y="158"/>
                      <a:pt x="915" y="158"/>
                      <a:pt x="893" y="158"/>
                    </a:cubicBezTo>
                    <a:lnTo>
                      <a:pt x="9" y="158"/>
                    </a:lnTo>
                    <a:cubicBezTo>
                      <a:pt x="9" y="158"/>
                      <a:pt x="1" y="94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6"/>
              <p:cNvSpPr/>
              <p:nvPr/>
            </p:nvSpPr>
            <p:spPr>
              <a:xfrm>
                <a:off x="6564349" y="2215906"/>
                <a:ext cx="403907" cy="330088"/>
              </a:xfrm>
              <a:custGeom>
                <a:rect b="b" l="l" r="r" t="t"/>
                <a:pathLst>
                  <a:path extrusionOk="0" h="1288" w="1576">
                    <a:moveTo>
                      <a:pt x="964" y="375"/>
                    </a:moveTo>
                    <a:cubicBezTo>
                      <a:pt x="1001" y="375"/>
                      <a:pt x="1021" y="418"/>
                      <a:pt x="1021" y="462"/>
                    </a:cubicBezTo>
                    <a:cubicBezTo>
                      <a:pt x="1014" y="505"/>
                      <a:pt x="985" y="534"/>
                      <a:pt x="949" y="534"/>
                    </a:cubicBezTo>
                    <a:cubicBezTo>
                      <a:pt x="921" y="534"/>
                      <a:pt x="892" y="491"/>
                      <a:pt x="899" y="448"/>
                    </a:cubicBezTo>
                    <a:cubicBezTo>
                      <a:pt x="899" y="405"/>
                      <a:pt x="928" y="375"/>
                      <a:pt x="964" y="375"/>
                    </a:cubicBezTo>
                    <a:close/>
                    <a:moveTo>
                      <a:pt x="1466" y="425"/>
                    </a:moveTo>
                    <a:cubicBezTo>
                      <a:pt x="1496" y="432"/>
                      <a:pt x="1510" y="462"/>
                      <a:pt x="1510" y="498"/>
                    </a:cubicBezTo>
                    <a:cubicBezTo>
                      <a:pt x="1510" y="536"/>
                      <a:pt x="1488" y="563"/>
                      <a:pt x="1463" y="563"/>
                    </a:cubicBezTo>
                    <a:cubicBezTo>
                      <a:pt x="1460" y="563"/>
                      <a:pt x="1456" y="563"/>
                      <a:pt x="1453" y="562"/>
                    </a:cubicBezTo>
                    <a:cubicBezTo>
                      <a:pt x="1423" y="562"/>
                      <a:pt x="1409" y="534"/>
                      <a:pt x="1409" y="491"/>
                    </a:cubicBezTo>
                    <a:cubicBezTo>
                      <a:pt x="1409" y="455"/>
                      <a:pt x="1439" y="425"/>
                      <a:pt x="1466" y="425"/>
                    </a:cubicBezTo>
                    <a:close/>
                    <a:moveTo>
                      <a:pt x="1553" y="1"/>
                    </a:moveTo>
                    <a:cubicBezTo>
                      <a:pt x="1489" y="16"/>
                      <a:pt x="1423" y="37"/>
                      <a:pt x="1366" y="73"/>
                    </a:cubicBezTo>
                    <a:cubicBezTo>
                      <a:pt x="1346" y="80"/>
                      <a:pt x="1323" y="96"/>
                      <a:pt x="1303" y="110"/>
                    </a:cubicBezTo>
                    <a:cubicBezTo>
                      <a:pt x="1194" y="182"/>
                      <a:pt x="1064" y="225"/>
                      <a:pt x="949" y="239"/>
                    </a:cubicBezTo>
                    <a:cubicBezTo>
                      <a:pt x="928" y="246"/>
                      <a:pt x="906" y="246"/>
                      <a:pt x="885" y="246"/>
                    </a:cubicBezTo>
                    <a:cubicBezTo>
                      <a:pt x="776" y="282"/>
                      <a:pt x="647" y="311"/>
                      <a:pt x="504" y="325"/>
                    </a:cubicBezTo>
                    <a:lnTo>
                      <a:pt x="397" y="584"/>
                    </a:lnTo>
                    <a:cubicBezTo>
                      <a:pt x="397" y="584"/>
                      <a:pt x="368" y="555"/>
                      <a:pt x="331" y="498"/>
                    </a:cubicBezTo>
                    <a:cubicBezTo>
                      <a:pt x="324" y="491"/>
                      <a:pt x="311" y="462"/>
                      <a:pt x="288" y="432"/>
                    </a:cubicBezTo>
                    <a:cubicBezTo>
                      <a:pt x="281" y="425"/>
                      <a:pt x="281" y="418"/>
                      <a:pt x="274" y="412"/>
                    </a:cubicBezTo>
                    <a:cubicBezTo>
                      <a:pt x="267" y="405"/>
                      <a:pt x="259" y="398"/>
                      <a:pt x="252" y="389"/>
                    </a:cubicBezTo>
                    <a:cubicBezTo>
                      <a:pt x="245" y="382"/>
                      <a:pt x="245" y="382"/>
                      <a:pt x="238" y="375"/>
                    </a:cubicBezTo>
                    <a:cubicBezTo>
                      <a:pt x="238" y="375"/>
                      <a:pt x="231" y="368"/>
                      <a:pt x="224" y="368"/>
                    </a:cubicBezTo>
                    <a:cubicBezTo>
                      <a:pt x="216" y="362"/>
                      <a:pt x="216" y="362"/>
                      <a:pt x="209" y="355"/>
                    </a:cubicBezTo>
                    <a:cubicBezTo>
                      <a:pt x="202" y="355"/>
                      <a:pt x="195" y="346"/>
                      <a:pt x="188" y="346"/>
                    </a:cubicBezTo>
                    <a:cubicBezTo>
                      <a:pt x="181" y="339"/>
                      <a:pt x="173" y="339"/>
                      <a:pt x="166" y="332"/>
                    </a:cubicBezTo>
                    <a:lnTo>
                      <a:pt x="138" y="332"/>
                    </a:lnTo>
                    <a:cubicBezTo>
                      <a:pt x="129" y="325"/>
                      <a:pt x="123" y="325"/>
                      <a:pt x="116" y="325"/>
                    </a:cubicBezTo>
                    <a:cubicBezTo>
                      <a:pt x="66" y="325"/>
                      <a:pt x="36" y="346"/>
                      <a:pt x="22" y="389"/>
                    </a:cubicBezTo>
                    <a:cubicBezTo>
                      <a:pt x="0" y="462"/>
                      <a:pt x="29" y="591"/>
                      <a:pt x="86" y="670"/>
                    </a:cubicBezTo>
                    <a:cubicBezTo>
                      <a:pt x="159" y="786"/>
                      <a:pt x="288" y="829"/>
                      <a:pt x="361" y="836"/>
                    </a:cubicBezTo>
                    <a:lnTo>
                      <a:pt x="374" y="836"/>
                    </a:lnTo>
                    <a:cubicBezTo>
                      <a:pt x="511" y="1102"/>
                      <a:pt x="828" y="1238"/>
                      <a:pt x="1051" y="1281"/>
                    </a:cubicBezTo>
                    <a:cubicBezTo>
                      <a:pt x="1108" y="1288"/>
                      <a:pt x="1158" y="1288"/>
                      <a:pt x="1194" y="1288"/>
                    </a:cubicBezTo>
                    <a:cubicBezTo>
                      <a:pt x="1373" y="1274"/>
                      <a:pt x="1546" y="915"/>
                      <a:pt x="1539" y="770"/>
                    </a:cubicBezTo>
                    <a:cubicBezTo>
                      <a:pt x="1539" y="620"/>
                      <a:pt x="1539" y="613"/>
                      <a:pt x="1568" y="332"/>
                    </a:cubicBezTo>
                    <a:lnTo>
                      <a:pt x="1568" y="239"/>
                    </a:lnTo>
                    <a:cubicBezTo>
                      <a:pt x="1575" y="160"/>
                      <a:pt x="1568" y="73"/>
                      <a:pt x="15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6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rect b="b" l="l" r="r" t="t"/>
                <a:pathLst>
                  <a:path extrusionOk="0" h="160" w="131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6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rect b="b" l="l" r="r" t="t"/>
                <a:pathLst>
                  <a:path extrusionOk="0" h="139" w="101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6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rect b="b" l="l" r="r" t="t"/>
                <a:pathLst>
                  <a:path extrusionOk="0" h="94" w="44">
                    <a:moveTo>
                      <a:pt x="29" y="0"/>
                    </a:moveTo>
                    <a:lnTo>
                      <a:pt x="0" y="94"/>
                    </a:lnTo>
                    <a:cubicBezTo>
                      <a:pt x="0" y="94"/>
                      <a:pt x="43" y="73"/>
                      <a:pt x="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6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rect b="b" l="l" r="r" t="t"/>
                <a:pathLst>
                  <a:path extrusionOk="0" fill="none" h="94" w="44">
                    <a:moveTo>
                      <a:pt x="0" y="94"/>
                    </a:moveTo>
                    <a:cubicBezTo>
                      <a:pt x="0" y="94"/>
                      <a:pt x="43" y="73"/>
                      <a:pt x="2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6"/>
              <p:cNvSpPr/>
              <p:nvPr/>
            </p:nvSpPr>
            <p:spPr>
              <a:xfrm>
                <a:off x="6829603" y="2457325"/>
                <a:ext cx="64584" cy="15120"/>
              </a:xfrm>
              <a:custGeom>
                <a:rect b="b" l="l" r="r" t="t"/>
                <a:pathLst>
                  <a:path extrusionOk="0" h="59" w="252">
                    <a:moveTo>
                      <a:pt x="0" y="1"/>
                    </a:moveTo>
                    <a:cubicBezTo>
                      <a:pt x="67" y="48"/>
                      <a:pt x="135" y="58"/>
                      <a:pt x="184" y="58"/>
                    </a:cubicBezTo>
                    <a:cubicBezTo>
                      <a:pt x="225" y="58"/>
                      <a:pt x="252" y="51"/>
                      <a:pt x="252" y="5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6"/>
              <p:cNvSpPr/>
              <p:nvPr/>
            </p:nvSpPr>
            <p:spPr>
              <a:xfrm>
                <a:off x="6829603" y="2457325"/>
                <a:ext cx="64584" cy="22553"/>
              </a:xfrm>
              <a:custGeom>
                <a:rect b="b" l="l" r="r" t="t"/>
                <a:pathLst>
                  <a:path extrusionOk="0" fill="none" h="88" w="252">
                    <a:moveTo>
                      <a:pt x="252" y="51"/>
                    </a:moveTo>
                    <a:cubicBezTo>
                      <a:pt x="252" y="51"/>
                      <a:pt x="123" y="87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6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rect b="b" l="l" r="r" t="t"/>
                <a:pathLst>
                  <a:path extrusionOk="0" h="7" w="51">
                    <a:moveTo>
                      <a:pt x="51" y="0"/>
                    </a:moveTo>
                    <a:lnTo>
                      <a:pt x="1" y="7"/>
                    </a:lnTo>
                    <a:cubicBezTo>
                      <a:pt x="23" y="7"/>
                      <a:pt x="37" y="7"/>
                      <a:pt x="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6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rect b="b" l="l" r="r" t="t"/>
                <a:pathLst>
                  <a:path extrusionOk="0" fill="none" h="7" w="51">
                    <a:moveTo>
                      <a:pt x="51" y="0"/>
                    </a:moveTo>
                    <a:cubicBezTo>
                      <a:pt x="37" y="7"/>
                      <a:pt x="23" y="7"/>
                      <a:pt x="1" y="7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rect b="b" l="l" r="r" t="t"/>
                <a:pathLst>
                  <a:path extrusionOk="0" h="30" w="131">
                    <a:moveTo>
                      <a:pt x="1" y="0"/>
                    </a:moveTo>
                    <a:lnTo>
                      <a:pt x="130" y="29"/>
                    </a:lnTo>
                    <a:cubicBezTo>
                      <a:pt x="130" y="29"/>
                      <a:pt x="87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6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rect b="b" l="l" r="r" t="t"/>
                <a:pathLst>
                  <a:path extrusionOk="0" fill="none" h="30" w="131">
                    <a:moveTo>
                      <a:pt x="130" y="29"/>
                    </a:moveTo>
                    <a:cubicBezTo>
                      <a:pt x="130" y="29"/>
                      <a:pt x="87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6"/>
              <p:cNvSpPr/>
              <p:nvPr/>
            </p:nvSpPr>
            <p:spPr>
              <a:xfrm>
                <a:off x="6931091" y="2284077"/>
                <a:ext cx="24347" cy="4357"/>
              </a:xfrm>
              <a:custGeom>
                <a:rect b="b" l="l" r="r" t="t"/>
                <a:pathLst>
                  <a:path extrusionOk="0" h="17" w="95">
                    <a:moveTo>
                      <a:pt x="68" y="0"/>
                    </a:moveTo>
                    <a:cubicBezTo>
                      <a:pt x="25" y="0"/>
                      <a:pt x="1" y="16"/>
                      <a:pt x="1" y="16"/>
                    </a:cubicBezTo>
                    <a:lnTo>
                      <a:pt x="94" y="2"/>
                    </a:lnTo>
                    <a:cubicBezTo>
                      <a:pt x="85" y="1"/>
                      <a:pt x="76" y="0"/>
                      <a:pt x="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6931091" y="2282283"/>
                <a:ext cx="24347" cy="6151"/>
              </a:xfrm>
              <a:custGeom>
                <a:rect b="b" l="l" r="r" t="t"/>
                <a:pathLst>
                  <a:path extrusionOk="0" fill="none" h="24" w="95">
                    <a:moveTo>
                      <a:pt x="1" y="23"/>
                    </a:moveTo>
                    <a:cubicBezTo>
                      <a:pt x="1" y="23"/>
                      <a:pt x="35" y="1"/>
                      <a:pt x="94" y="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36"/>
              <p:cNvSpPr/>
              <p:nvPr/>
            </p:nvSpPr>
            <p:spPr>
              <a:xfrm>
                <a:off x="6542052" y="2037532"/>
                <a:ext cx="247572" cy="243209"/>
              </a:xfrm>
              <a:custGeom>
                <a:rect b="b" l="l" r="r" t="t"/>
                <a:pathLst>
                  <a:path extrusionOk="0" h="949" w="966">
                    <a:moveTo>
                      <a:pt x="965" y="0"/>
                    </a:moveTo>
                    <a:cubicBezTo>
                      <a:pt x="534" y="0"/>
                      <a:pt x="239" y="59"/>
                      <a:pt x="80" y="395"/>
                    </a:cubicBezTo>
                    <a:cubicBezTo>
                      <a:pt x="23" y="511"/>
                      <a:pt x="9" y="669"/>
                      <a:pt x="1" y="783"/>
                    </a:cubicBezTo>
                    <a:lnTo>
                      <a:pt x="1" y="792"/>
                    </a:lnTo>
                    <a:cubicBezTo>
                      <a:pt x="1" y="885"/>
                      <a:pt x="9" y="949"/>
                      <a:pt x="9" y="949"/>
                    </a:cubicBezTo>
                    <a:lnTo>
                      <a:pt x="577" y="949"/>
                    </a:lnTo>
                    <a:lnTo>
                      <a:pt x="577" y="461"/>
                    </a:lnTo>
                    <a:cubicBezTo>
                      <a:pt x="577" y="374"/>
                      <a:pt x="605" y="209"/>
                      <a:pt x="713" y="102"/>
                    </a:cubicBezTo>
                    <a:cubicBezTo>
                      <a:pt x="743" y="72"/>
                      <a:pt x="770" y="50"/>
                      <a:pt x="806" y="36"/>
                    </a:cubicBezTo>
                    <a:cubicBezTo>
                      <a:pt x="856" y="16"/>
                      <a:pt x="906" y="0"/>
                      <a:pt x="9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6"/>
              <p:cNvSpPr/>
              <p:nvPr/>
            </p:nvSpPr>
            <p:spPr>
              <a:xfrm>
                <a:off x="6689672" y="2037532"/>
                <a:ext cx="261668" cy="243209"/>
              </a:xfrm>
              <a:custGeom>
                <a:rect b="b" l="l" r="r" t="t"/>
                <a:pathLst>
                  <a:path extrusionOk="0" h="949" w="1021">
                    <a:moveTo>
                      <a:pt x="389" y="0"/>
                    </a:moveTo>
                    <a:cubicBezTo>
                      <a:pt x="330" y="0"/>
                      <a:pt x="280" y="16"/>
                      <a:pt x="230" y="36"/>
                    </a:cubicBezTo>
                    <a:cubicBezTo>
                      <a:pt x="194" y="50"/>
                      <a:pt x="167" y="72"/>
                      <a:pt x="137" y="102"/>
                    </a:cubicBezTo>
                    <a:cubicBezTo>
                      <a:pt x="29" y="209"/>
                      <a:pt x="1" y="374"/>
                      <a:pt x="1" y="461"/>
                    </a:cubicBezTo>
                    <a:lnTo>
                      <a:pt x="1" y="949"/>
                    </a:lnTo>
                    <a:cubicBezTo>
                      <a:pt x="217" y="568"/>
                      <a:pt x="589" y="490"/>
                      <a:pt x="993" y="490"/>
                    </a:cubicBezTo>
                    <a:lnTo>
                      <a:pt x="1021" y="490"/>
                    </a:lnTo>
                    <a:cubicBezTo>
                      <a:pt x="957" y="152"/>
                      <a:pt x="748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6689672" y="2162855"/>
                <a:ext cx="372127" cy="117888"/>
              </a:xfrm>
              <a:custGeom>
                <a:rect b="b" l="l" r="r" t="t"/>
                <a:pathLst>
                  <a:path extrusionOk="0" h="460" w="1452">
                    <a:moveTo>
                      <a:pt x="993" y="1"/>
                    </a:moveTo>
                    <a:cubicBezTo>
                      <a:pt x="589" y="1"/>
                      <a:pt x="217" y="79"/>
                      <a:pt x="1" y="460"/>
                    </a:cubicBezTo>
                    <a:lnTo>
                      <a:pt x="317" y="460"/>
                    </a:lnTo>
                    <a:cubicBezTo>
                      <a:pt x="339" y="460"/>
                      <a:pt x="367" y="460"/>
                      <a:pt x="396" y="453"/>
                    </a:cubicBezTo>
                    <a:cubicBezTo>
                      <a:pt x="403" y="453"/>
                      <a:pt x="410" y="453"/>
                      <a:pt x="417" y="446"/>
                    </a:cubicBezTo>
                    <a:lnTo>
                      <a:pt x="460" y="446"/>
                    </a:lnTo>
                    <a:cubicBezTo>
                      <a:pt x="575" y="432"/>
                      <a:pt x="705" y="389"/>
                      <a:pt x="814" y="317"/>
                    </a:cubicBezTo>
                    <a:cubicBezTo>
                      <a:pt x="834" y="303"/>
                      <a:pt x="857" y="287"/>
                      <a:pt x="877" y="280"/>
                    </a:cubicBezTo>
                    <a:cubicBezTo>
                      <a:pt x="934" y="244"/>
                      <a:pt x="1000" y="223"/>
                      <a:pt x="1064" y="208"/>
                    </a:cubicBezTo>
                    <a:cubicBezTo>
                      <a:pt x="1122" y="193"/>
                      <a:pt x="1183" y="185"/>
                      <a:pt x="1241" y="185"/>
                    </a:cubicBezTo>
                    <a:cubicBezTo>
                      <a:pt x="1320" y="185"/>
                      <a:pt x="1394" y="201"/>
                      <a:pt x="1452" y="237"/>
                    </a:cubicBezTo>
                    <a:cubicBezTo>
                      <a:pt x="1388" y="87"/>
                      <a:pt x="1021" y="1"/>
                      <a:pt x="10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6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rect b="b" l="l" r="r" t="t"/>
                <a:pathLst>
                  <a:path extrusionOk="0" h="7" w="64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6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36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rect b="b" l="l" r="r" t="t"/>
                <a:pathLst>
                  <a:path extrusionOk="0" h="1" w="476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36"/>
              <p:cNvSpPr/>
              <p:nvPr/>
            </p:nvSpPr>
            <p:spPr>
              <a:xfrm>
                <a:off x="7727109" y="4660850"/>
                <a:ext cx="31011" cy="29472"/>
              </a:xfrm>
              <a:custGeom>
                <a:rect b="b" l="l" r="r" t="t"/>
                <a:pathLst>
                  <a:path extrusionOk="0" h="115" w="121">
                    <a:moveTo>
                      <a:pt x="57" y="1"/>
                    </a:moveTo>
                    <a:lnTo>
                      <a:pt x="7" y="65"/>
                    </a:lnTo>
                    <a:lnTo>
                      <a:pt x="0" y="78"/>
                    </a:lnTo>
                    <a:cubicBezTo>
                      <a:pt x="14" y="87"/>
                      <a:pt x="28" y="94"/>
                      <a:pt x="50" y="101"/>
                    </a:cubicBezTo>
                    <a:cubicBezTo>
                      <a:pt x="57" y="108"/>
                      <a:pt x="64" y="108"/>
                      <a:pt x="71" y="115"/>
                    </a:cubicBezTo>
                    <a:lnTo>
                      <a:pt x="86" y="94"/>
                    </a:lnTo>
                    <a:lnTo>
                      <a:pt x="121" y="44"/>
                    </a:lnTo>
                    <a:cubicBezTo>
                      <a:pt x="114" y="35"/>
                      <a:pt x="100" y="28"/>
                      <a:pt x="93" y="28"/>
                    </a:cubicBezTo>
                    <a:cubicBezTo>
                      <a:pt x="78" y="22"/>
                      <a:pt x="71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6"/>
              <p:cNvSpPr/>
              <p:nvPr/>
            </p:nvSpPr>
            <p:spPr>
              <a:xfrm>
                <a:off x="7800406" y="4697755"/>
                <a:ext cx="29985" cy="24090"/>
              </a:xfrm>
              <a:custGeom>
                <a:rect b="b" l="l" r="r" t="t"/>
                <a:pathLst>
                  <a:path extrusionOk="0" h="94" w="117">
                    <a:moveTo>
                      <a:pt x="44" y="0"/>
                    </a:moveTo>
                    <a:lnTo>
                      <a:pt x="0" y="57"/>
                    </a:lnTo>
                    <a:cubicBezTo>
                      <a:pt x="30" y="72"/>
                      <a:pt x="51" y="79"/>
                      <a:pt x="73" y="93"/>
                    </a:cubicBezTo>
                    <a:lnTo>
                      <a:pt x="87" y="72"/>
                    </a:lnTo>
                    <a:lnTo>
                      <a:pt x="116" y="29"/>
                    </a:lnTo>
                    <a:lnTo>
                      <a:pt x="109" y="29"/>
                    </a:lnTo>
                    <a:cubicBezTo>
                      <a:pt x="87" y="21"/>
                      <a:pt x="66" y="7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6"/>
              <p:cNvSpPr/>
              <p:nvPr/>
            </p:nvSpPr>
            <p:spPr>
              <a:xfrm>
                <a:off x="7511318" y="4819233"/>
                <a:ext cx="114304" cy="47924"/>
              </a:xfrm>
              <a:custGeom>
                <a:rect b="b" l="l" r="r" t="t"/>
                <a:pathLst>
                  <a:path extrusionOk="0" h="187" w="446">
                    <a:moveTo>
                      <a:pt x="0" y="0"/>
                    </a:moveTo>
                    <a:lnTo>
                      <a:pt x="14" y="187"/>
                    </a:lnTo>
                    <a:lnTo>
                      <a:pt x="445" y="187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6"/>
              <p:cNvSpPr/>
              <p:nvPr/>
            </p:nvSpPr>
            <p:spPr>
              <a:xfrm>
                <a:off x="7625364" y="4651624"/>
                <a:ext cx="921604" cy="215531"/>
              </a:xfrm>
              <a:custGeom>
                <a:rect b="b" l="l" r="r" t="t"/>
                <a:pathLst>
                  <a:path extrusionOk="0" h="841" w="3596">
                    <a:moveTo>
                      <a:pt x="1460" y="1"/>
                    </a:moveTo>
                    <a:lnTo>
                      <a:pt x="1108" y="158"/>
                    </a:lnTo>
                    <a:lnTo>
                      <a:pt x="1079" y="173"/>
                    </a:lnTo>
                    <a:lnTo>
                      <a:pt x="985" y="209"/>
                    </a:lnTo>
                    <a:lnTo>
                      <a:pt x="972" y="216"/>
                    </a:lnTo>
                    <a:lnTo>
                      <a:pt x="899" y="252"/>
                    </a:lnTo>
                    <a:lnTo>
                      <a:pt x="842" y="273"/>
                    </a:lnTo>
                    <a:lnTo>
                      <a:pt x="806" y="296"/>
                    </a:lnTo>
                    <a:lnTo>
                      <a:pt x="706" y="339"/>
                    </a:lnTo>
                    <a:lnTo>
                      <a:pt x="202" y="568"/>
                    </a:lnTo>
                    <a:lnTo>
                      <a:pt x="0" y="654"/>
                    </a:lnTo>
                    <a:lnTo>
                      <a:pt x="0" y="841"/>
                    </a:lnTo>
                    <a:lnTo>
                      <a:pt x="527" y="841"/>
                    </a:lnTo>
                    <a:lnTo>
                      <a:pt x="935" y="654"/>
                    </a:lnTo>
                    <a:lnTo>
                      <a:pt x="1223" y="525"/>
                    </a:lnTo>
                    <a:lnTo>
                      <a:pt x="1330" y="475"/>
                    </a:lnTo>
                    <a:lnTo>
                      <a:pt x="1337" y="475"/>
                    </a:lnTo>
                    <a:lnTo>
                      <a:pt x="1460" y="416"/>
                    </a:lnTo>
                    <a:lnTo>
                      <a:pt x="2136" y="416"/>
                    </a:lnTo>
                    <a:lnTo>
                      <a:pt x="3071" y="841"/>
                    </a:lnTo>
                    <a:lnTo>
                      <a:pt x="3595" y="841"/>
                    </a:lnTo>
                    <a:lnTo>
                      <a:pt x="3595" y="654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6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rect b="b" l="l" r="r" t="t"/>
                <a:pathLst>
                  <a:path extrusionOk="0" h="1" w="476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6"/>
              <p:cNvSpPr/>
              <p:nvPr/>
            </p:nvSpPr>
            <p:spPr>
              <a:xfrm>
                <a:off x="7505936" y="4664438"/>
                <a:ext cx="313182" cy="155049"/>
              </a:xfrm>
              <a:custGeom>
                <a:rect b="b" l="l" r="r" t="t"/>
                <a:pathLst>
                  <a:path extrusionOk="0" h="605" w="1222">
                    <a:moveTo>
                      <a:pt x="647" y="1"/>
                    </a:moveTo>
                    <a:cubicBezTo>
                      <a:pt x="625" y="1"/>
                      <a:pt x="604" y="8"/>
                      <a:pt x="582" y="14"/>
                    </a:cubicBezTo>
                    <a:cubicBezTo>
                      <a:pt x="575" y="21"/>
                      <a:pt x="561" y="21"/>
                      <a:pt x="546" y="30"/>
                    </a:cubicBezTo>
                    <a:cubicBezTo>
                      <a:pt x="525" y="44"/>
                      <a:pt x="496" y="58"/>
                      <a:pt x="475" y="64"/>
                    </a:cubicBezTo>
                    <a:cubicBezTo>
                      <a:pt x="439" y="80"/>
                      <a:pt x="403" y="94"/>
                      <a:pt x="366" y="101"/>
                    </a:cubicBezTo>
                    <a:lnTo>
                      <a:pt x="323" y="101"/>
                    </a:lnTo>
                    <a:cubicBezTo>
                      <a:pt x="309" y="108"/>
                      <a:pt x="294" y="108"/>
                      <a:pt x="273" y="108"/>
                    </a:cubicBezTo>
                    <a:cubicBezTo>
                      <a:pt x="220" y="108"/>
                      <a:pt x="186" y="95"/>
                      <a:pt x="159" y="95"/>
                    </a:cubicBezTo>
                    <a:cubicBezTo>
                      <a:pt x="145" y="95"/>
                      <a:pt x="133" y="98"/>
                      <a:pt x="121" y="108"/>
                    </a:cubicBezTo>
                    <a:cubicBezTo>
                      <a:pt x="114" y="116"/>
                      <a:pt x="108" y="123"/>
                      <a:pt x="101" y="137"/>
                    </a:cubicBezTo>
                    <a:lnTo>
                      <a:pt x="101" y="144"/>
                    </a:lnTo>
                    <a:cubicBezTo>
                      <a:pt x="57" y="209"/>
                      <a:pt x="1" y="409"/>
                      <a:pt x="21" y="604"/>
                    </a:cubicBezTo>
                    <a:lnTo>
                      <a:pt x="466" y="604"/>
                    </a:lnTo>
                    <a:lnTo>
                      <a:pt x="668" y="518"/>
                    </a:lnTo>
                    <a:lnTo>
                      <a:pt x="1172" y="289"/>
                    </a:lnTo>
                    <a:lnTo>
                      <a:pt x="1222" y="223"/>
                    </a:lnTo>
                    <a:cubicBezTo>
                      <a:pt x="1200" y="209"/>
                      <a:pt x="1179" y="202"/>
                      <a:pt x="1149" y="187"/>
                    </a:cubicBezTo>
                    <a:lnTo>
                      <a:pt x="1086" y="280"/>
                    </a:lnTo>
                    <a:cubicBezTo>
                      <a:pt x="1079" y="289"/>
                      <a:pt x="1063" y="296"/>
                      <a:pt x="1056" y="296"/>
                    </a:cubicBezTo>
                    <a:cubicBezTo>
                      <a:pt x="1049" y="296"/>
                      <a:pt x="1043" y="296"/>
                      <a:pt x="1036" y="289"/>
                    </a:cubicBezTo>
                    <a:cubicBezTo>
                      <a:pt x="1013" y="273"/>
                      <a:pt x="1013" y="252"/>
                      <a:pt x="1027" y="237"/>
                    </a:cubicBezTo>
                    <a:lnTo>
                      <a:pt x="1079" y="159"/>
                    </a:lnTo>
                    <a:cubicBezTo>
                      <a:pt x="1056" y="151"/>
                      <a:pt x="1027" y="137"/>
                      <a:pt x="1006" y="130"/>
                    </a:cubicBezTo>
                    <a:lnTo>
                      <a:pt x="934" y="223"/>
                    </a:lnTo>
                    <a:cubicBezTo>
                      <a:pt x="927" y="237"/>
                      <a:pt x="920" y="237"/>
                      <a:pt x="906" y="237"/>
                    </a:cubicBezTo>
                    <a:cubicBezTo>
                      <a:pt x="898" y="237"/>
                      <a:pt x="891" y="237"/>
                      <a:pt x="884" y="230"/>
                    </a:cubicBezTo>
                    <a:cubicBezTo>
                      <a:pt x="870" y="223"/>
                      <a:pt x="863" y="194"/>
                      <a:pt x="877" y="180"/>
                    </a:cubicBezTo>
                    <a:lnTo>
                      <a:pt x="934" y="101"/>
                    </a:lnTo>
                    <a:cubicBezTo>
                      <a:pt x="927" y="94"/>
                      <a:pt x="920" y="94"/>
                      <a:pt x="913" y="87"/>
                    </a:cubicBezTo>
                    <a:cubicBezTo>
                      <a:pt x="891" y="80"/>
                      <a:pt x="877" y="73"/>
                      <a:pt x="863" y="64"/>
                    </a:cubicBezTo>
                    <a:lnTo>
                      <a:pt x="834" y="101"/>
                    </a:lnTo>
                    <a:lnTo>
                      <a:pt x="784" y="173"/>
                    </a:lnTo>
                    <a:cubicBezTo>
                      <a:pt x="777" y="180"/>
                      <a:pt x="768" y="187"/>
                      <a:pt x="754" y="187"/>
                    </a:cubicBezTo>
                    <a:cubicBezTo>
                      <a:pt x="748" y="187"/>
                      <a:pt x="741" y="180"/>
                      <a:pt x="734" y="180"/>
                    </a:cubicBezTo>
                    <a:cubicBezTo>
                      <a:pt x="718" y="166"/>
                      <a:pt x="711" y="144"/>
                      <a:pt x="725" y="130"/>
                    </a:cubicBezTo>
                    <a:lnTo>
                      <a:pt x="725" y="123"/>
                    </a:lnTo>
                    <a:lnTo>
                      <a:pt x="748" y="94"/>
                    </a:lnTo>
                    <a:lnTo>
                      <a:pt x="791" y="37"/>
                    </a:lnTo>
                    <a:cubicBezTo>
                      <a:pt x="777" y="30"/>
                      <a:pt x="768" y="30"/>
                      <a:pt x="761" y="21"/>
                    </a:cubicBezTo>
                    <a:cubicBezTo>
                      <a:pt x="741" y="14"/>
                      <a:pt x="718" y="8"/>
                      <a:pt x="704" y="8"/>
                    </a:cubicBezTo>
                    <a:cubicBezTo>
                      <a:pt x="682" y="1"/>
                      <a:pt x="668" y="1"/>
                      <a:pt x="6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6"/>
              <p:cNvSpPr/>
              <p:nvPr/>
            </p:nvSpPr>
            <p:spPr>
              <a:xfrm>
                <a:off x="7664319" y="4620101"/>
                <a:ext cx="63046" cy="53819"/>
              </a:xfrm>
              <a:custGeom>
                <a:rect b="b" l="l" r="r" t="t"/>
                <a:pathLst>
                  <a:path extrusionOk="0" h="210" w="246">
                    <a:moveTo>
                      <a:pt x="109" y="0"/>
                    </a:moveTo>
                    <a:cubicBezTo>
                      <a:pt x="106" y="0"/>
                      <a:pt x="103" y="1"/>
                      <a:pt x="100" y="1"/>
                    </a:cubicBezTo>
                    <a:cubicBezTo>
                      <a:pt x="86" y="1"/>
                      <a:pt x="64" y="8"/>
                      <a:pt x="43" y="30"/>
                    </a:cubicBezTo>
                    <a:cubicBezTo>
                      <a:pt x="14" y="58"/>
                      <a:pt x="0" y="108"/>
                      <a:pt x="29" y="174"/>
                    </a:cubicBezTo>
                    <a:cubicBezTo>
                      <a:pt x="50" y="174"/>
                      <a:pt x="64" y="174"/>
                      <a:pt x="86" y="181"/>
                    </a:cubicBezTo>
                    <a:cubicBezTo>
                      <a:pt x="100" y="181"/>
                      <a:pt x="123" y="187"/>
                      <a:pt x="143" y="194"/>
                    </a:cubicBezTo>
                    <a:cubicBezTo>
                      <a:pt x="150" y="203"/>
                      <a:pt x="159" y="203"/>
                      <a:pt x="173" y="210"/>
                    </a:cubicBezTo>
                    <a:lnTo>
                      <a:pt x="245" y="117"/>
                    </a:lnTo>
                    <a:cubicBezTo>
                      <a:pt x="171" y="49"/>
                      <a:pt x="152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6"/>
              <p:cNvSpPr/>
              <p:nvPr/>
            </p:nvSpPr>
            <p:spPr>
              <a:xfrm>
                <a:off x="7806044" y="4694167"/>
                <a:ext cx="46388" cy="44336"/>
              </a:xfrm>
              <a:custGeom>
                <a:rect b="b" l="l" r="r" t="t"/>
                <a:pathLst>
                  <a:path extrusionOk="0" h="173" w="181">
                    <a:moveTo>
                      <a:pt x="144" y="0"/>
                    </a:moveTo>
                    <a:cubicBezTo>
                      <a:pt x="130" y="0"/>
                      <a:pt x="123" y="7"/>
                      <a:pt x="115" y="14"/>
                    </a:cubicBezTo>
                    <a:lnTo>
                      <a:pt x="94" y="43"/>
                    </a:lnTo>
                    <a:lnTo>
                      <a:pt x="65" y="86"/>
                    </a:lnTo>
                    <a:lnTo>
                      <a:pt x="51" y="107"/>
                    </a:lnTo>
                    <a:lnTo>
                      <a:pt x="1" y="173"/>
                    </a:lnTo>
                    <a:lnTo>
                      <a:pt x="101" y="130"/>
                    </a:lnTo>
                    <a:lnTo>
                      <a:pt x="137" y="107"/>
                    </a:lnTo>
                    <a:lnTo>
                      <a:pt x="167" y="71"/>
                    </a:lnTo>
                    <a:lnTo>
                      <a:pt x="173" y="57"/>
                    </a:lnTo>
                    <a:cubicBezTo>
                      <a:pt x="180" y="57"/>
                      <a:pt x="180" y="50"/>
                      <a:pt x="180" y="43"/>
                    </a:cubicBezTo>
                    <a:cubicBezTo>
                      <a:pt x="180" y="28"/>
                      <a:pt x="180" y="14"/>
                      <a:pt x="167" y="7"/>
                    </a:cubicBezTo>
                    <a:cubicBezTo>
                      <a:pt x="158" y="7"/>
                      <a:pt x="151" y="0"/>
                      <a:pt x="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6"/>
              <p:cNvSpPr/>
              <p:nvPr/>
            </p:nvSpPr>
            <p:spPr>
              <a:xfrm>
                <a:off x="7765551" y="4677252"/>
                <a:ext cx="52026" cy="63045"/>
              </a:xfrm>
              <a:custGeom>
                <a:rect b="b" l="l" r="r" t="t"/>
                <a:pathLst>
                  <a:path extrusionOk="0" h="246" w="203">
                    <a:moveTo>
                      <a:pt x="166" y="1"/>
                    </a:moveTo>
                    <a:cubicBezTo>
                      <a:pt x="152" y="1"/>
                      <a:pt x="143" y="8"/>
                      <a:pt x="130" y="14"/>
                    </a:cubicBezTo>
                    <a:lnTo>
                      <a:pt x="109" y="44"/>
                    </a:lnTo>
                    <a:lnTo>
                      <a:pt x="73" y="101"/>
                    </a:lnTo>
                    <a:lnTo>
                      <a:pt x="66" y="109"/>
                    </a:lnTo>
                    <a:lnTo>
                      <a:pt x="14" y="187"/>
                    </a:lnTo>
                    <a:cubicBezTo>
                      <a:pt x="0" y="202"/>
                      <a:pt x="0" y="223"/>
                      <a:pt x="23" y="239"/>
                    </a:cubicBezTo>
                    <a:cubicBezTo>
                      <a:pt x="30" y="246"/>
                      <a:pt x="36" y="246"/>
                      <a:pt x="43" y="246"/>
                    </a:cubicBezTo>
                    <a:cubicBezTo>
                      <a:pt x="50" y="246"/>
                      <a:pt x="66" y="239"/>
                      <a:pt x="73" y="230"/>
                    </a:cubicBezTo>
                    <a:lnTo>
                      <a:pt x="136" y="137"/>
                    </a:lnTo>
                    <a:lnTo>
                      <a:pt x="180" y="80"/>
                    </a:lnTo>
                    <a:lnTo>
                      <a:pt x="195" y="58"/>
                    </a:lnTo>
                    <a:cubicBezTo>
                      <a:pt x="202" y="51"/>
                      <a:pt x="202" y="44"/>
                      <a:pt x="202" y="37"/>
                    </a:cubicBezTo>
                    <a:cubicBezTo>
                      <a:pt x="202" y="30"/>
                      <a:pt x="195" y="14"/>
                      <a:pt x="187" y="8"/>
                    </a:cubicBezTo>
                    <a:cubicBezTo>
                      <a:pt x="180" y="1"/>
                      <a:pt x="173" y="1"/>
                      <a:pt x="1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6"/>
              <p:cNvSpPr/>
              <p:nvPr/>
            </p:nvSpPr>
            <p:spPr>
              <a:xfrm>
                <a:off x="7155852" y="3339965"/>
                <a:ext cx="1860636" cy="69964"/>
              </a:xfrm>
              <a:custGeom>
                <a:rect b="b" l="l" r="r" t="t"/>
                <a:pathLst>
                  <a:path extrusionOk="0" h="273" w="726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36"/>
              <p:cNvSpPr/>
              <p:nvPr/>
            </p:nvSpPr>
            <p:spPr>
              <a:xfrm>
                <a:off x="8045413" y="3409674"/>
                <a:ext cx="81499" cy="1242185"/>
              </a:xfrm>
              <a:custGeom>
                <a:rect b="b" l="l" r="r" t="t"/>
                <a:pathLst>
                  <a:path extrusionOk="0" h="4847" w="318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36"/>
              <p:cNvSpPr/>
              <p:nvPr/>
            </p:nvSpPr>
            <p:spPr>
              <a:xfrm>
                <a:off x="7297833" y="3301523"/>
                <a:ext cx="360851" cy="38698"/>
              </a:xfrm>
              <a:custGeom>
                <a:rect b="b" l="l" r="r" t="t"/>
                <a:pathLst>
                  <a:path extrusionOk="0" h="151" w="1408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6"/>
              <p:cNvSpPr/>
              <p:nvPr/>
            </p:nvSpPr>
            <p:spPr>
              <a:xfrm>
                <a:off x="7645610" y="2829705"/>
                <a:ext cx="773984" cy="510508"/>
              </a:xfrm>
              <a:custGeom>
                <a:rect b="b" l="l" r="r" t="t"/>
                <a:pathLst>
                  <a:path extrusionOk="0" h="1992" w="302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6"/>
              <p:cNvSpPr/>
              <p:nvPr/>
            </p:nvSpPr>
            <p:spPr>
              <a:xfrm>
                <a:off x="7981869" y="3022950"/>
                <a:ext cx="171938" cy="129150"/>
              </a:xfrm>
              <a:custGeom>
                <a:rect b="b" l="l" r="r" t="t"/>
                <a:pathLst>
                  <a:path extrusionOk="0" h="432" w="575">
                    <a:moveTo>
                      <a:pt x="216" y="1"/>
                    </a:moveTo>
                    <a:cubicBezTo>
                      <a:pt x="136" y="1"/>
                      <a:pt x="57" y="66"/>
                      <a:pt x="36" y="145"/>
                    </a:cubicBezTo>
                    <a:cubicBezTo>
                      <a:pt x="21" y="180"/>
                      <a:pt x="0" y="266"/>
                      <a:pt x="150" y="382"/>
                    </a:cubicBezTo>
                    <a:lnTo>
                      <a:pt x="216" y="432"/>
                    </a:lnTo>
                    <a:lnTo>
                      <a:pt x="309" y="382"/>
                    </a:lnTo>
                    <a:cubicBezTo>
                      <a:pt x="525" y="266"/>
                      <a:pt x="545" y="180"/>
                      <a:pt x="554" y="145"/>
                    </a:cubicBezTo>
                    <a:cubicBezTo>
                      <a:pt x="575" y="66"/>
                      <a:pt x="531" y="1"/>
                      <a:pt x="452" y="1"/>
                    </a:cubicBezTo>
                    <a:cubicBezTo>
                      <a:pt x="402" y="1"/>
                      <a:pt x="352" y="30"/>
                      <a:pt x="316" y="66"/>
                    </a:cubicBezTo>
                    <a:cubicBezTo>
                      <a:pt x="302" y="30"/>
                      <a:pt x="266" y="1"/>
                      <a:pt x="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6"/>
              <p:cNvSpPr/>
              <p:nvPr/>
            </p:nvSpPr>
            <p:spPr>
              <a:xfrm>
                <a:off x="8520564" y="3004746"/>
                <a:ext cx="214255" cy="95848"/>
              </a:xfrm>
              <a:custGeom>
                <a:rect b="b" l="l" r="r" t="t"/>
                <a:pathLst>
                  <a:path extrusionOk="0" h="374" w="836">
                    <a:moveTo>
                      <a:pt x="461" y="1"/>
                    </a:moveTo>
                    <a:lnTo>
                      <a:pt x="468" y="21"/>
                    </a:lnTo>
                    <a:lnTo>
                      <a:pt x="468" y="101"/>
                    </a:lnTo>
                    <a:cubicBezTo>
                      <a:pt x="448" y="101"/>
                      <a:pt x="425" y="108"/>
                      <a:pt x="411" y="108"/>
                    </a:cubicBezTo>
                    <a:cubicBezTo>
                      <a:pt x="404" y="108"/>
                      <a:pt x="389" y="108"/>
                      <a:pt x="382" y="101"/>
                    </a:cubicBezTo>
                    <a:lnTo>
                      <a:pt x="375" y="101"/>
                    </a:lnTo>
                    <a:lnTo>
                      <a:pt x="375" y="44"/>
                    </a:lnTo>
                    <a:lnTo>
                      <a:pt x="354" y="7"/>
                    </a:lnTo>
                    <a:cubicBezTo>
                      <a:pt x="166" y="37"/>
                      <a:pt x="23" y="187"/>
                      <a:pt x="1" y="373"/>
                    </a:cubicBezTo>
                    <a:lnTo>
                      <a:pt x="836" y="373"/>
                    </a:lnTo>
                    <a:cubicBezTo>
                      <a:pt x="820" y="180"/>
                      <a:pt x="656" y="14"/>
                      <a:pt x="4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6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6"/>
              <p:cNvSpPr/>
              <p:nvPr/>
            </p:nvSpPr>
            <p:spPr>
              <a:xfrm>
                <a:off x="8533890" y="3142627"/>
                <a:ext cx="189908" cy="44593"/>
              </a:xfrm>
              <a:custGeom>
                <a:rect b="b" l="l" r="r" t="t"/>
                <a:pathLst>
                  <a:path extrusionOk="0" h="174" w="741">
                    <a:moveTo>
                      <a:pt x="0" y="1"/>
                    </a:moveTo>
                    <a:lnTo>
                      <a:pt x="14" y="173"/>
                    </a:lnTo>
                    <a:lnTo>
                      <a:pt x="725" y="173"/>
                    </a:lnTo>
                    <a:lnTo>
                      <a:pt x="74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6"/>
              <p:cNvSpPr/>
              <p:nvPr/>
            </p:nvSpPr>
            <p:spPr>
              <a:xfrm>
                <a:off x="8544911" y="3288196"/>
                <a:ext cx="167867" cy="52025"/>
              </a:xfrm>
              <a:custGeom>
                <a:rect b="b" l="l" r="r" t="t"/>
                <a:pathLst>
                  <a:path extrusionOk="0" h="203" w="655">
                    <a:moveTo>
                      <a:pt x="1" y="0"/>
                    </a:moveTo>
                    <a:lnTo>
                      <a:pt x="14" y="202"/>
                    </a:lnTo>
                    <a:lnTo>
                      <a:pt x="632" y="202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6"/>
              <p:cNvSpPr/>
              <p:nvPr/>
            </p:nvSpPr>
            <p:spPr>
              <a:xfrm>
                <a:off x="8515438" y="3100340"/>
                <a:ext cx="226557" cy="42542"/>
              </a:xfrm>
              <a:custGeom>
                <a:rect b="b" l="l" r="r" t="t"/>
                <a:pathLst>
                  <a:path extrusionOk="0" h="166" w="884">
                    <a:moveTo>
                      <a:pt x="0" y="0"/>
                    </a:moveTo>
                    <a:lnTo>
                      <a:pt x="0" y="166"/>
                    </a:lnTo>
                    <a:lnTo>
                      <a:pt x="883" y="166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6"/>
              <p:cNvSpPr/>
              <p:nvPr/>
            </p:nvSpPr>
            <p:spPr>
              <a:xfrm>
                <a:off x="8529790" y="3186964"/>
                <a:ext cx="197597" cy="101487"/>
              </a:xfrm>
              <a:custGeom>
                <a:rect b="b" l="l" r="r" t="t"/>
                <a:pathLst>
                  <a:path extrusionOk="0" h="396" w="771">
                    <a:moveTo>
                      <a:pt x="1" y="0"/>
                    </a:moveTo>
                    <a:lnTo>
                      <a:pt x="37" y="395"/>
                    </a:lnTo>
                    <a:lnTo>
                      <a:pt x="734" y="395"/>
                    </a:lnTo>
                    <a:lnTo>
                      <a:pt x="77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6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rect b="b" l="l" r="r" t="t"/>
                <a:pathLst>
                  <a:path extrusionOk="0" h="15" w="66">
                    <a:moveTo>
                      <a:pt x="66" y="1"/>
                    </a:moveTo>
                    <a:lnTo>
                      <a:pt x="0" y="15"/>
                    </a:lnTo>
                    <a:cubicBezTo>
                      <a:pt x="23" y="15"/>
                      <a:pt x="43" y="8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6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rect b="b" l="l" r="r" t="t"/>
                <a:pathLst>
                  <a:path extrusionOk="0" fill="none" h="15" w="66">
                    <a:moveTo>
                      <a:pt x="66" y="1"/>
                    </a:moveTo>
                    <a:cubicBezTo>
                      <a:pt x="43" y="8"/>
                      <a:pt x="23" y="15"/>
                      <a:pt x="0" y="15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6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rect b="b" l="l" r="r" t="t"/>
                <a:pathLst>
                  <a:path extrusionOk="0" h="15" w="65">
                    <a:moveTo>
                      <a:pt x="0" y="1"/>
                    </a:moveTo>
                    <a:cubicBezTo>
                      <a:pt x="0" y="1"/>
                      <a:pt x="21" y="15"/>
                      <a:pt x="64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6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rect b="b" l="l" r="r" t="t"/>
                <a:pathLst>
                  <a:path extrusionOk="0" fill="none" h="15" w="65">
                    <a:moveTo>
                      <a:pt x="64" y="15"/>
                    </a:moveTo>
                    <a:cubicBezTo>
                      <a:pt x="21" y="15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6"/>
              <p:cNvSpPr/>
              <p:nvPr/>
            </p:nvSpPr>
            <p:spPr>
              <a:xfrm>
                <a:off x="8535684" y="2879167"/>
                <a:ext cx="105077" cy="153255"/>
              </a:xfrm>
              <a:custGeom>
                <a:rect b="b" l="l" r="r" t="t"/>
                <a:pathLst>
                  <a:path extrusionOk="0" h="598" w="410">
                    <a:moveTo>
                      <a:pt x="94" y="1"/>
                    </a:moveTo>
                    <a:lnTo>
                      <a:pt x="0" y="23"/>
                    </a:lnTo>
                    <a:lnTo>
                      <a:pt x="295" y="497"/>
                    </a:lnTo>
                    <a:lnTo>
                      <a:pt x="316" y="534"/>
                    </a:lnTo>
                    <a:lnTo>
                      <a:pt x="316" y="591"/>
                    </a:lnTo>
                    <a:lnTo>
                      <a:pt x="323" y="591"/>
                    </a:lnTo>
                    <a:cubicBezTo>
                      <a:pt x="330" y="598"/>
                      <a:pt x="345" y="598"/>
                      <a:pt x="352" y="598"/>
                    </a:cubicBezTo>
                    <a:cubicBezTo>
                      <a:pt x="366" y="598"/>
                      <a:pt x="389" y="591"/>
                      <a:pt x="409" y="591"/>
                    </a:cubicBezTo>
                    <a:lnTo>
                      <a:pt x="409" y="511"/>
                    </a:lnTo>
                    <a:lnTo>
                      <a:pt x="402" y="491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6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6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6"/>
              <p:cNvSpPr/>
              <p:nvPr/>
            </p:nvSpPr>
            <p:spPr>
              <a:xfrm>
                <a:off x="5998730" y="3719265"/>
                <a:ext cx="15377" cy="68683"/>
              </a:xfrm>
              <a:custGeom>
                <a:rect b="b" l="l" r="r" t="t"/>
                <a:pathLst>
                  <a:path extrusionOk="0" h="268" w="60">
                    <a:moveTo>
                      <a:pt x="59" y="0"/>
                    </a:moveTo>
                    <a:lnTo>
                      <a:pt x="1" y="268"/>
                    </a:lnTo>
                    <a:cubicBezTo>
                      <a:pt x="37" y="181"/>
                      <a:pt x="59" y="87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6"/>
              <p:cNvSpPr/>
              <p:nvPr/>
            </p:nvSpPr>
            <p:spPr>
              <a:xfrm>
                <a:off x="5724250" y="2658251"/>
                <a:ext cx="315488" cy="1339827"/>
              </a:xfrm>
              <a:custGeom>
                <a:rect b="b" l="l" r="r" t="t"/>
                <a:pathLst>
                  <a:path extrusionOk="0" h="5228" w="1231">
                    <a:moveTo>
                      <a:pt x="620" y="0"/>
                    </a:moveTo>
                    <a:cubicBezTo>
                      <a:pt x="620" y="0"/>
                      <a:pt x="130" y="540"/>
                      <a:pt x="181" y="1201"/>
                    </a:cubicBezTo>
                    <a:cubicBezTo>
                      <a:pt x="225" y="1863"/>
                      <a:pt x="80" y="2150"/>
                      <a:pt x="37" y="2329"/>
                    </a:cubicBezTo>
                    <a:cubicBezTo>
                      <a:pt x="23" y="2388"/>
                      <a:pt x="9" y="2467"/>
                      <a:pt x="0" y="2545"/>
                    </a:cubicBezTo>
                    <a:lnTo>
                      <a:pt x="0" y="2560"/>
                    </a:lnTo>
                    <a:cubicBezTo>
                      <a:pt x="66" y="3005"/>
                      <a:pt x="202" y="3178"/>
                      <a:pt x="259" y="3293"/>
                    </a:cubicBezTo>
                    <a:cubicBezTo>
                      <a:pt x="318" y="3407"/>
                      <a:pt x="388" y="3652"/>
                      <a:pt x="332" y="3818"/>
                    </a:cubicBezTo>
                    <a:cubicBezTo>
                      <a:pt x="318" y="3875"/>
                      <a:pt x="311" y="3925"/>
                      <a:pt x="302" y="3968"/>
                    </a:cubicBezTo>
                    <a:cubicBezTo>
                      <a:pt x="302" y="4063"/>
                      <a:pt x="332" y="4149"/>
                      <a:pt x="388" y="4249"/>
                    </a:cubicBezTo>
                    <a:cubicBezTo>
                      <a:pt x="475" y="4399"/>
                      <a:pt x="533" y="4608"/>
                      <a:pt x="454" y="4787"/>
                    </a:cubicBezTo>
                    <a:cubicBezTo>
                      <a:pt x="411" y="4889"/>
                      <a:pt x="425" y="5039"/>
                      <a:pt x="418" y="5175"/>
                    </a:cubicBezTo>
                    <a:cubicBezTo>
                      <a:pt x="425" y="5191"/>
                      <a:pt x="432" y="5212"/>
                      <a:pt x="447" y="5227"/>
                    </a:cubicBezTo>
                    <a:lnTo>
                      <a:pt x="770" y="5227"/>
                    </a:lnTo>
                    <a:cubicBezTo>
                      <a:pt x="756" y="5105"/>
                      <a:pt x="777" y="4960"/>
                      <a:pt x="734" y="4860"/>
                    </a:cubicBezTo>
                    <a:cubicBezTo>
                      <a:pt x="670" y="4710"/>
                      <a:pt x="720" y="4522"/>
                      <a:pt x="792" y="4392"/>
                    </a:cubicBezTo>
                    <a:cubicBezTo>
                      <a:pt x="872" y="4263"/>
                      <a:pt x="885" y="4170"/>
                      <a:pt x="842" y="4026"/>
                    </a:cubicBezTo>
                    <a:cubicBezTo>
                      <a:pt x="835" y="4020"/>
                      <a:pt x="835" y="4011"/>
                      <a:pt x="835" y="3997"/>
                    </a:cubicBezTo>
                    <a:cubicBezTo>
                      <a:pt x="799" y="3854"/>
                      <a:pt x="856" y="3666"/>
                      <a:pt x="906" y="3566"/>
                    </a:cubicBezTo>
                    <a:cubicBezTo>
                      <a:pt x="958" y="3466"/>
                      <a:pt x="1072" y="3321"/>
                      <a:pt x="1130" y="2933"/>
                    </a:cubicBezTo>
                    <a:cubicBezTo>
                      <a:pt x="1144" y="2826"/>
                      <a:pt x="1180" y="2726"/>
                      <a:pt x="1230" y="2639"/>
                    </a:cubicBezTo>
                    <a:cubicBezTo>
                      <a:pt x="1230" y="2524"/>
                      <a:pt x="1208" y="2415"/>
                      <a:pt x="1194" y="2338"/>
                    </a:cubicBezTo>
                    <a:cubicBezTo>
                      <a:pt x="1144" y="2150"/>
                      <a:pt x="1001" y="1863"/>
                      <a:pt x="1051" y="1201"/>
                    </a:cubicBezTo>
                    <a:cubicBezTo>
                      <a:pt x="1101" y="547"/>
                      <a:pt x="620" y="0"/>
                      <a:pt x="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6"/>
              <p:cNvSpPr/>
              <p:nvPr/>
            </p:nvSpPr>
            <p:spPr>
              <a:xfrm>
                <a:off x="5879046" y="2658251"/>
                <a:ext cx="4101" cy="1339827"/>
              </a:xfrm>
              <a:custGeom>
                <a:rect b="b" l="l" r="r" t="t"/>
                <a:pathLst>
                  <a:path extrusionOk="0" fill="none" h="5228" w="16">
                    <a:moveTo>
                      <a:pt x="16" y="0"/>
                    </a:moveTo>
                    <a:lnTo>
                      <a:pt x="9" y="1582"/>
                    </a:lnTo>
                    <a:lnTo>
                      <a:pt x="9" y="3041"/>
                    </a:lnTo>
                    <a:lnTo>
                      <a:pt x="9" y="4458"/>
                    </a:lnTo>
                    <a:lnTo>
                      <a:pt x="0" y="5227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6"/>
              <p:cNvSpPr/>
              <p:nvPr/>
            </p:nvSpPr>
            <p:spPr>
              <a:xfrm>
                <a:off x="5801648" y="3671596"/>
                <a:ext cx="79705" cy="129165"/>
              </a:xfrm>
              <a:custGeom>
                <a:rect b="b" l="l" r="r" t="t"/>
                <a:pathLst>
                  <a:path extrusionOk="0" fill="none" h="504" w="311">
                    <a:moveTo>
                      <a:pt x="311" y="504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36"/>
              <p:cNvSpPr/>
              <p:nvPr/>
            </p:nvSpPr>
            <p:spPr>
              <a:xfrm>
                <a:off x="5881096" y="3682616"/>
                <a:ext cx="57408" cy="69964"/>
              </a:xfrm>
              <a:custGeom>
                <a:rect b="b" l="l" r="r" t="t"/>
                <a:pathLst>
                  <a:path extrusionOk="0" fill="none" h="273" w="224">
                    <a:moveTo>
                      <a:pt x="223" y="0"/>
                    </a:moveTo>
                    <a:lnTo>
                      <a:pt x="1" y="27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6"/>
              <p:cNvSpPr/>
              <p:nvPr/>
            </p:nvSpPr>
            <p:spPr>
              <a:xfrm>
                <a:off x="5882890" y="2916328"/>
                <a:ext cx="73810" cy="90467"/>
              </a:xfrm>
              <a:custGeom>
                <a:rect b="b" l="l" r="r" t="t"/>
                <a:pathLst>
                  <a:path extrusionOk="0" fill="none" h="353" w="288">
                    <a:moveTo>
                      <a:pt x="1" y="352"/>
                    </a:moveTo>
                    <a:lnTo>
                      <a:pt x="28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6"/>
              <p:cNvSpPr/>
              <p:nvPr/>
            </p:nvSpPr>
            <p:spPr>
              <a:xfrm>
                <a:off x="5881096" y="3257185"/>
                <a:ext cx="119686" cy="145823"/>
              </a:xfrm>
              <a:custGeom>
                <a:rect b="b" l="l" r="r" t="t"/>
                <a:pathLst>
                  <a:path extrusionOk="0" fill="none" h="569" w="467">
                    <a:moveTo>
                      <a:pt x="1" y="568"/>
                    </a:moveTo>
                    <a:lnTo>
                      <a:pt x="46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36"/>
              <p:cNvSpPr/>
              <p:nvPr/>
            </p:nvSpPr>
            <p:spPr>
              <a:xfrm>
                <a:off x="5781658" y="3277176"/>
                <a:ext cx="99695" cy="160687"/>
              </a:xfrm>
              <a:custGeom>
                <a:rect b="b" l="l" r="r" t="t"/>
                <a:pathLst>
                  <a:path extrusionOk="0" fill="none" h="627" w="389">
                    <a:moveTo>
                      <a:pt x="389" y="626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6"/>
              <p:cNvSpPr/>
              <p:nvPr/>
            </p:nvSpPr>
            <p:spPr>
              <a:xfrm>
                <a:off x="5820101" y="2963997"/>
                <a:ext cx="61252" cy="99693"/>
              </a:xfrm>
              <a:custGeom>
                <a:rect b="b" l="l" r="r" t="t"/>
                <a:pathLst>
                  <a:path extrusionOk="0" fill="none" h="389" w="239">
                    <a:moveTo>
                      <a:pt x="239" y="389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6"/>
              <p:cNvSpPr/>
              <p:nvPr/>
            </p:nvSpPr>
            <p:spPr>
              <a:xfrm>
                <a:off x="5604822" y="3124687"/>
                <a:ext cx="256286" cy="873399"/>
              </a:xfrm>
              <a:custGeom>
                <a:rect b="b" l="l" r="r" t="t"/>
                <a:pathLst>
                  <a:path extrusionOk="0" h="3408" w="1000">
                    <a:moveTo>
                      <a:pt x="1" y="0"/>
                    </a:moveTo>
                    <a:lnTo>
                      <a:pt x="230" y="1056"/>
                    </a:lnTo>
                    <a:lnTo>
                      <a:pt x="439" y="2034"/>
                    </a:lnTo>
                    <a:lnTo>
                      <a:pt x="446" y="2034"/>
                    </a:lnTo>
                    <a:lnTo>
                      <a:pt x="647" y="2976"/>
                    </a:lnTo>
                    <a:lnTo>
                      <a:pt x="741" y="3407"/>
                    </a:lnTo>
                    <a:lnTo>
                      <a:pt x="877" y="3407"/>
                    </a:lnTo>
                    <a:cubicBezTo>
                      <a:pt x="884" y="3392"/>
                      <a:pt x="884" y="3371"/>
                      <a:pt x="884" y="3355"/>
                    </a:cubicBezTo>
                    <a:cubicBezTo>
                      <a:pt x="891" y="3219"/>
                      <a:pt x="877" y="3069"/>
                      <a:pt x="920" y="2967"/>
                    </a:cubicBezTo>
                    <a:cubicBezTo>
                      <a:pt x="999" y="2788"/>
                      <a:pt x="941" y="2579"/>
                      <a:pt x="854" y="2429"/>
                    </a:cubicBezTo>
                    <a:cubicBezTo>
                      <a:pt x="798" y="2329"/>
                      <a:pt x="768" y="2243"/>
                      <a:pt x="768" y="2148"/>
                    </a:cubicBezTo>
                    <a:cubicBezTo>
                      <a:pt x="777" y="2105"/>
                      <a:pt x="784" y="2055"/>
                      <a:pt x="798" y="1998"/>
                    </a:cubicBezTo>
                    <a:cubicBezTo>
                      <a:pt x="854" y="1832"/>
                      <a:pt x="784" y="1587"/>
                      <a:pt x="725" y="1473"/>
                    </a:cubicBezTo>
                    <a:cubicBezTo>
                      <a:pt x="668" y="1358"/>
                      <a:pt x="532" y="1185"/>
                      <a:pt x="466" y="740"/>
                    </a:cubicBezTo>
                    <a:lnTo>
                      <a:pt x="466" y="725"/>
                    </a:lnTo>
                    <a:cubicBezTo>
                      <a:pt x="396" y="28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6"/>
              <p:cNvSpPr/>
              <p:nvPr/>
            </p:nvSpPr>
            <p:spPr>
              <a:xfrm>
                <a:off x="5542033" y="3124687"/>
                <a:ext cx="252698" cy="873399"/>
              </a:xfrm>
              <a:custGeom>
                <a:rect b="b" l="l" r="r" t="t"/>
                <a:pathLst>
                  <a:path extrusionOk="0" h="3408" w="986">
                    <a:moveTo>
                      <a:pt x="246" y="0"/>
                    </a:moveTo>
                    <a:cubicBezTo>
                      <a:pt x="246" y="0"/>
                      <a:pt x="1" y="431"/>
                      <a:pt x="130" y="863"/>
                    </a:cubicBezTo>
                    <a:cubicBezTo>
                      <a:pt x="252" y="1301"/>
                      <a:pt x="202" y="1510"/>
                      <a:pt x="194" y="1639"/>
                    </a:cubicBezTo>
                    <a:cubicBezTo>
                      <a:pt x="194" y="1768"/>
                      <a:pt x="223" y="2018"/>
                      <a:pt x="346" y="2148"/>
                    </a:cubicBezTo>
                    <a:cubicBezTo>
                      <a:pt x="468" y="2277"/>
                      <a:pt x="489" y="2393"/>
                      <a:pt x="475" y="2565"/>
                    </a:cubicBezTo>
                    <a:cubicBezTo>
                      <a:pt x="461" y="2731"/>
                      <a:pt x="496" y="2953"/>
                      <a:pt x="641" y="3083"/>
                    </a:cubicBezTo>
                    <a:cubicBezTo>
                      <a:pt x="720" y="3155"/>
                      <a:pt x="763" y="3292"/>
                      <a:pt x="827" y="3407"/>
                    </a:cubicBezTo>
                    <a:lnTo>
                      <a:pt x="986" y="3407"/>
                    </a:lnTo>
                    <a:lnTo>
                      <a:pt x="892" y="2976"/>
                    </a:lnTo>
                    <a:lnTo>
                      <a:pt x="691" y="2034"/>
                    </a:lnTo>
                    <a:lnTo>
                      <a:pt x="684" y="2034"/>
                    </a:lnTo>
                    <a:lnTo>
                      <a:pt x="475" y="105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36"/>
              <p:cNvSpPr/>
              <p:nvPr/>
            </p:nvSpPr>
            <p:spPr>
              <a:xfrm>
                <a:off x="5698622" y="3813321"/>
                <a:ext cx="72273" cy="74065"/>
              </a:xfrm>
              <a:custGeom>
                <a:rect b="b" l="l" r="r" t="t"/>
                <a:pathLst>
                  <a:path extrusionOk="0" fill="none" h="289" w="282">
                    <a:moveTo>
                      <a:pt x="281" y="289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6"/>
              <p:cNvSpPr/>
              <p:nvPr/>
            </p:nvSpPr>
            <p:spPr>
              <a:xfrm>
                <a:off x="5763206" y="3769240"/>
                <a:ext cx="44337" cy="86879"/>
              </a:xfrm>
              <a:custGeom>
                <a:rect b="b" l="l" r="r" t="t"/>
                <a:pathLst>
                  <a:path extrusionOk="0" fill="none" h="339" w="173">
                    <a:moveTo>
                      <a:pt x="0" y="338"/>
                    </a:moveTo>
                    <a:lnTo>
                      <a:pt x="173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6"/>
              <p:cNvSpPr/>
              <p:nvPr/>
            </p:nvSpPr>
            <p:spPr>
              <a:xfrm>
                <a:off x="5656079" y="3284608"/>
                <a:ext cx="35111" cy="72271"/>
              </a:xfrm>
              <a:custGeom>
                <a:rect b="b" l="l" r="r" t="t"/>
                <a:pathLst>
                  <a:path extrusionOk="0" fill="none" h="282" w="137">
                    <a:moveTo>
                      <a:pt x="1" y="282"/>
                    </a:moveTo>
                    <a:lnTo>
                      <a:pt x="13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6"/>
              <p:cNvSpPr/>
              <p:nvPr/>
            </p:nvSpPr>
            <p:spPr>
              <a:xfrm>
                <a:off x="5770638" y="3505780"/>
                <a:ext cx="256" cy="1794"/>
              </a:xfrm>
              <a:custGeom>
                <a:rect b="b" l="l" r="r" t="t"/>
                <a:pathLst>
                  <a:path extrusionOk="0" fill="none" h="7" w="1">
                    <a:moveTo>
                      <a:pt x="0" y="0"/>
                    </a:moveTo>
                    <a:lnTo>
                      <a:pt x="0" y="7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6"/>
              <p:cNvSpPr/>
              <p:nvPr/>
            </p:nvSpPr>
            <p:spPr>
              <a:xfrm>
                <a:off x="5713230" y="3509112"/>
                <a:ext cx="57664" cy="113019"/>
              </a:xfrm>
              <a:custGeom>
                <a:rect b="b" l="l" r="r" t="t"/>
                <a:pathLst>
                  <a:path extrusionOk="0" fill="none" h="441" w="225">
                    <a:moveTo>
                      <a:pt x="224" y="1"/>
                    </a:moveTo>
                    <a:lnTo>
                      <a:pt x="0" y="44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6"/>
              <p:cNvSpPr/>
              <p:nvPr/>
            </p:nvSpPr>
            <p:spPr>
              <a:xfrm>
                <a:off x="5625540" y="3551655"/>
                <a:ext cx="90469" cy="94311"/>
              </a:xfrm>
              <a:custGeom>
                <a:rect b="b" l="l" r="r" t="t"/>
                <a:pathLst>
                  <a:path extrusionOk="0" fill="none" h="368" w="353">
                    <a:moveTo>
                      <a:pt x="353" y="368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6"/>
              <p:cNvSpPr/>
              <p:nvPr/>
            </p:nvSpPr>
            <p:spPr>
              <a:xfrm>
                <a:off x="5608410" y="3338171"/>
                <a:ext cx="55358" cy="57150"/>
              </a:xfrm>
              <a:custGeom>
                <a:rect b="b" l="l" r="r" t="t"/>
                <a:pathLst>
                  <a:path extrusionOk="0" fill="none" h="223" w="216">
                    <a:moveTo>
                      <a:pt x="216" y="223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36"/>
              <p:cNvSpPr/>
              <p:nvPr/>
            </p:nvSpPr>
            <p:spPr>
              <a:xfrm>
                <a:off x="5895704" y="3246165"/>
                <a:ext cx="221431" cy="751923"/>
              </a:xfrm>
              <a:custGeom>
                <a:rect b="b" l="l" r="r" t="t"/>
                <a:pathLst>
                  <a:path extrusionOk="0" h="2934" w="864">
                    <a:moveTo>
                      <a:pt x="863" y="0"/>
                    </a:moveTo>
                    <a:lnTo>
                      <a:pt x="863" y="0"/>
                    </a:lnTo>
                    <a:cubicBezTo>
                      <a:pt x="863" y="1"/>
                      <a:pt x="684" y="130"/>
                      <a:pt x="561" y="345"/>
                    </a:cubicBezTo>
                    <a:cubicBezTo>
                      <a:pt x="511" y="432"/>
                      <a:pt x="475" y="532"/>
                      <a:pt x="461" y="639"/>
                    </a:cubicBezTo>
                    <a:cubicBezTo>
                      <a:pt x="403" y="1027"/>
                      <a:pt x="289" y="1172"/>
                      <a:pt x="237" y="1272"/>
                    </a:cubicBezTo>
                    <a:cubicBezTo>
                      <a:pt x="187" y="1372"/>
                      <a:pt x="130" y="1560"/>
                      <a:pt x="166" y="1703"/>
                    </a:cubicBezTo>
                    <a:cubicBezTo>
                      <a:pt x="166" y="1717"/>
                      <a:pt x="166" y="1726"/>
                      <a:pt x="173" y="1732"/>
                    </a:cubicBezTo>
                    <a:cubicBezTo>
                      <a:pt x="216" y="1876"/>
                      <a:pt x="203" y="1969"/>
                      <a:pt x="123" y="2098"/>
                    </a:cubicBezTo>
                    <a:cubicBezTo>
                      <a:pt x="51" y="2228"/>
                      <a:pt x="1" y="2416"/>
                      <a:pt x="65" y="2566"/>
                    </a:cubicBezTo>
                    <a:cubicBezTo>
                      <a:pt x="108" y="2666"/>
                      <a:pt x="87" y="2811"/>
                      <a:pt x="101" y="2933"/>
                    </a:cubicBezTo>
                    <a:lnTo>
                      <a:pt x="223" y="2933"/>
                    </a:lnTo>
                    <a:lnTo>
                      <a:pt x="303" y="2580"/>
                    </a:lnTo>
                    <a:lnTo>
                      <a:pt x="403" y="2114"/>
                    </a:lnTo>
                    <a:lnTo>
                      <a:pt x="461" y="1846"/>
                    </a:lnTo>
                    <a:lnTo>
                      <a:pt x="482" y="1760"/>
                    </a:lnTo>
                    <a:lnTo>
                      <a:pt x="668" y="913"/>
                    </a:lnTo>
                    <a:lnTo>
                      <a:pt x="86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36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6"/>
              <p:cNvSpPr/>
              <p:nvPr/>
            </p:nvSpPr>
            <p:spPr>
              <a:xfrm>
                <a:off x="5952856" y="3246165"/>
                <a:ext cx="219381" cy="751923"/>
              </a:xfrm>
              <a:custGeom>
                <a:rect b="b" l="l" r="r" t="t"/>
                <a:pathLst>
                  <a:path extrusionOk="0" h="2934" w="856">
                    <a:moveTo>
                      <a:pt x="640" y="0"/>
                    </a:moveTo>
                    <a:lnTo>
                      <a:pt x="445" y="913"/>
                    </a:lnTo>
                    <a:lnTo>
                      <a:pt x="259" y="1760"/>
                    </a:lnTo>
                    <a:lnTo>
                      <a:pt x="238" y="1846"/>
                    </a:lnTo>
                    <a:lnTo>
                      <a:pt x="180" y="2114"/>
                    </a:lnTo>
                    <a:lnTo>
                      <a:pt x="80" y="2580"/>
                    </a:lnTo>
                    <a:lnTo>
                      <a:pt x="0" y="2933"/>
                    </a:lnTo>
                    <a:lnTo>
                      <a:pt x="143" y="2933"/>
                    </a:lnTo>
                    <a:cubicBezTo>
                      <a:pt x="195" y="2838"/>
                      <a:pt x="238" y="2724"/>
                      <a:pt x="302" y="2666"/>
                    </a:cubicBezTo>
                    <a:cubicBezTo>
                      <a:pt x="425" y="2559"/>
                      <a:pt x="461" y="2364"/>
                      <a:pt x="445" y="2221"/>
                    </a:cubicBezTo>
                    <a:cubicBezTo>
                      <a:pt x="425" y="2071"/>
                      <a:pt x="445" y="1976"/>
                      <a:pt x="554" y="1862"/>
                    </a:cubicBezTo>
                    <a:cubicBezTo>
                      <a:pt x="661" y="1746"/>
                      <a:pt x="690" y="1531"/>
                      <a:pt x="683" y="1415"/>
                    </a:cubicBezTo>
                    <a:cubicBezTo>
                      <a:pt x="676" y="1308"/>
                      <a:pt x="633" y="1122"/>
                      <a:pt x="740" y="747"/>
                    </a:cubicBezTo>
                    <a:cubicBezTo>
                      <a:pt x="856" y="373"/>
                      <a:pt x="640" y="0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6"/>
              <p:cNvSpPr/>
              <p:nvPr/>
            </p:nvSpPr>
            <p:spPr>
              <a:xfrm>
                <a:off x="5973102" y="3843050"/>
                <a:ext cx="63046" cy="64326"/>
              </a:xfrm>
              <a:custGeom>
                <a:rect b="b" l="l" r="r" t="t"/>
                <a:pathLst>
                  <a:path extrusionOk="0" fill="none" h="251" w="246">
                    <a:moveTo>
                      <a:pt x="1" y="251"/>
                    </a:moveTo>
                    <a:lnTo>
                      <a:pt x="246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6"/>
              <p:cNvSpPr/>
              <p:nvPr/>
            </p:nvSpPr>
            <p:spPr>
              <a:xfrm>
                <a:off x="5941835" y="3804094"/>
                <a:ext cx="36905" cy="75859"/>
              </a:xfrm>
              <a:custGeom>
                <a:rect b="b" l="l" r="r" t="t"/>
                <a:pathLst>
                  <a:path extrusionOk="0" fill="none" h="296" w="144">
                    <a:moveTo>
                      <a:pt x="143" y="29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6"/>
              <p:cNvSpPr/>
              <p:nvPr/>
            </p:nvSpPr>
            <p:spPr>
              <a:xfrm>
                <a:off x="6041274" y="3384046"/>
                <a:ext cx="31523" cy="63045"/>
              </a:xfrm>
              <a:custGeom>
                <a:rect b="b" l="l" r="r" t="t"/>
                <a:pathLst>
                  <a:path extrusionOk="0" fill="none" h="246" w="123">
                    <a:moveTo>
                      <a:pt x="123" y="24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6"/>
              <p:cNvSpPr/>
              <p:nvPr/>
            </p:nvSpPr>
            <p:spPr>
              <a:xfrm>
                <a:off x="5973102" y="3575490"/>
                <a:ext cx="35111" cy="70477"/>
              </a:xfrm>
              <a:custGeom>
                <a:rect b="b" l="l" r="r" t="t"/>
                <a:pathLst>
                  <a:path extrusionOk="0" fill="none" h="275" w="137">
                    <a:moveTo>
                      <a:pt x="137" y="2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6"/>
              <p:cNvSpPr/>
              <p:nvPr/>
            </p:nvSpPr>
            <p:spPr>
              <a:xfrm>
                <a:off x="6007957" y="3645711"/>
                <a:ext cx="14865" cy="29472"/>
              </a:xfrm>
              <a:custGeom>
                <a:rect b="b" l="l" r="r" t="t"/>
                <a:pathLst>
                  <a:path extrusionOk="0" fill="none" h="115" w="58">
                    <a:moveTo>
                      <a:pt x="58" y="1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6"/>
              <p:cNvSpPr/>
              <p:nvPr/>
            </p:nvSpPr>
            <p:spPr>
              <a:xfrm>
                <a:off x="6018977" y="3616239"/>
                <a:ext cx="77655" cy="81240"/>
              </a:xfrm>
              <a:custGeom>
                <a:rect b="b" l="l" r="r" t="t"/>
                <a:pathLst>
                  <a:path extrusionOk="0" fill="none" h="317" w="303">
                    <a:moveTo>
                      <a:pt x="303" y="0"/>
                    </a:moveTo>
                    <a:lnTo>
                      <a:pt x="1" y="31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6"/>
              <p:cNvSpPr/>
              <p:nvPr/>
            </p:nvSpPr>
            <p:spPr>
              <a:xfrm>
                <a:off x="6066431" y="3430177"/>
                <a:ext cx="50232" cy="50231"/>
              </a:xfrm>
              <a:custGeom>
                <a:rect b="b" l="l" r="r" t="t"/>
                <a:pathLst>
                  <a:path extrusionOk="0" fill="none" h="196" w="196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6"/>
              <p:cNvSpPr/>
              <p:nvPr/>
            </p:nvSpPr>
            <p:spPr>
              <a:xfrm>
                <a:off x="5726301" y="3997845"/>
                <a:ext cx="309850" cy="869299"/>
              </a:xfrm>
              <a:custGeom>
                <a:rect b="b" l="l" r="r" t="t"/>
                <a:pathLst>
                  <a:path extrusionOk="0" h="3392" w="1209">
                    <a:moveTo>
                      <a:pt x="1" y="0"/>
                    </a:moveTo>
                    <a:lnTo>
                      <a:pt x="1" y="3392"/>
                    </a:lnTo>
                    <a:lnTo>
                      <a:pt x="1209" y="3392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6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6"/>
              <p:cNvSpPr/>
              <p:nvPr/>
            </p:nvSpPr>
            <p:spPr>
              <a:xfrm>
                <a:off x="6444921" y="2790750"/>
                <a:ext cx="383148" cy="418504"/>
              </a:xfrm>
              <a:custGeom>
                <a:rect b="b" l="l" r="r" t="t"/>
                <a:pathLst>
                  <a:path extrusionOk="0" fill="none" h="1633" w="1495">
                    <a:moveTo>
                      <a:pt x="1006" y="202"/>
                    </a:moveTo>
                    <a:cubicBezTo>
                      <a:pt x="1049" y="275"/>
                      <a:pt x="1149" y="447"/>
                      <a:pt x="1251" y="613"/>
                    </a:cubicBezTo>
                    <a:lnTo>
                      <a:pt x="1251" y="620"/>
                    </a:lnTo>
                    <a:lnTo>
                      <a:pt x="1251" y="620"/>
                    </a:lnTo>
                    <a:cubicBezTo>
                      <a:pt x="1372" y="836"/>
                      <a:pt x="1494" y="1044"/>
                      <a:pt x="1494" y="1044"/>
                    </a:cubicBezTo>
                    <a:lnTo>
                      <a:pt x="1444" y="1072"/>
                    </a:lnTo>
                    <a:lnTo>
                      <a:pt x="1351" y="1131"/>
                    </a:lnTo>
                    <a:lnTo>
                      <a:pt x="1351" y="1131"/>
                    </a:lnTo>
                    <a:lnTo>
                      <a:pt x="1113" y="1267"/>
                    </a:lnTo>
                    <a:lnTo>
                      <a:pt x="733" y="1496"/>
                    </a:lnTo>
                    <a:lnTo>
                      <a:pt x="632" y="1553"/>
                    </a:lnTo>
                    <a:lnTo>
                      <a:pt x="502" y="1633"/>
                    </a:lnTo>
                    <a:cubicBezTo>
                      <a:pt x="502" y="1633"/>
                      <a:pt x="488" y="1605"/>
                      <a:pt x="466" y="1553"/>
                    </a:cubicBezTo>
                    <a:cubicBezTo>
                      <a:pt x="395" y="1424"/>
                      <a:pt x="244" y="1137"/>
                      <a:pt x="150" y="863"/>
                    </a:cubicBezTo>
                    <a:lnTo>
                      <a:pt x="150" y="856"/>
                    </a:lnTo>
                    <a:cubicBezTo>
                      <a:pt x="43" y="547"/>
                      <a:pt x="0" y="389"/>
                      <a:pt x="28" y="146"/>
                    </a:cubicBezTo>
                    <a:lnTo>
                      <a:pt x="28" y="139"/>
                    </a:lnTo>
                    <a:cubicBezTo>
                      <a:pt x="28" y="95"/>
                      <a:pt x="35" y="52"/>
                      <a:pt x="5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6"/>
              <p:cNvSpPr/>
              <p:nvPr/>
            </p:nvSpPr>
            <p:spPr>
              <a:xfrm>
                <a:off x="6702742" y="2842519"/>
                <a:ext cx="125324" cy="222963"/>
              </a:xfrm>
              <a:custGeom>
                <a:rect b="b" l="l" r="r" t="t"/>
                <a:pathLst>
                  <a:path extrusionOk="0" fill="none" h="870" w="489">
                    <a:moveTo>
                      <a:pt x="0" y="0"/>
                    </a:moveTo>
                    <a:cubicBezTo>
                      <a:pt x="43" y="73"/>
                      <a:pt x="143" y="245"/>
                      <a:pt x="245" y="411"/>
                    </a:cubicBezTo>
                    <a:lnTo>
                      <a:pt x="245" y="418"/>
                    </a:lnTo>
                    <a:lnTo>
                      <a:pt x="245" y="418"/>
                    </a:lnTo>
                    <a:cubicBezTo>
                      <a:pt x="366" y="634"/>
                      <a:pt x="488" y="842"/>
                      <a:pt x="488" y="842"/>
                    </a:cubicBezTo>
                    <a:lnTo>
                      <a:pt x="438" y="87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6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rect b="b" l="l" r="r" t="t"/>
                <a:pathLst>
                  <a:path extrusionOk="0" h="139" w="24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6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rect b="b" l="l" r="r" t="t"/>
                <a:pathLst>
                  <a:path extrusionOk="0" fill="none" h="139" w="24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6"/>
              <p:cNvSpPr/>
              <p:nvPr/>
            </p:nvSpPr>
            <p:spPr>
              <a:xfrm>
                <a:off x="7975448" y="4763876"/>
                <a:ext cx="35111" cy="103281"/>
              </a:xfrm>
              <a:custGeom>
                <a:rect b="b" l="l" r="r" t="t"/>
                <a:pathLst>
                  <a:path extrusionOk="0" fill="none" h="403" w="137">
                    <a:moveTo>
                      <a:pt x="1" y="21"/>
                    </a:moveTo>
                    <a:cubicBezTo>
                      <a:pt x="1" y="21"/>
                      <a:pt x="137" y="1"/>
                      <a:pt x="137" y="40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36"/>
            <p:cNvGrpSpPr/>
            <p:nvPr/>
          </p:nvGrpSpPr>
          <p:grpSpPr>
            <a:xfrm>
              <a:off x="5859987" y="708191"/>
              <a:ext cx="2475465" cy="1299135"/>
              <a:chOff x="5859987" y="708191"/>
              <a:chExt cx="2475465" cy="1299135"/>
            </a:xfrm>
          </p:grpSpPr>
          <p:grpSp>
            <p:nvGrpSpPr>
              <p:cNvPr id="853" name="Google Shape;853;p36"/>
              <p:cNvGrpSpPr/>
              <p:nvPr/>
            </p:nvGrpSpPr>
            <p:grpSpPr>
              <a:xfrm>
                <a:off x="5859987" y="708191"/>
                <a:ext cx="2475465" cy="1299135"/>
                <a:chOff x="5859987" y="708191"/>
                <a:chExt cx="2475465" cy="1299135"/>
              </a:xfrm>
            </p:grpSpPr>
            <p:sp>
              <p:nvSpPr>
                <p:cNvPr id="854" name="Google Shape;854;p36"/>
                <p:cNvSpPr/>
                <p:nvPr/>
              </p:nvSpPr>
              <p:spPr>
                <a:xfrm>
                  <a:off x="7351415" y="1448942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5" name="Google Shape;855;p36"/>
                <p:cNvSpPr/>
                <p:nvPr/>
              </p:nvSpPr>
              <p:spPr>
                <a:xfrm>
                  <a:off x="5859987" y="190797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56" name="Google Shape;856;p36"/>
                <p:cNvGrpSpPr/>
                <p:nvPr/>
              </p:nvGrpSpPr>
              <p:grpSpPr>
                <a:xfrm>
                  <a:off x="8221303" y="1365235"/>
                  <a:ext cx="114150" cy="114196"/>
                  <a:chOff x="-736313" y="4136737"/>
                  <a:chExt cx="38359" cy="38359"/>
                </a:xfrm>
              </p:grpSpPr>
              <p:sp>
                <p:nvSpPr>
                  <p:cNvPr id="857" name="Google Shape;857;p36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8" name="Google Shape;858;p36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59" name="Google Shape;859;p36"/>
                <p:cNvSpPr/>
                <p:nvPr/>
              </p:nvSpPr>
              <p:spPr>
                <a:xfrm>
                  <a:off x="7381497" y="708191"/>
                  <a:ext cx="105061" cy="99348"/>
                </a:xfrm>
                <a:custGeom>
                  <a:rect b="b" l="l" r="r" t="t"/>
                  <a:pathLst>
                    <a:path extrusionOk="0" h="626" w="662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60" name="Google Shape;860;p36"/>
              <p:cNvSpPr/>
              <p:nvPr/>
            </p:nvSpPr>
            <p:spPr>
              <a:xfrm>
                <a:off x="6521290" y="117877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6"/>
              <p:cNvSpPr/>
              <p:nvPr/>
            </p:nvSpPr>
            <p:spPr>
              <a:xfrm>
                <a:off x="7635190" y="19523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7"/>
          <p:cNvSpPr txBox="1"/>
          <p:nvPr>
            <p:ph type="title"/>
          </p:nvPr>
        </p:nvSpPr>
        <p:spPr>
          <a:xfrm>
            <a:off x="720000" y="377911"/>
            <a:ext cx="25674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67" name="Google Shape;867;p37"/>
          <p:cNvSpPr txBox="1"/>
          <p:nvPr>
            <p:ph idx="1" type="subTitle"/>
          </p:nvPr>
        </p:nvSpPr>
        <p:spPr>
          <a:xfrm>
            <a:off x="4288375" y="593100"/>
            <a:ext cx="4294800" cy="39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project implements fundamental data structures and algorithms in C++, covering: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/>
              <a:t>Arrays, Linked Lists, Stacks, Queues, AVL Trees, and Graphs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/>
              <a:t>28 distinct problems ranging from basic operations to advanced algorithms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/>
              <a:t>Floyd's Cycle Detection, AVL Tree balancing, and Graph traversals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Purpose:</a:t>
            </a:r>
            <a:r>
              <a:rPr lang="en"/>
              <a:t> Bridge theoretical knowledge with practical implementation, enhancing problem-solving capabilities and strengthening our foundation in data structures.</a:t>
            </a:r>
            <a:endParaRPr/>
          </a:p>
        </p:txBody>
      </p:sp>
      <p:grpSp>
        <p:nvGrpSpPr>
          <p:cNvPr id="868" name="Google Shape;868;p37"/>
          <p:cNvGrpSpPr/>
          <p:nvPr/>
        </p:nvGrpSpPr>
        <p:grpSpPr>
          <a:xfrm>
            <a:off x="369532" y="1477273"/>
            <a:ext cx="3279262" cy="3038900"/>
            <a:chOff x="369532" y="1477273"/>
            <a:chExt cx="3279262" cy="3038900"/>
          </a:xfrm>
        </p:grpSpPr>
        <p:grpSp>
          <p:nvGrpSpPr>
            <p:cNvPr id="869" name="Google Shape;869;p37"/>
            <p:cNvGrpSpPr/>
            <p:nvPr/>
          </p:nvGrpSpPr>
          <p:grpSpPr>
            <a:xfrm>
              <a:off x="904290" y="1477273"/>
              <a:ext cx="783133" cy="1070328"/>
              <a:chOff x="904290" y="1477273"/>
              <a:chExt cx="783133" cy="1070328"/>
            </a:xfrm>
          </p:grpSpPr>
          <p:sp>
            <p:nvSpPr>
              <p:cNvPr id="870" name="Google Shape;870;p37"/>
              <p:cNvSpPr/>
              <p:nvPr/>
            </p:nvSpPr>
            <p:spPr>
              <a:xfrm>
                <a:off x="954662" y="244825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71" name="Google Shape;871;p37"/>
              <p:cNvGrpSpPr/>
              <p:nvPr/>
            </p:nvGrpSpPr>
            <p:grpSpPr>
              <a:xfrm>
                <a:off x="904290" y="1477273"/>
                <a:ext cx="114150" cy="114196"/>
                <a:chOff x="-685100" y="4136737"/>
                <a:chExt cx="38359" cy="38359"/>
              </a:xfrm>
            </p:grpSpPr>
            <p:sp>
              <p:nvSpPr>
                <p:cNvPr id="872" name="Google Shape;872;p37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3" name="Google Shape;873;p37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74" name="Google Shape;874;p37"/>
              <p:cNvSpPr/>
              <p:nvPr/>
            </p:nvSpPr>
            <p:spPr>
              <a:xfrm>
                <a:off x="1268290" y="201603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5" name="Google Shape;875;p37"/>
            <p:cNvGrpSpPr/>
            <p:nvPr/>
          </p:nvGrpSpPr>
          <p:grpSpPr>
            <a:xfrm>
              <a:off x="369532" y="1591470"/>
              <a:ext cx="3279262" cy="2924703"/>
              <a:chOff x="-2400037" y="242162"/>
              <a:chExt cx="2075482" cy="1851078"/>
            </a:xfrm>
          </p:grpSpPr>
          <p:sp>
            <p:nvSpPr>
              <p:cNvPr id="876" name="Google Shape;876;p37"/>
              <p:cNvSpPr/>
              <p:nvPr/>
            </p:nvSpPr>
            <p:spPr>
              <a:xfrm>
                <a:off x="-1078925" y="736525"/>
                <a:ext cx="287400" cy="207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37"/>
              <p:cNvSpPr/>
              <p:nvPr/>
            </p:nvSpPr>
            <p:spPr>
              <a:xfrm>
                <a:off x="-535958" y="1536503"/>
                <a:ext cx="1242" cy="5383"/>
              </a:xfrm>
              <a:custGeom>
                <a:rect b="b" l="l" r="r" t="t"/>
                <a:pathLst>
                  <a:path extrusionOk="0" h="65" w="15">
                    <a:moveTo>
                      <a:pt x="14" y="0"/>
                    </a:moveTo>
                    <a:cubicBezTo>
                      <a:pt x="14" y="21"/>
                      <a:pt x="7" y="43"/>
                      <a:pt x="1" y="64"/>
                    </a:cubicBezTo>
                    <a:lnTo>
                      <a:pt x="14" y="64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37"/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rect b="b" l="l" r="r" t="t"/>
                <a:pathLst>
                  <a:path extrusionOk="0" h="1309" w="2271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37"/>
              <p:cNvSpPr/>
              <p:nvPr/>
            </p:nvSpPr>
            <p:spPr>
              <a:xfrm>
                <a:off x="-535958" y="1536503"/>
                <a:ext cx="1242" cy="5383"/>
              </a:xfrm>
              <a:custGeom>
                <a:rect b="b" l="l" r="r" t="t"/>
                <a:pathLst>
                  <a:path extrusionOk="0" h="65" w="15">
                    <a:moveTo>
                      <a:pt x="14" y="0"/>
                    </a:moveTo>
                    <a:cubicBezTo>
                      <a:pt x="14" y="21"/>
                      <a:pt x="7" y="43"/>
                      <a:pt x="1" y="64"/>
                    </a:cubicBezTo>
                    <a:lnTo>
                      <a:pt x="14" y="64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37"/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rect b="b" l="l" r="r" t="t"/>
                <a:pathLst>
                  <a:path extrusionOk="0" h="1309" w="2271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7"/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rect b="b" l="l" r="r" t="t"/>
                <a:pathLst>
                  <a:path extrusionOk="0" h="1309" w="2271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7"/>
              <p:cNvSpPr/>
              <p:nvPr/>
            </p:nvSpPr>
            <p:spPr>
              <a:xfrm>
                <a:off x="-1305108" y="245308"/>
                <a:ext cx="828" cy="662"/>
              </a:xfrm>
              <a:custGeom>
                <a:rect b="b" l="l" r="r" t="t"/>
                <a:pathLst>
                  <a:path extrusionOk="0" h="8" w="10">
                    <a:moveTo>
                      <a:pt x="9" y="1"/>
                    </a:moveTo>
                    <a:cubicBezTo>
                      <a:pt x="1" y="1"/>
                      <a:pt x="1" y="1"/>
                      <a:pt x="1" y="8"/>
                    </a:cubicBezTo>
                    <a:lnTo>
                      <a:pt x="9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37"/>
              <p:cNvSpPr/>
              <p:nvPr/>
            </p:nvSpPr>
            <p:spPr>
              <a:xfrm>
                <a:off x="-1305108" y="245308"/>
                <a:ext cx="828" cy="662"/>
              </a:xfrm>
              <a:custGeom>
                <a:rect b="b" l="l" r="r" t="t"/>
                <a:pathLst>
                  <a:path extrusionOk="0" fill="none" h="8" w="10">
                    <a:moveTo>
                      <a:pt x="9" y="1"/>
                    </a:moveTo>
                    <a:cubicBezTo>
                      <a:pt x="1" y="1"/>
                      <a:pt x="1" y="1"/>
                      <a:pt x="1" y="8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7"/>
              <p:cNvSpPr/>
              <p:nvPr/>
            </p:nvSpPr>
            <p:spPr>
              <a:xfrm>
                <a:off x="-1304363" y="242162"/>
                <a:ext cx="979808" cy="1299123"/>
              </a:xfrm>
              <a:custGeom>
                <a:rect b="b" l="l" r="r" t="t"/>
                <a:pathLst>
                  <a:path extrusionOk="0" h="15688" w="11832">
                    <a:moveTo>
                      <a:pt x="218" y="0"/>
                    </a:moveTo>
                    <a:cubicBezTo>
                      <a:pt x="207" y="0"/>
                      <a:pt x="197" y="1"/>
                      <a:pt x="187" y="2"/>
                    </a:cubicBezTo>
                    <a:cubicBezTo>
                      <a:pt x="157" y="11"/>
                      <a:pt x="114" y="18"/>
                      <a:pt x="71" y="25"/>
                    </a:cubicBezTo>
                    <a:cubicBezTo>
                      <a:pt x="64" y="25"/>
                      <a:pt x="57" y="32"/>
                      <a:pt x="50" y="32"/>
                    </a:cubicBezTo>
                    <a:cubicBezTo>
                      <a:pt x="28" y="32"/>
                      <a:pt x="14" y="39"/>
                      <a:pt x="0" y="39"/>
                    </a:cubicBezTo>
                    <a:lnTo>
                      <a:pt x="35" y="39"/>
                    </a:lnTo>
                    <a:cubicBezTo>
                      <a:pt x="50" y="39"/>
                      <a:pt x="64" y="39"/>
                      <a:pt x="86" y="46"/>
                    </a:cubicBezTo>
                    <a:cubicBezTo>
                      <a:pt x="100" y="54"/>
                      <a:pt x="121" y="61"/>
                      <a:pt x="136" y="68"/>
                    </a:cubicBezTo>
                    <a:lnTo>
                      <a:pt x="11436" y="6587"/>
                    </a:lnTo>
                    <a:cubicBezTo>
                      <a:pt x="11565" y="6667"/>
                      <a:pt x="11645" y="6868"/>
                      <a:pt x="11602" y="7032"/>
                    </a:cubicBezTo>
                    <a:lnTo>
                      <a:pt x="9488" y="15494"/>
                    </a:lnTo>
                    <a:cubicBezTo>
                      <a:pt x="9480" y="15508"/>
                      <a:pt x="9480" y="15515"/>
                      <a:pt x="9480" y="15522"/>
                    </a:cubicBezTo>
                    <a:cubicBezTo>
                      <a:pt x="9473" y="15528"/>
                      <a:pt x="9473" y="15537"/>
                      <a:pt x="9473" y="15537"/>
                    </a:cubicBezTo>
                    <a:lnTo>
                      <a:pt x="9473" y="15544"/>
                    </a:lnTo>
                    <a:cubicBezTo>
                      <a:pt x="9466" y="15551"/>
                      <a:pt x="9466" y="15558"/>
                      <a:pt x="9459" y="15572"/>
                    </a:cubicBezTo>
                    <a:cubicBezTo>
                      <a:pt x="9452" y="15580"/>
                      <a:pt x="9452" y="15587"/>
                      <a:pt x="9445" y="15594"/>
                    </a:cubicBezTo>
                    <a:cubicBezTo>
                      <a:pt x="9430" y="15615"/>
                      <a:pt x="9416" y="15637"/>
                      <a:pt x="9393" y="15651"/>
                    </a:cubicBezTo>
                    <a:cubicBezTo>
                      <a:pt x="9387" y="15651"/>
                      <a:pt x="9387" y="15658"/>
                      <a:pt x="9380" y="15658"/>
                    </a:cubicBezTo>
                    <a:cubicBezTo>
                      <a:pt x="9380" y="15666"/>
                      <a:pt x="9373" y="15666"/>
                      <a:pt x="9366" y="15666"/>
                    </a:cubicBezTo>
                    <a:cubicBezTo>
                      <a:pt x="9359" y="15673"/>
                      <a:pt x="9350" y="15680"/>
                      <a:pt x="9337" y="15680"/>
                    </a:cubicBezTo>
                    <a:cubicBezTo>
                      <a:pt x="9335" y="15682"/>
                      <a:pt x="9333" y="15683"/>
                      <a:pt x="9331" y="15684"/>
                    </a:cubicBezTo>
                    <a:lnTo>
                      <a:pt x="9331" y="15684"/>
                    </a:lnTo>
                    <a:cubicBezTo>
                      <a:pt x="9388" y="15677"/>
                      <a:pt x="9444" y="15665"/>
                      <a:pt x="9495" y="15651"/>
                    </a:cubicBezTo>
                    <a:cubicBezTo>
                      <a:pt x="9581" y="15637"/>
                      <a:pt x="9645" y="15565"/>
                      <a:pt x="9675" y="15458"/>
                    </a:cubicBezTo>
                    <a:lnTo>
                      <a:pt x="11788" y="6998"/>
                    </a:lnTo>
                    <a:cubicBezTo>
                      <a:pt x="11831" y="6832"/>
                      <a:pt x="11759" y="6630"/>
                      <a:pt x="11622" y="6551"/>
                    </a:cubicBezTo>
                    <a:lnTo>
                      <a:pt x="330" y="32"/>
                    </a:lnTo>
                    <a:cubicBezTo>
                      <a:pt x="291" y="9"/>
                      <a:pt x="253" y="0"/>
                      <a:pt x="218" y="0"/>
                    </a:cubicBezTo>
                    <a:close/>
                    <a:moveTo>
                      <a:pt x="9331" y="15684"/>
                    </a:moveTo>
                    <a:cubicBezTo>
                      <a:pt x="9323" y="15685"/>
                      <a:pt x="9315" y="15686"/>
                      <a:pt x="9307" y="15687"/>
                    </a:cubicBezTo>
                    <a:cubicBezTo>
                      <a:pt x="9319" y="15687"/>
                      <a:pt x="9325" y="15687"/>
                      <a:pt x="9331" y="15684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7"/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rect b="b" l="l" r="r" t="t"/>
                <a:pathLst>
                  <a:path extrusionOk="0" h="1309" w="2271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7"/>
              <p:cNvSpPr/>
              <p:nvPr/>
            </p:nvSpPr>
            <p:spPr>
              <a:xfrm>
                <a:off x="-535958" y="1536503"/>
                <a:ext cx="1242" cy="5383"/>
              </a:xfrm>
              <a:custGeom>
                <a:rect b="b" l="l" r="r" t="t"/>
                <a:pathLst>
                  <a:path extrusionOk="0" h="65" w="15">
                    <a:moveTo>
                      <a:pt x="14" y="0"/>
                    </a:moveTo>
                    <a:cubicBezTo>
                      <a:pt x="14" y="21"/>
                      <a:pt x="7" y="43"/>
                      <a:pt x="1" y="64"/>
                    </a:cubicBezTo>
                    <a:lnTo>
                      <a:pt x="14" y="64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7"/>
              <p:cNvSpPr/>
              <p:nvPr/>
            </p:nvSpPr>
            <p:spPr>
              <a:xfrm>
                <a:off x="-2073513" y="1331048"/>
                <a:ext cx="1538775" cy="577600"/>
              </a:xfrm>
              <a:custGeom>
                <a:rect b="b" l="l" r="r" t="t"/>
                <a:pathLst>
                  <a:path extrusionOk="0" h="6975" w="18582">
                    <a:moveTo>
                      <a:pt x="7" y="1"/>
                    </a:moveTo>
                    <a:lnTo>
                      <a:pt x="7" y="252"/>
                    </a:lnTo>
                    <a:cubicBezTo>
                      <a:pt x="0" y="302"/>
                      <a:pt x="36" y="352"/>
                      <a:pt x="102" y="396"/>
                    </a:cubicBezTo>
                    <a:lnTo>
                      <a:pt x="11401" y="6916"/>
                    </a:lnTo>
                    <a:cubicBezTo>
                      <a:pt x="11466" y="6955"/>
                      <a:pt x="11552" y="6975"/>
                      <a:pt x="11640" y="6975"/>
                    </a:cubicBezTo>
                    <a:cubicBezTo>
                      <a:pt x="11727" y="6975"/>
                      <a:pt x="11815" y="6955"/>
                      <a:pt x="11883" y="6916"/>
                    </a:cubicBezTo>
                    <a:lnTo>
                      <a:pt x="18481" y="3078"/>
                    </a:lnTo>
                    <a:cubicBezTo>
                      <a:pt x="18552" y="3042"/>
                      <a:pt x="18581" y="2992"/>
                      <a:pt x="18581" y="2940"/>
                    </a:cubicBezTo>
                    <a:lnTo>
                      <a:pt x="18581" y="2545"/>
                    </a:lnTo>
                    <a:lnTo>
                      <a:pt x="18568" y="2545"/>
                    </a:lnTo>
                    <a:cubicBezTo>
                      <a:pt x="18545" y="2574"/>
                      <a:pt x="18524" y="2595"/>
                      <a:pt x="18488" y="2618"/>
                    </a:cubicBezTo>
                    <a:lnTo>
                      <a:pt x="11883" y="6665"/>
                    </a:lnTo>
                    <a:cubicBezTo>
                      <a:pt x="11818" y="6700"/>
                      <a:pt x="11730" y="6718"/>
                      <a:pt x="11642" y="6718"/>
                    </a:cubicBezTo>
                    <a:cubicBezTo>
                      <a:pt x="11554" y="6718"/>
                      <a:pt x="11466" y="6700"/>
                      <a:pt x="11401" y="6665"/>
                    </a:cubicBezTo>
                    <a:lnTo>
                      <a:pt x="109" y="137"/>
                    </a:lnTo>
                    <a:cubicBezTo>
                      <a:pt x="93" y="130"/>
                      <a:pt x="80" y="123"/>
                      <a:pt x="73" y="116"/>
                    </a:cubicBezTo>
                    <a:cubicBezTo>
                      <a:pt x="66" y="109"/>
                      <a:pt x="59" y="109"/>
                      <a:pt x="59" y="102"/>
                    </a:cubicBezTo>
                    <a:cubicBezTo>
                      <a:pt x="50" y="102"/>
                      <a:pt x="50" y="94"/>
                      <a:pt x="43" y="94"/>
                    </a:cubicBezTo>
                    <a:cubicBezTo>
                      <a:pt x="16" y="66"/>
                      <a:pt x="7" y="30"/>
                      <a:pt x="7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37"/>
              <p:cNvSpPr/>
              <p:nvPr/>
            </p:nvSpPr>
            <p:spPr>
              <a:xfrm>
                <a:off x="-2072933" y="980094"/>
                <a:ext cx="1537036" cy="907266"/>
              </a:xfrm>
              <a:custGeom>
                <a:rect b="b" l="l" r="r" t="t"/>
                <a:pathLst>
                  <a:path extrusionOk="0" h="10956" w="18561">
                    <a:moveTo>
                      <a:pt x="6729" y="518"/>
                    </a:moveTo>
                    <a:cubicBezTo>
                      <a:pt x="6775" y="518"/>
                      <a:pt x="6822" y="527"/>
                      <a:pt x="6857" y="545"/>
                    </a:cubicBezTo>
                    <a:lnTo>
                      <a:pt x="7225" y="761"/>
                    </a:lnTo>
                    <a:cubicBezTo>
                      <a:pt x="7297" y="804"/>
                      <a:pt x="7297" y="868"/>
                      <a:pt x="7225" y="911"/>
                    </a:cubicBezTo>
                    <a:lnTo>
                      <a:pt x="7175" y="940"/>
                    </a:lnTo>
                    <a:cubicBezTo>
                      <a:pt x="7139" y="962"/>
                      <a:pt x="7092" y="972"/>
                      <a:pt x="7045" y="972"/>
                    </a:cubicBezTo>
                    <a:cubicBezTo>
                      <a:pt x="6998" y="972"/>
                      <a:pt x="6951" y="962"/>
                      <a:pt x="6916" y="940"/>
                    </a:cubicBezTo>
                    <a:lnTo>
                      <a:pt x="6549" y="731"/>
                    </a:lnTo>
                    <a:cubicBezTo>
                      <a:pt x="6478" y="688"/>
                      <a:pt x="6478" y="616"/>
                      <a:pt x="6549" y="573"/>
                    </a:cubicBezTo>
                    <a:lnTo>
                      <a:pt x="6599" y="545"/>
                    </a:lnTo>
                    <a:cubicBezTo>
                      <a:pt x="6635" y="527"/>
                      <a:pt x="6682" y="518"/>
                      <a:pt x="6729" y="518"/>
                    </a:cubicBezTo>
                    <a:close/>
                    <a:moveTo>
                      <a:pt x="6294" y="769"/>
                    </a:moveTo>
                    <a:cubicBezTo>
                      <a:pt x="6342" y="769"/>
                      <a:pt x="6391" y="778"/>
                      <a:pt x="6426" y="795"/>
                    </a:cubicBezTo>
                    <a:lnTo>
                      <a:pt x="6794" y="1011"/>
                    </a:lnTo>
                    <a:cubicBezTo>
                      <a:pt x="6866" y="1054"/>
                      <a:pt x="6866" y="1120"/>
                      <a:pt x="6794" y="1163"/>
                    </a:cubicBezTo>
                    <a:lnTo>
                      <a:pt x="6492" y="1335"/>
                    </a:lnTo>
                    <a:cubicBezTo>
                      <a:pt x="6455" y="1357"/>
                      <a:pt x="6409" y="1368"/>
                      <a:pt x="6362" y="1368"/>
                    </a:cubicBezTo>
                    <a:cubicBezTo>
                      <a:pt x="6316" y="1368"/>
                      <a:pt x="6269" y="1357"/>
                      <a:pt x="6233" y="1335"/>
                    </a:cubicBezTo>
                    <a:lnTo>
                      <a:pt x="5865" y="1126"/>
                    </a:lnTo>
                    <a:cubicBezTo>
                      <a:pt x="5795" y="1083"/>
                      <a:pt x="5795" y="1011"/>
                      <a:pt x="5865" y="976"/>
                    </a:cubicBezTo>
                    <a:lnTo>
                      <a:pt x="6160" y="795"/>
                    </a:lnTo>
                    <a:cubicBezTo>
                      <a:pt x="6197" y="778"/>
                      <a:pt x="6245" y="769"/>
                      <a:pt x="6294" y="769"/>
                    </a:cubicBezTo>
                    <a:close/>
                    <a:moveTo>
                      <a:pt x="7473" y="944"/>
                    </a:moveTo>
                    <a:cubicBezTo>
                      <a:pt x="7521" y="944"/>
                      <a:pt x="7570" y="955"/>
                      <a:pt x="7606" y="976"/>
                    </a:cubicBezTo>
                    <a:lnTo>
                      <a:pt x="7944" y="1170"/>
                    </a:lnTo>
                    <a:cubicBezTo>
                      <a:pt x="8015" y="1213"/>
                      <a:pt x="8015" y="1285"/>
                      <a:pt x="7944" y="1321"/>
                    </a:cubicBezTo>
                    <a:lnTo>
                      <a:pt x="7892" y="1349"/>
                    </a:lnTo>
                    <a:cubicBezTo>
                      <a:pt x="7857" y="1371"/>
                      <a:pt x="7811" y="1381"/>
                      <a:pt x="7764" y="1381"/>
                    </a:cubicBezTo>
                    <a:cubicBezTo>
                      <a:pt x="7717" y="1381"/>
                      <a:pt x="7670" y="1371"/>
                      <a:pt x="7634" y="1349"/>
                    </a:cubicBezTo>
                    <a:lnTo>
                      <a:pt x="7297" y="1156"/>
                    </a:lnTo>
                    <a:cubicBezTo>
                      <a:pt x="7225" y="1120"/>
                      <a:pt x="7225" y="1047"/>
                      <a:pt x="7297" y="1004"/>
                    </a:cubicBezTo>
                    <a:lnTo>
                      <a:pt x="7340" y="976"/>
                    </a:lnTo>
                    <a:cubicBezTo>
                      <a:pt x="7376" y="955"/>
                      <a:pt x="7424" y="944"/>
                      <a:pt x="7473" y="944"/>
                    </a:cubicBezTo>
                    <a:close/>
                    <a:moveTo>
                      <a:pt x="8192" y="1360"/>
                    </a:moveTo>
                    <a:cubicBezTo>
                      <a:pt x="8240" y="1360"/>
                      <a:pt x="8288" y="1371"/>
                      <a:pt x="8324" y="1392"/>
                    </a:cubicBezTo>
                    <a:lnTo>
                      <a:pt x="8619" y="1565"/>
                    </a:lnTo>
                    <a:cubicBezTo>
                      <a:pt x="8691" y="1608"/>
                      <a:pt x="8691" y="1673"/>
                      <a:pt x="8619" y="1716"/>
                    </a:cubicBezTo>
                    <a:lnTo>
                      <a:pt x="8576" y="1744"/>
                    </a:lnTo>
                    <a:cubicBezTo>
                      <a:pt x="8540" y="1766"/>
                      <a:pt x="8492" y="1776"/>
                      <a:pt x="8443" y="1776"/>
                    </a:cubicBezTo>
                    <a:cubicBezTo>
                      <a:pt x="8395" y="1776"/>
                      <a:pt x="8346" y="1766"/>
                      <a:pt x="8310" y="1744"/>
                    </a:cubicBezTo>
                    <a:lnTo>
                      <a:pt x="8008" y="1572"/>
                    </a:lnTo>
                    <a:cubicBezTo>
                      <a:pt x="7936" y="1528"/>
                      <a:pt x="7936" y="1465"/>
                      <a:pt x="8008" y="1421"/>
                    </a:cubicBezTo>
                    <a:lnTo>
                      <a:pt x="8058" y="1392"/>
                    </a:lnTo>
                    <a:cubicBezTo>
                      <a:pt x="8094" y="1371"/>
                      <a:pt x="8143" y="1360"/>
                      <a:pt x="8192" y="1360"/>
                    </a:cubicBezTo>
                    <a:close/>
                    <a:moveTo>
                      <a:pt x="7041" y="1194"/>
                    </a:moveTo>
                    <a:cubicBezTo>
                      <a:pt x="7090" y="1194"/>
                      <a:pt x="7139" y="1205"/>
                      <a:pt x="7175" y="1226"/>
                    </a:cubicBezTo>
                    <a:lnTo>
                      <a:pt x="7513" y="1421"/>
                    </a:lnTo>
                    <a:cubicBezTo>
                      <a:pt x="7584" y="1465"/>
                      <a:pt x="7584" y="1537"/>
                      <a:pt x="7513" y="1572"/>
                    </a:cubicBezTo>
                    <a:lnTo>
                      <a:pt x="7211" y="1753"/>
                    </a:lnTo>
                    <a:cubicBezTo>
                      <a:pt x="7175" y="1770"/>
                      <a:pt x="7128" y="1779"/>
                      <a:pt x="7081" y="1779"/>
                    </a:cubicBezTo>
                    <a:cubicBezTo>
                      <a:pt x="7034" y="1779"/>
                      <a:pt x="6988" y="1770"/>
                      <a:pt x="6952" y="1753"/>
                    </a:cubicBezTo>
                    <a:lnTo>
                      <a:pt x="6614" y="1558"/>
                    </a:lnTo>
                    <a:cubicBezTo>
                      <a:pt x="6542" y="1515"/>
                      <a:pt x="6542" y="1442"/>
                      <a:pt x="6614" y="1399"/>
                    </a:cubicBezTo>
                    <a:lnTo>
                      <a:pt x="6909" y="1226"/>
                    </a:lnTo>
                    <a:cubicBezTo>
                      <a:pt x="6945" y="1205"/>
                      <a:pt x="6993" y="1194"/>
                      <a:pt x="7041" y="1194"/>
                    </a:cubicBezTo>
                    <a:close/>
                    <a:moveTo>
                      <a:pt x="5618" y="1160"/>
                    </a:moveTo>
                    <a:cubicBezTo>
                      <a:pt x="5667" y="1160"/>
                      <a:pt x="5715" y="1170"/>
                      <a:pt x="5752" y="1192"/>
                    </a:cubicBezTo>
                    <a:lnTo>
                      <a:pt x="6297" y="1508"/>
                    </a:lnTo>
                    <a:cubicBezTo>
                      <a:pt x="6369" y="1551"/>
                      <a:pt x="6369" y="1615"/>
                      <a:pt x="6297" y="1658"/>
                    </a:cubicBezTo>
                    <a:lnTo>
                      <a:pt x="5967" y="1853"/>
                    </a:lnTo>
                    <a:cubicBezTo>
                      <a:pt x="5928" y="1874"/>
                      <a:pt x="5879" y="1885"/>
                      <a:pt x="5831" y="1885"/>
                    </a:cubicBezTo>
                    <a:cubicBezTo>
                      <a:pt x="5784" y="1885"/>
                      <a:pt x="5737" y="1874"/>
                      <a:pt x="5702" y="1853"/>
                    </a:cubicBezTo>
                    <a:lnTo>
                      <a:pt x="5155" y="1537"/>
                    </a:lnTo>
                    <a:cubicBezTo>
                      <a:pt x="5082" y="1501"/>
                      <a:pt x="5082" y="1428"/>
                      <a:pt x="5155" y="1385"/>
                    </a:cubicBezTo>
                    <a:lnTo>
                      <a:pt x="5486" y="1192"/>
                    </a:lnTo>
                    <a:cubicBezTo>
                      <a:pt x="5521" y="1170"/>
                      <a:pt x="5570" y="1160"/>
                      <a:pt x="5618" y="1160"/>
                    </a:cubicBezTo>
                    <a:close/>
                    <a:moveTo>
                      <a:pt x="7758" y="1612"/>
                    </a:moveTo>
                    <a:cubicBezTo>
                      <a:pt x="7805" y="1612"/>
                      <a:pt x="7854" y="1622"/>
                      <a:pt x="7892" y="1644"/>
                    </a:cubicBezTo>
                    <a:lnTo>
                      <a:pt x="8187" y="1816"/>
                    </a:lnTo>
                    <a:cubicBezTo>
                      <a:pt x="8260" y="1860"/>
                      <a:pt x="8260" y="1925"/>
                      <a:pt x="8187" y="1968"/>
                    </a:cubicBezTo>
                    <a:lnTo>
                      <a:pt x="7892" y="2141"/>
                    </a:lnTo>
                    <a:cubicBezTo>
                      <a:pt x="7857" y="2162"/>
                      <a:pt x="7809" y="2173"/>
                      <a:pt x="7760" y="2173"/>
                    </a:cubicBezTo>
                    <a:cubicBezTo>
                      <a:pt x="7712" y="2173"/>
                      <a:pt x="7663" y="2162"/>
                      <a:pt x="7627" y="2141"/>
                    </a:cubicBezTo>
                    <a:lnTo>
                      <a:pt x="7325" y="1968"/>
                    </a:lnTo>
                    <a:cubicBezTo>
                      <a:pt x="7254" y="1925"/>
                      <a:pt x="7254" y="1860"/>
                      <a:pt x="7325" y="1816"/>
                    </a:cubicBezTo>
                    <a:lnTo>
                      <a:pt x="7627" y="1644"/>
                    </a:lnTo>
                    <a:cubicBezTo>
                      <a:pt x="7663" y="1622"/>
                      <a:pt x="7710" y="1612"/>
                      <a:pt x="7758" y="1612"/>
                    </a:cubicBezTo>
                    <a:close/>
                    <a:moveTo>
                      <a:pt x="8870" y="1748"/>
                    </a:moveTo>
                    <a:cubicBezTo>
                      <a:pt x="8917" y="1748"/>
                      <a:pt x="8964" y="1759"/>
                      <a:pt x="9000" y="1780"/>
                    </a:cubicBezTo>
                    <a:lnTo>
                      <a:pt x="9309" y="1960"/>
                    </a:lnTo>
                    <a:cubicBezTo>
                      <a:pt x="9381" y="2003"/>
                      <a:pt x="9388" y="2075"/>
                      <a:pt x="9309" y="2118"/>
                    </a:cubicBezTo>
                    <a:lnTo>
                      <a:pt x="9266" y="2141"/>
                    </a:lnTo>
                    <a:cubicBezTo>
                      <a:pt x="9230" y="2162"/>
                      <a:pt x="9182" y="2173"/>
                      <a:pt x="9133" y="2173"/>
                    </a:cubicBezTo>
                    <a:cubicBezTo>
                      <a:pt x="9085" y="2173"/>
                      <a:pt x="9036" y="2162"/>
                      <a:pt x="9000" y="2141"/>
                    </a:cubicBezTo>
                    <a:lnTo>
                      <a:pt x="8691" y="1960"/>
                    </a:lnTo>
                    <a:cubicBezTo>
                      <a:pt x="8619" y="1925"/>
                      <a:pt x="8619" y="1853"/>
                      <a:pt x="8691" y="1810"/>
                    </a:cubicBezTo>
                    <a:lnTo>
                      <a:pt x="8734" y="1780"/>
                    </a:lnTo>
                    <a:cubicBezTo>
                      <a:pt x="8774" y="1759"/>
                      <a:pt x="8822" y="1748"/>
                      <a:pt x="8870" y="1748"/>
                    </a:cubicBezTo>
                    <a:close/>
                    <a:moveTo>
                      <a:pt x="6546" y="1696"/>
                    </a:moveTo>
                    <a:cubicBezTo>
                      <a:pt x="6594" y="1696"/>
                      <a:pt x="6643" y="1705"/>
                      <a:pt x="6678" y="1723"/>
                    </a:cubicBezTo>
                    <a:lnTo>
                      <a:pt x="7016" y="1925"/>
                    </a:lnTo>
                    <a:cubicBezTo>
                      <a:pt x="7089" y="1960"/>
                      <a:pt x="7089" y="2032"/>
                      <a:pt x="7016" y="2075"/>
                    </a:cubicBezTo>
                    <a:lnTo>
                      <a:pt x="6678" y="2270"/>
                    </a:lnTo>
                    <a:cubicBezTo>
                      <a:pt x="6643" y="2292"/>
                      <a:pt x="6596" y="2303"/>
                      <a:pt x="6549" y="2303"/>
                    </a:cubicBezTo>
                    <a:cubicBezTo>
                      <a:pt x="6502" y="2303"/>
                      <a:pt x="6455" y="2292"/>
                      <a:pt x="6419" y="2270"/>
                    </a:cubicBezTo>
                    <a:lnTo>
                      <a:pt x="6081" y="2075"/>
                    </a:lnTo>
                    <a:cubicBezTo>
                      <a:pt x="6010" y="2032"/>
                      <a:pt x="6010" y="1960"/>
                      <a:pt x="6081" y="1925"/>
                    </a:cubicBezTo>
                    <a:lnTo>
                      <a:pt x="6412" y="1723"/>
                    </a:lnTo>
                    <a:cubicBezTo>
                      <a:pt x="6449" y="1705"/>
                      <a:pt x="6497" y="1696"/>
                      <a:pt x="6546" y="1696"/>
                    </a:cubicBezTo>
                    <a:close/>
                    <a:moveTo>
                      <a:pt x="4907" y="1575"/>
                    </a:moveTo>
                    <a:cubicBezTo>
                      <a:pt x="4955" y="1575"/>
                      <a:pt x="5004" y="1586"/>
                      <a:pt x="5039" y="1608"/>
                    </a:cubicBezTo>
                    <a:lnTo>
                      <a:pt x="5822" y="2061"/>
                    </a:lnTo>
                    <a:cubicBezTo>
                      <a:pt x="5895" y="2105"/>
                      <a:pt x="5895" y="2168"/>
                      <a:pt x="5822" y="2212"/>
                    </a:cubicBezTo>
                    <a:lnTo>
                      <a:pt x="5529" y="2384"/>
                    </a:lnTo>
                    <a:cubicBezTo>
                      <a:pt x="5493" y="2406"/>
                      <a:pt x="5446" y="2416"/>
                      <a:pt x="5399" y="2416"/>
                    </a:cubicBezTo>
                    <a:cubicBezTo>
                      <a:pt x="5352" y="2416"/>
                      <a:pt x="5306" y="2406"/>
                      <a:pt x="5270" y="2384"/>
                    </a:cubicBezTo>
                    <a:lnTo>
                      <a:pt x="4478" y="1932"/>
                    </a:lnTo>
                    <a:cubicBezTo>
                      <a:pt x="4408" y="1889"/>
                      <a:pt x="4408" y="1816"/>
                      <a:pt x="4478" y="1780"/>
                    </a:cubicBezTo>
                    <a:lnTo>
                      <a:pt x="4773" y="1608"/>
                    </a:lnTo>
                    <a:cubicBezTo>
                      <a:pt x="4810" y="1586"/>
                      <a:pt x="4858" y="1575"/>
                      <a:pt x="4907" y="1575"/>
                    </a:cubicBezTo>
                    <a:close/>
                    <a:moveTo>
                      <a:pt x="8436" y="2005"/>
                    </a:moveTo>
                    <a:cubicBezTo>
                      <a:pt x="8484" y="2005"/>
                      <a:pt x="8532" y="2014"/>
                      <a:pt x="8569" y="2032"/>
                    </a:cubicBezTo>
                    <a:lnTo>
                      <a:pt x="8878" y="2212"/>
                    </a:lnTo>
                    <a:cubicBezTo>
                      <a:pt x="8950" y="2255"/>
                      <a:pt x="8950" y="2327"/>
                      <a:pt x="8878" y="2363"/>
                    </a:cubicBezTo>
                    <a:lnTo>
                      <a:pt x="8583" y="2543"/>
                    </a:lnTo>
                    <a:cubicBezTo>
                      <a:pt x="8547" y="2561"/>
                      <a:pt x="8499" y="2570"/>
                      <a:pt x="8450" y="2570"/>
                    </a:cubicBezTo>
                    <a:cubicBezTo>
                      <a:pt x="8402" y="2570"/>
                      <a:pt x="8353" y="2561"/>
                      <a:pt x="8317" y="2543"/>
                    </a:cubicBezTo>
                    <a:lnTo>
                      <a:pt x="8008" y="2363"/>
                    </a:lnTo>
                    <a:cubicBezTo>
                      <a:pt x="7936" y="2320"/>
                      <a:pt x="7936" y="2248"/>
                      <a:pt x="8008" y="2205"/>
                    </a:cubicBezTo>
                    <a:lnTo>
                      <a:pt x="8303" y="2032"/>
                    </a:lnTo>
                    <a:cubicBezTo>
                      <a:pt x="8339" y="2014"/>
                      <a:pt x="8388" y="2005"/>
                      <a:pt x="8436" y="2005"/>
                    </a:cubicBezTo>
                    <a:close/>
                    <a:moveTo>
                      <a:pt x="9561" y="2152"/>
                    </a:moveTo>
                    <a:cubicBezTo>
                      <a:pt x="9607" y="2152"/>
                      <a:pt x="9654" y="2162"/>
                      <a:pt x="9690" y="2184"/>
                    </a:cubicBezTo>
                    <a:lnTo>
                      <a:pt x="9999" y="2356"/>
                    </a:lnTo>
                    <a:cubicBezTo>
                      <a:pt x="10071" y="2400"/>
                      <a:pt x="10071" y="2470"/>
                      <a:pt x="9999" y="2513"/>
                    </a:cubicBezTo>
                    <a:lnTo>
                      <a:pt x="9949" y="2543"/>
                    </a:lnTo>
                    <a:cubicBezTo>
                      <a:pt x="9913" y="2561"/>
                      <a:pt x="9866" y="2570"/>
                      <a:pt x="9819" y="2570"/>
                    </a:cubicBezTo>
                    <a:cubicBezTo>
                      <a:pt x="9773" y="2570"/>
                      <a:pt x="9726" y="2561"/>
                      <a:pt x="9690" y="2543"/>
                    </a:cubicBezTo>
                    <a:lnTo>
                      <a:pt x="9381" y="2363"/>
                    </a:lnTo>
                    <a:cubicBezTo>
                      <a:pt x="9309" y="2320"/>
                      <a:pt x="9309" y="2255"/>
                      <a:pt x="9381" y="2212"/>
                    </a:cubicBezTo>
                    <a:lnTo>
                      <a:pt x="9431" y="2184"/>
                    </a:lnTo>
                    <a:cubicBezTo>
                      <a:pt x="9468" y="2162"/>
                      <a:pt x="9514" y="2152"/>
                      <a:pt x="9561" y="2152"/>
                    </a:cubicBezTo>
                    <a:close/>
                    <a:moveTo>
                      <a:pt x="7261" y="2108"/>
                    </a:moveTo>
                    <a:cubicBezTo>
                      <a:pt x="7309" y="2108"/>
                      <a:pt x="7358" y="2119"/>
                      <a:pt x="7397" y="2141"/>
                    </a:cubicBezTo>
                    <a:lnTo>
                      <a:pt x="7692" y="2313"/>
                    </a:lnTo>
                    <a:cubicBezTo>
                      <a:pt x="7763" y="2356"/>
                      <a:pt x="7763" y="2420"/>
                      <a:pt x="7692" y="2463"/>
                    </a:cubicBezTo>
                    <a:lnTo>
                      <a:pt x="7361" y="2658"/>
                    </a:lnTo>
                    <a:cubicBezTo>
                      <a:pt x="7325" y="2680"/>
                      <a:pt x="7277" y="2691"/>
                      <a:pt x="7228" y="2691"/>
                    </a:cubicBezTo>
                    <a:cubicBezTo>
                      <a:pt x="7180" y="2691"/>
                      <a:pt x="7132" y="2680"/>
                      <a:pt x="7095" y="2658"/>
                    </a:cubicBezTo>
                    <a:lnTo>
                      <a:pt x="6800" y="2486"/>
                    </a:lnTo>
                    <a:cubicBezTo>
                      <a:pt x="6721" y="2443"/>
                      <a:pt x="6721" y="2377"/>
                      <a:pt x="6794" y="2334"/>
                    </a:cubicBezTo>
                    <a:lnTo>
                      <a:pt x="7132" y="2141"/>
                    </a:lnTo>
                    <a:cubicBezTo>
                      <a:pt x="7167" y="2119"/>
                      <a:pt x="7214" y="2108"/>
                      <a:pt x="7261" y="2108"/>
                    </a:cubicBezTo>
                    <a:close/>
                    <a:moveTo>
                      <a:pt x="6075" y="2250"/>
                    </a:moveTo>
                    <a:cubicBezTo>
                      <a:pt x="6122" y="2250"/>
                      <a:pt x="6168" y="2259"/>
                      <a:pt x="6204" y="2277"/>
                    </a:cubicBezTo>
                    <a:lnTo>
                      <a:pt x="6542" y="2470"/>
                    </a:lnTo>
                    <a:cubicBezTo>
                      <a:pt x="6614" y="2513"/>
                      <a:pt x="6614" y="2586"/>
                      <a:pt x="6542" y="2629"/>
                    </a:cubicBezTo>
                    <a:lnTo>
                      <a:pt x="6247" y="2802"/>
                    </a:lnTo>
                    <a:cubicBezTo>
                      <a:pt x="6211" y="2820"/>
                      <a:pt x="6163" y="2829"/>
                      <a:pt x="6115" y="2829"/>
                    </a:cubicBezTo>
                    <a:cubicBezTo>
                      <a:pt x="6066" y="2829"/>
                      <a:pt x="6017" y="2820"/>
                      <a:pt x="5981" y="2802"/>
                    </a:cubicBezTo>
                    <a:lnTo>
                      <a:pt x="5650" y="2600"/>
                    </a:lnTo>
                    <a:cubicBezTo>
                      <a:pt x="5572" y="2563"/>
                      <a:pt x="5572" y="2493"/>
                      <a:pt x="5643" y="2450"/>
                    </a:cubicBezTo>
                    <a:lnTo>
                      <a:pt x="5945" y="2277"/>
                    </a:lnTo>
                    <a:cubicBezTo>
                      <a:pt x="5981" y="2259"/>
                      <a:pt x="6028" y="2250"/>
                      <a:pt x="6075" y="2250"/>
                    </a:cubicBezTo>
                    <a:close/>
                    <a:moveTo>
                      <a:pt x="9126" y="2402"/>
                    </a:moveTo>
                    <a:cubicBezTo>
                      <a:pt x="9174" y="2402"/>
                      <a:pt x="9223" y="2413"/>
                      <a:pt x="9259" y="2434"/>
                    </a:cubicBezTo>
                    <a:lnTo>
                      <a:pt x="9568" y="2607"/>
                    </a:lnTo>
                    <a:cubicBezTo>
                      <a:pt x="9640" y="2650"/>
                      <a:pt x="9640" y="2722"/>
                      <a:pt x="9568" y="2765"/>
                    </a:cubicBezTo>
                    <a:lnTo>
                      <a:pt x="9266" y="2938"/>
                    </a:lnTo>
                    <a:cubicBezTo>
                      <a:pt x="9230" y="2959"/>
                      <a:pt x="9184" y="2970"/>
                      <a:pt x="9137" y="2970"/>
                    </a:cubicBezTo>
                    <a:cubicBezTo>
                      <a:pt x="9090" y="2970"/>
                      <a:pt x="9043" y="2959"/>
                      <a:pt x="9007" y="2938"/>
                    </a:cubicBezTo>
                    <a:lnTo>
                      <a:pt x="8698" y="2758"/>
                    </a:lnTo>
                    <a:cubicBezTo>
                      <a:pt x="8626" y="2715"/>
                      <a:pt x="8626" y="2650"/>
                      <a:pt x="8698" y="2607"/>
                    </a:cubicBezTo>
                    <a:lnTo>
                      <a:pt x="8993" y="2434"/>
                    </a:lnTo>
                    <a:cubicBezTo>
                      <a:pt x="9029" y="2413"/>
                      <a:pt x="9078" y="2402"/>
                      <a:pt x="9126" y="2402"/>
                    </a:cubicBezTo>
                    <a:close/>
                    <a:moveTo>
                      <a:pt x="4235" y="1964"/>
                    </a:moveTo>
                    <a:cubicBezTo>
                      <a:pt x="4281" y="1964"/>
                      <a:pt x="4328" y="1974"/>
                      <a:pt x="4365" y="1996"/>
                    </a:cubicBezTo>
                    <a:lnTo>
                      <a:pt x="5443" y="2622"/>
                    </a:lnTo>
                    <a:cubicBezTo>
                      <a:pt x="5514" y="2658"/>
                      <a:pt x="5514" y="2729"/>
                      <a:pt x="5443" y="2772"/>
                    </a:cubicBezTo>
                    <a:lnTo>
                      <a:pt x="5132" y="2952"/>
                    </a:lnTo>
                    <a:cubicBezTo>
                      <a:pt x="5097" y="2973"/>
                      <a:pt x="5050" y="2984"/>
                      <a:pt x="5003" y="2984"/>
                    </a:cubicBezTo>
                    <a:cubicBezTo>
                      <a:pt x="4955" y="2984"/>
                      <a:pt x="4906" y="2973"/>
                      <a:pt x="4867" y="2952"/>
                    </a:cubicBezTo>
                    <a:lnTo>
                      <a:pt x="3795" y="2327"/>
                    </a:lnTo>
                    <a:cubicBezTo>
                      <a:pt x="3725" y="2284"/>
                      <a:pt x="3725" y="2218"/>
                      <a:pt x="3795" y="2175"/>
                    </a:cubicBezTo>
                    <a:lnTo>
                      <a:pt x="4106" y="1996"/>
                    </a:lnTo>
                    <a:cubicBezTo>
                      <a:pt x="4141" y="1974"/>
                      <a:pt x="4188" y="1964"/>
                      <a:pt x="4235" y="1964"/>
                    </a:cubicBezTo>
                    <a:close/>
                    <a:moveTo>
                      <a:pt x="10247" y="2547"/>
                    </a:moveTo>
                    <a:cubicBezTo>
                      <a:pt x="10296" y="2547"/>
                      <a:pt x="10344" y="2557"/>
                      <a:pt x="10380" y="2579"/>
                    </a:cubicBezTo>
                    <a:lnTo>
                      <a:pt x="10718" y="2772"/>
                    </a:lnTo>
                    <a:cubicBezTo>
                      <a:pt x="10791" y="2815"/>
                      <a:pt x="10791" y="2881"/>
                      <a:pt x="10718" y="2924"/>
                    </a:cubicBezTo>
                    <a:lnTo>
                      <a:pt x="10668" y="2952"/>
                    </a:lnTo>
                    <a:cubicBezTo>
                      <a:pt x="10632" y="2973"/>
                      <a:pt x="10583" y="2984"/>
                      <a:pt x="10535" y="2984"/>
                    </a:cubicBezTo>
                    <a:cubicBezTo>
                      <a:pt x="10486" y="2984"/>
                      <a:pt x="10438" y="2973"/>
                      <a:pt x="10403" y="2952"/>
                    </a:cubicBezTo>
                    <a:lnTo>
                      <a:pt x="10064" y="2758"/>
                    </a:lnTo>
                    <a:cubicBezTo>
                      <a:pt x="9992" y="2715"/>
                      <a:pt x="9992" y="2650"/>
                      <a:pt x="10064" y="2607"/>
                    </a:cubicBezTo>
                    <a:lnTo>
                      <a:pt x="10114" y="2579"/>
                    </a:lnTo>
                    <a:cubicBezTo>
                      <a:pt x="10151" y="2557"/>
                      <a:pt x="10199" y="2547"/>
                      <a:pt x="10247" y="2547"/>
                    </a:cubicBezTo>
                    <a:close/>
                    <a:moveTo>
                      <a:pt x="3548" y="2367"/>
                    </a:moveTo>
                    <a:cubicBezTo>
                      <a:pt x="3597" y="2367"/>
                      <a:pt x="3645" y="2378"/>
                      <a:pt x="3681" y="2400"/>
                    </a:cubicBezTo>
                    <a:lnTo>
                      <a:pt x="4170" y="2679"/>
                    </a:lnTo>
                    <a:cubicBezTo>
                      <a:pt x="4242" y="2722"/>
                      <a:pt x="4242" y="2788"/>
                      <a:pt x="4170" y="2831"/>
                    </a:cubicBezTo>
                    <a:lnTo>
                      <a:pt x="3861" y="3010"/>
                    </a:lnTo>
                    <a:cubicBezTo>
                      <a:pt x="3825" y="3032"/>
                      <a:pt x="3776" y="3043"/>
                      <a:pt x="3727" y="3043"/>
                    </a:cubicBezTo>
                    <a:cubicBezTo>
                      <a:pt x="3679" y="3043"/>
                      <a:pt x="3631" y="3032"/>
                      <a:pt x="3595" y="3010"/>
                    </a:cubicBezTo>
                    <a:lnTo>
                      <a:pt x="3105" y="2729"/>
                    </a:lnTo>
                    <a:cubicBezTo>
                      <a:pt x="3035" y="2686"/>
                      <a:pt x="3035" y="2615"/>
                      <a:pt x="3105" y="2572"/>
                    </a:cubicBezTo>
                    <a:lnTo>
                      <a:pt x="3416" y="2400"/>
                    </a:lnTo>
                    <a:cubicBezTo>
                      <a:pt x="3451" y="2378"/>
                      <a:pt x="3499" y="2367"/>
                      <a:pt x="3548" y="2367"/>
                    </a:cubicBezTo>
                    <a:close/>
                    <a:moveTo>
                      <a:pt x="7940" y="2504"/>
                    </a:moveTo>
                    <a:cubicBezTo>
                      <a:pt x="7989" y="2504"/>
                      <a:pt x="8037" y="2514"/>
                      <a:pt x="8074" y="2536"/>
                    </a:cubicBezTo>
                    <a:lnTo>
                      <a:pt x="8382" y="2708"/>
                    </a:lnTo>
                    <a:cubicBezTo>
                      <a:pt x="8453" y="2751"/>
                      <a:pt x="8453" y="2822"/>
                      <a:pt x="8382" y="2865"/>
                    </a:cubicBezTo>
                    <a:lnTo>
                      <a:pt x="8051" y="3060"/>
                    </a:lnTo>
                    <a:cubicBezTo>
                      <a:pt x="8015" y="3082"/>
                      <a:pt x="7967" y="3093"/>
                      <a:pt x="7918" y="3093"/>
                    </a:cubicBezTo>
                    <a:cubicBezTo>
                      <a:pt x="7870" y="3093"/>
                      <a:pt x="7822" y="3082"/>
                      <a:pt x="7786" y="3060"/>
                    </a:cubicBezTo>
                    <a:lnTo>
                      <a:pt x="7477" y="2881"/>
                    </a:lnTo>
                    <a:cubicBezTo>
                      <a:pt x="7404" y="2838"/>
                      <a:pt x="7404" y="2765"/>
                      <a:pt x="7477" y="2729"/>
                    </a:cubicBezTo>
                    <a:lnTo>
                      <a:pt x="7806" y="2536"/>
                    </a:lnTo>
                    <a:cubicBezTo>
                      <a:pt x="7842" y="2514"/>
                      <a:pt x="7891" y="2504"/>
                      <a:pt x="7940" y="2504"/>
                    </a:cubicBezTo>
                    <a:close/>
                    <a:moveTo>
                      <a:pt x="6789" y="2660"/>
                    </a:moveTo>
                    <a:cubicBezTo>
                      <a:pt x="6838" y="2660"/>
                      <a:pt x="6887" y="2671"/>
                      <a:pt x="6923" y="2693"/>
                    </a:cubicBezTo>
                    <a:lnTo>
                      <a:pt x="7218" y="2865"/>
                    </a:lnTo>
                    <a:cubicBezTo>
                      <a:pt x="7297" y="2908"/>
                      <a:pt x="7297" y="2974"/>
                      <a:pt x="7225" y="3017"/>
                    </a:cubicBezTo>
                    <a:lnTo>
                      <a:pt x="6923" y="3190"/>
                    </a:lnTo>
                    <a:cubicBezTo>
                      <a:pt x="6887" y="3211"/>
                      <a:pt x="6840" y="3222"/>
                      <a:pt x="6794" y="3222"/>
                    </a:cubicBezTo>
                    <a:cubicBezTo>
                      <a:pt x="6747" y="3222"/>
                      <a:pt x="6700" y="3211"/>
                      <a:pt x="6664" y="3190"/>
                    </a:cubicBezTo>
                    <a:lnTo>
                      <a:pt x="6362" y="3017"/>
                    </a:lnTo>
                    <a:cubicBezTo>
                      <a:pt x="6290" y="2974"/>
                      <a:pt x="6290" y="2908"/>
                      <a:pt x="6362" y="2865"/>
                    </a:cubicBezTo>
                    <a:lnTo>
                      <a:pt x="6657" y="2693"/>
                    </a:lnTo>
                    <a:cubicBezTo>
                      <a:pt x="6693" y="2671"/>
                      <a:pt x="6741" y="2660"/>
                      <a:pt x="6789" y="2660"/>
                    </a:cubicBezTo>
                    <a:close/>
                    <a:moveTo>
                      <a:pt x="10963" y="2962"/>
                    </a:moveTo>
                    <a:cubicBezTo>
                      <a:pt x="11011" y="2962"/>
                      <a:pt x="11060" y="2973"/>
                      <a:pt x="11099" y="2995"/>
                    </a:cubicBezTo>
                    <a:lnTo>
                      <a:pt x="11394" y="3160"/>
                    </a:lnTo>
                    <a:cubicBezTo>
                      <a:pt x="11465" y="3203"/>
                      <a:pt x="11465" y="3276"/>
                      <a:pt x="11394" y="3319"/>
                    </a:cubicBezTo>
                    <a:lnTo>
                      <a:pt x="11343" y="3348"/>
                    </a:lnTo>
                    <a:cubicBezTo>
                      <a:pt x="11307" y="3366"/>
                      <a:pt x="11261" y="3374"/>
                      <a:pt x="11214" y="3374"/>
                    </a:cubicBezTo>
                    <a:cubicBezTo>
                      <a:pt x="11167" y="3374"/>
                      <a:pt x="11120" y="3366"/>
                      <a:pt x="11084" y="3348"/>
                    </a:cubicBezTo>
                    <a:lnTo>
                      <a:pt x="10782" y="3176"/>
                    </a:lnTo>
                    <a:cubicBezTo>
                      <a:pt x="10711" y="3133"/>
                      <a:pt x="10711" y="3060"/>
                      <a:pt x="10782" y="3017"/>
                    </a:cubicBezTo>
                    <a:lnTo>
                      <a:pt x="10834" y="2995"/>
                    </a:lnTo>
                    <a:cubicBezTo>
                      <a:pt x="10869" y="2973"/>
                      <a:pt x="10916" y="2962"/>
                      <a:pt x="10963" y="2962"/>
                    </a:cubicBezTo>
                    <a:close/>
                    <a:moveTo>
                      <a:pt x="9813" y="2799"/>
                    </a:moveTo>
                    <a:cubicBezTo>
                      <a:pt x="9861" y="2799"/>
                      <a:pt x="9909" y="2809"/>
                      <a:pt x="9949" y="2831"/>
                    </a:cubicBezTo>
                    <a:lnTo>
                      <a:pt x="10280" y="3024"/>
                    </a:lnTo>
                    <a:cubicBezTo>
                      <a:pt x="10359" y="3067"/>
                      <a:pt x="10359" y="3133"/>
                      <a:pt x="10287" y="3176"/>
                    </a:cubicBezTo>
                    <a:lnTo>
                      <a:pt x="9985" y="3348"/>
                    </a:lnTo>
                    <a:cubicBezTo>
                      <a:pt x="9949" y="3370"/>
                      <a:pt x="9900" y="3381"/>
                      <a:pt x="9852" y="3381"/>
                    </a:cubicBezTo>
                    <a:cubicBezTo>
                      <a:pt x="9803" y="3381"/>
                      <a:pt x="9755" y="3370"/>
                      <a:pt x="9719" y="3348"/>
                    </a:cubicBezTo>
                    <a:lnTo>
                      <a:pt x="9388" y="3153"/>
                    </a:lnTo>
                    <a:cubicBezTo>
                      <a:pt x="9309" y="3117"/>
                      <a:pt x="9309" y="3046"/>
                      <a:pt x="9381" y="3003"/>
                    </a:cubicBezTo>
                    <a:lnTo>
                      <a:pt x="9683" y="2831"/>
                    </a:lnTo>
                    <a:cubicBezTo>
                      <a:pt x="9719" y="2809"/>
                      <a:pt x="9766" y="2799"/>
                      <a:pt x="9813" y="2799"/>
                    </a:cubicBezTo>
                    <a:close/>
                    <a:moveTo>
                      <a:pt x="5690" y="2805"/>
                    </a:moveTo>
                    <a:cubicBezTo>
                      <a:pt x="5739" y="2805"/>
                      <a:pt x="5787" y="2816"/>
                      <a:pt x="5822" y="2838"/>
                    </a:cubicBezTo>
                    <a:lnTo>
                      <a:pt x="6160" y="3031"/>
                    </a:lnTo>
                    <a:cubicBezTo>
                      <a:pt x="6233" y="3074"/>
                      <a:pt x="6233" y="3147"/>
                      <a:pt x="6160" y="3183"/>
                    </a:cubicBezTo>
                    <a:lnTo>
                      <a:pt x="5852" y="3362"/>
                    </a:lnTo>
                    <a:cubicBezTo>
                      <a:pt x="5815" y="3384"/>
                      <a:pt x="5767" y="3395"/>
                      <a:pt x="5719" y="3395"/>
                    </a:cubicBezTo>
                    <a:cubicBezTo>
                      <a:pt x="5671" y="3395"/>
                      <a:pt x="5622" y="3384"/>
                      <a:pt x="5586" y="3362"/>
                    </a:cubicBezTo>
                    <a:lnTo>
                      <a:pt x="5248" y="3167"/>
                    </a:lnTo>
                    <a:cubicBezTo>
                      <a:pt x="5175" y="3124"/>
                      <a:pt x="5175" y="3060"/>
                      <a:pt x="5248" y="3017"/>
                    </a:cubicBezTo>
                    <a:lnTo>
                      <a:pt x="5557" y="2838"/>
                    </a:lnTo>
                    <a:cubicBezTo>
                      <a:pt x="5593" y="2816"/>
                      <a:pt x="5642" y="2805"/>
                      <a:pt x="5690" y="2805"/>
                    </a:cubicBezTo>
                    <a:close/>
                    <a:moveTo>
                      <a:pt x="4415" y="2868"/>
                    </a:moveTo>
                    <a:cubicBezTo>
                      <a:pt x="4463" y="2868"/>
                      <a:pt x="4511" y="2877"/>
                      <a:pt x="4551" y="2895"/>
                    </a:cubicBezTo>
                    <a:lnTo>
                      <a:pt x="4882" y="3090"/>
                    </a:lnTo>
                    <a:cubicBezTo>
                      <a:pt x="4953" y="3133"/>
                      <a:pt x="4960" y="3203"/>
                      <a:pt x="4882" y="3247"/>
                    </a:cubicBezTo>
                    <a:lnTo>
                      <a:pt x="4580" y="3426"/>
                    </a:lnTo>
                    <a:cubicBezTo>
                      <a:pt x="4544" y="3444"/>
                      <a:pt x="4495" y="3453"/>
                      <a:pt x="4447" y="3453"/>
                    </a:cubicBezTo>
                    <a:cubicBezTo>
                      <a:pt x="4398" y="3453"/>
                      <a:pt x="4349" y="3444"/>
                      <a:pt x="4313" y="3426"/>
                    </a:cubicBezTo>
                    <a:lnTo>
                      <a:pt x="3976" y="3233"/>
                    </a:lnTo>
                    <a:cubicBezTo>
                      <a:pt x="3904" y="3190"/>
                      <a:pt x="3904" y="3117"/>
                      <a:pt x="3976" y="3074"/>
                    </a:cubicBezTo>
                    <a:lnTo>
                      <a:pt x="4285" y="2895"/>
                    </a:lnTo>
                    <a:cubicBezTo>
                      <a:pt x="4321" y="2877"/>
                      <a:pt x="4367" y="2868"/>
                      <a:pt x="4415" y="2868"/>
                    </a:cubicBezTo>
                    <a:close/>
                    <a:moveTo>
                      <a:pt x="8634" y="2899"/>
                    </a:moveTo>
                    <a:cubicBezTo>
                      <a:pt x="8680" y="2899"/>
                      <a:pt x="8727" y="2909"/>
                      <a:pt x="8764" y="2931"/>
                    </a:cubicBezTo>
                    <a:lnTo>
                      <a:pt x="9072" y="3110"/>
                    </a:lnTo>
                    <a:cubicBezTo>
                      <a:pt x="9143" y="3147"/>
                      <a:pt x="9143" y="3219"/>
                      <a:pt x="9072" y="3262"/>
                    </a:cubicBezTo>
                    <a:lnTo>
                      <a:pt x="8734" y="3455"/>
                    </a:lnTo>
                    <a:cubicBezTo>
                      <a:pt x="8698" y="3477"/>
                      <a:pt x="8652" y="3488"/>
                      <a:pt x="8605" y="3488"/>
                    </a:cubicBezTo>
                    <a:cubicBezTo>
                      <a:pt x="8558" y="3488"/>
                      <a:pt x="8512" y="3477"/>
                      <a:pt x="8476" y="3455"/>
                    </a:cubicBezTo>
                    <a:lnTo>
                      <a:pt x="8167" y="3276"/>
                    </a:lnTo>
                    <a:cubicBezTo>
                      <a:pt x="8094" y="3233"/>
                      <a:pt x="8094" y="3167"/>
                      <a:pt x="8167" y="3124"/>
                    </a:cubicBezTo>
                    <a:lnTo>
                      <a:pt x="8505" y="2931"/>
                    </a:lnTo>
                    <a:cubicBezTo>
                      <a:pt x="8540" y="2909"/>
                      <a:pt x="8587" y="2899"/>
                      <a:pt x="8634" y="2899"/>
                    </a:cubicBezTo>
                    <a:close/>
                    <a:moveTo>
                      <a:pt x="7469" y="3055"/>
                    </a:moveTo>
                    <a:cubicBezTo>
                      <a:pt x="7516" y="3055"/>
                      <a:pt x="7563" y="3064"/>
                      <a:pt x="7599" y="3081"/>
                    </a:cubicBezTo>
                    <a:lnTo>
                      <a:pt x="7915" y="3262"/>
                    </a:lnTo>
                    <a:cubicBezTo>
                      <a:pt x="7987" y="3305"/>
                      <a:pt x="7987" y="3376"/>
                      <a:pt x="7915" y="3419"/>
                    </a:cubicBezTo>
                    <a:lnTo>
                      <a:pt x="7620" y="3592"/>
                    </a:lnTo>
                    <a:cubicBezTo>
                      <a:pt x="7580" y="3610"/>
                      <a:pt x="7532" y="3619"/>
                      <a:pt x="7484" y="3619"/>
                    </a:cubicBezTo>
                    <a:cubicBezTo>
                      <a:pt x="7437" y="3619"/>
                      <a:pt x="7390" y="3610"/>
                      <a:pt x="7354" y="3592"/>
                    </a:cubicBezTo>
                    <a:lnTo>
                      <a:pt x="7045" y="3412"/>
                    </a:lnTo>
                    <a:cubicBezTo>
                      <a:pt x="6973" y="3369"/>
                      <a:pt x="6966" y="3297"/>
                      <a:pt x="7045" y="3253"/>
                    </a:cubicBezTo>
                    <a:lnTo>
                      <a:pt x="7340" y="3081"/>
                    </a:lnTo>
                    <a:cubicBezTo>
                      <a:pt x="7376" y="3064"/>
                      <a:pt x="7422" y="3055"/>
                      <a:pt x="7469" y="3055"/>
                    </a:cubicBezTo>
                    <a:close/>
                    <a:moveTo>
                      <a:pt x="10531" y="3214"/>
                    </a:moveTo>
                    <a:cubicBezTo>
                      <a:pt x="10578" y="3214"/>
                      <a:pt x="10625" y="3225"/>
                      <a:pt x="10661" y="3247"/>
                    </a:cubicBezTo>
                    <a:lnTo>
                      <a:pt x="10963" y="3419"/>
                    </a:lnTo>
                    <a:cubicBezTo>
                      <a:pt x="11034" y="3455"/>
                      <a:pt x="11034" y="3528"/>
                      <a:pt x="10963" y="3571"/>
                    </a:cubicBezTo>
                    <a:lnTo>
                      <a:pt x="10661" y="3743"/>
                    </a:lnTo>
                    <a:cubicBezTo>
                      <a:pt x="10625" y="3765"/>
                      <a:pt x="10578" y="3776"/>
                      <a:pt x="10531" y="3776"/>
                    </a:cubicBezTo>
                    <a:cubicBezTo>
                      <a:pt x="10484" y="3776"/>
                      <a:pt x="10438" y="3765"/>
                      <a:pt x="10403" y="3743"/>
                    </a:cubicBezTo>
                    <a:lnTo>
                      <a:pt x="10101" y="3571"/>
                    </a:lnTo>
                    <a:cubicBezTo>
                      <a:pt x="10028" y="3528"/>
                      <a:pt x="10028" y="3462"/>
                      <a:pt x="10101" y="3419"/>
                    </a:cubicBezTo>
                    <a:lnTo>
                      <a:pt x="10403" y="3247"/>
                    </a:lnTo>
                    <a:cubicBezTo>
                      <a:pt x="10438" y="3225"/>
                      <a:pt x="10484" y="3214"/>
                      <a:pt x="10531" y="3214"/>
                    </a:cubicBezTo>
                    <a:close/>
                    <a:moveTo>
                      <a:pt x="11642" y="3351"/>
                    </a:moveTo>
                    <a:cubicBezTo>
                      <a:pt x="11690" y="3351"/>
                      <a:pt x="11739" y="3361"/>
                      <a:pt x="11774" y="3383"/>
                    </a:cubicBezTo>
                    <a:lnTo>
                      <a:pt x="12085" y="3564"/>
                    </a:lnTo>
                    <a:cubicBezTo>
                      <a:pt x="12155" y="3607"/>
                      <a:pt x="12155" y="3671"/>
                      <a:pt x="12085" y="3714"/>
                    </a:cubicBezTo>
                    <a:lnTo>
                      <a:pt x="12033" y="3743"/>
                    </a:lnTo>
                    <a:cubicBezTo>
                      <a:pt x="11997" y="3765"/>
                      <a:pt x="11951" y="3776"/>
                      <a:pt x="11904" y="3776"/>
                    </a:cubicBezTo>
                    <a:cubicBezTo>
                      <a:pt x="11857" y="3776"/>
                      <a:pt x="11810" y="3765"/>
                      <a:pt x="11774" y="3743"/>
                    </a:cubicBezTo>
                    <a:lnTo>
                      <a:pt x="11465" y="3564"/>
                    </a:lnTo>
                    <a:cubicBezTo>
                      <a:pt x="11394" y="3521"/>
                      <a:pt x="11386" y="3455"/>
                      <a:pt x="11458" y="3412"/>
                    </a:cubicBezTo>
                    <a:lnTo>
                      <a:pt x="11508" y="3383"/>
                    </a:lnTo>
                    <a:cubicBezTo>
                      <a:pt x="11545" y="3361"/>
                      <a:pt x="11593" y="3351"/>
                      <a:pt x="11642" y="3351"/>
                    </a:cubicBezTo>
                    <a:close/>
                    <a:moveTo>
                      <a:pt x="6406" y="3221"/>
                    </a:moveTo>
                    <a:cubicBezTo>
                      <a:pt x="6454" y="3221"/>
                      <a:pt x="6502" y="3232"/>
                      <a:pt x="6542" y="3253"/>
                    </a:cubicBezTo>
                    <a:lnTo>
                      <a:pt x="6837" y="3426"/>
                    </a:lnTo>
                    <a:cubicBezTo>
                      <a:pt x="6909" y="3469"/>
                      <a:pt x="6909" y="3535"/>
                      <a:pt x="6837" y="3578"/>
                    </a:cubicBezTo>
                    <a:lnTo>
                      <a:pt x="6528" y="3757"/>
                    </a:lnTo>
                    <a:cubicBezTo>
                      <a:pt x="6492" y="3779"/>
                      <a:pt x="6445" y="3790"/>
                      <a:pt x="6398" y="3790"/>
                    </a:cubicBezTo>
                    <a:cubicBezTo>
                      <a:pt x="6351" y="3790"/>
                      <a:pt x="6305" y="3779"/>
                      <a:pt x="6269" y="3757"/>
                    </a:cubicBezTo>
                    <a:lnTo>
                      <a:pt x="5967" y="3585"/>
                    </a:lnTo>
                    <a:cubicBezTo>
                      <a:pt x="5895" y="3542"/>
                      <a:pt x="5895" y="3478"/>
                      <a:pt x="5967" y="3435"/>
                    </a:cubicBezTo>
                    <a:lnTo>
                      <a:pt x="6276" y="3253"/>
                    </a:lnTo>
                    <a:cubicBezTo>
                      <a:pt x="6312" y="3232"/>
                      <a:pt x="6359" y="3221"/>
                      <a:pt x="6406" y="3221"/>
                    </a:cubicBezTo>
                    <a:close/>
                    <a:moveTo>
                      <a:pt x="5133" y="3280"/>
                    </a:moveTo>
                    <a:cubicBezTo>
                      <a:pt x="5180" y="3280"/>
                      <a:pt x="5226" y="3291"/>
                      <a:pt x="5262" y="3312"/>
                    </a:cubicBezTo>
                    <a:lnTo>
                      <a:pt x="5564" y="3485"/>
                    </a:lnTo>
                    <a:cubicBezTo>
                      <a:pt x="5636" y="3528"/>
                      <a:pt x="5636" y="3592"/>
                      <a:pt x="5564" y="3635"/>
                    </a:cubicBezTo>
                    <a:lnTo>
                      <a:pt x="5255" y="3814"/>
                    </a:lnTo>
                    <a:cubicBezTo>
                      <a:pt x="5219" y="3836"/>
                      <a:pt x="5173" y="3847"/>
                      <a:pt x="5125" y="3847"/>
                    </a:cubicBezTo>
                    <a:cubicBezTo>
                      <a:pt x="5078" y="3847"/>
                      <a:pt x="5029" y="3836"/>
                      <a:pt x="4989" y="3814"/>
                    </a:cubicBezTo>
                    <a:lnTo>
                      <a:pt x="4694" y="3642"/>
                    </a:lnTo>
                    <a:cubicBezTo>
                      <a:pt x="4623" y="3599"/>
                      <a:pt x="4623" y="3535"/>
                      <a:pt x="4694" y="3492"/>
                    </a:cubicBezTo>
                    <a:lnTo>
                      <a:pt x="5003" y="3312"/>
                    </a:lnTo>
                    <a:cubicBezTo>
                      <a:pt x="5039" y="3291"/>
                      <a:pt x="5086" y="3280"/>
                      <a:pt x="5133" y="3280"/>
                    </a:cubicBezTo>
                    <a:close/>
                    <a:moveTo>
                      <a:pt x="9320" y="3294"/>
                    </a:moveTo>
                    <a:cubicBezTo>
                      <a:pt x="9369" y="3294"/>
                      <a:pt x="9417" y="3304"/>
                      <a:pt x="9454" y="3326"/>
                    </a:cubicBezTo>
                    <a:lnTo>
                      <a:pt x="9790" y="3521"/>
                    </a:lnTo>
                    <a:cubicBezTo>
                      <a:pt x="9863" y="3564"/>
                      <a:pt x="9863" y="3635"/>
                      <a:pt x="9790" y="3671"/>
                    </a:cubicBezTo>
                    <a:lnTo>
                      <a:pt x="9454" y="3873"/>
                    </a:lnTo>
                    <a:cubicBezTo>
                      <a:pt x="9417" y="3891"/>
                      <a:pt x="9370" y="3900"/>
                      <a:pt x="9323" y="3900"/>
                    </a:cubicBezTo>
                    <a:cubicBezTo>
                      <a:pt x="9275" y="3900"/>
                      <a:pt x="9226" y="3891"/>
                      <a:pt x="9186" y="3873"/>
                    </a:cubicBezTo>
                    <a:lnTo>
                      <a:pt x="8857" y="3671"/>
                    </a:lnTo>
                    <a:cubicBezTo>
                      <a:pt x="8784" y="3635"/>
                      <a:pt x="8777" y="3564"/>
                      <a:pt x="8857" y="3521"/>
                    </a:cubicBezTo>
                    <a:lnTo>
                      <a:pt x="9186" y="3326"/>
                    </a:lnTo>
                    <a:cubicBezTo>
                      <a:pt x="9223" y="3304"/>
                      <a:pt x="9271" y="3294"/>
                      <a:pt x="9320" y="3294"/>
                    </a:cubicBezTo>
                    <a:close/>
                    <a:moveTo>
                      <a:pt x="8159" y="3452"/>
                    </a:moveTo>
                    <a:cubicBezTo>
                      <a:pt x="8206" y="3452"/>
                      <a:pt x="8253" y="3463"/>
                      <a:pt x="8289" y="3485"/>
                    </a:cubicBezTo>
                    <a:lnTo>
                      <a:pt x="8598" y="3664"/>
                    </a:lnTo>
                    <a:cubicBezTo>
                      <a:pt x="8669" y="3700"/>
                      <a:pt x="8669" y="3771"/>
                      <a:pt x="8598" y="3814"/>
                    </a:cubicBezTo>
                    <a:lnTo>
                      <a:pt x="8303" y="3987"/>
                    </a:lnTo>
                    <a:cubicBezTo>
                      <a:pt x="8267" y="4008"/>
                      <a:pt x="8220" y="4019"/>
                      <a:pt x="8173" y="4019"/>
                    </a:cubicBezTo>
                    <a:cubicBezTo>
                      <a:pt x="8125" y="4019"/>
                      <a:pt x="8077" y="4008"/>
                      <a:pt x="8037" y="3987"/>
                    </a:cubicBezTo>
                    <a:lnTo>
                      <a:pt x="7735" y="3807"/>
                    </a:lnTo>
                    <a:cubicBezTo>
                      <a:pt x="7663" y="3764"/>
                      <a:pt x="7663" y="3700"/>
                      <a:pt x="7735" y="3657"/>
                    </a:cubicBezTo>
                    <a:lnTo>
                      <a:pt x="8030" y="3485"/>
                    </a:lnTo>
                    <a:cubicBezTo>
                      <a:pt x="8066" y="3463"/>
                      <a:pt x="8112" y="3452"/>
                      <a:pt x="8159" y="3452"/>
                    </a:cubicBezTo>
                    <a:close/>
                    <a:moveTo>
                      <a:pt x="12332" y="3754"/>
                    </a:moveTo>
                    <a:cubicBezTo>
                      <a:pt x="12380" y="3754"/>
                      <a:pt x="12429" y="3765"/>
                      <a:pt x="12464" y="3787"/>
                    </a:cubicBezTo>
                    <a:lnTo>
                      <a:pt x="12723" y="3930"/>
                    </a:lnTo>
                    <a:cubicBezTo>
                      <a:pt x="12795" y="3973"/>
                      <a:pt x="12802" y="4045"/>
                      <a:pt x="12723" y="4088"/>
                    </a:cubicBezTo>
                    <a:lnTo>
                      <a:pt x="12680" y="4116"/>
                    </a:lnTo>
                    <a:cubicBezTo>
                      <a:pt x="12643" y="4135"/>
                      <a:pt x="12592" y="4146"/>
                      <a:pt x="12541" y="4146"/>
                    </a:cubicBezTo>
                    <a:cubicBezTo>
                      <a:pt x="12495" y="4146"/>
                      <a:pt x="12449" y="4137"/>
                      <a:pt x="12414" y="4116"/>
                    </a:cubicBezTo>
                    <a:lnTo>
                      <a:pt x="12155" y="3966"/>
                    </a:lnTo>
                    <a:cubicBezTo>
                      <a:pt x="12085" y="3923"/>
                      <a:pt x="12085" y="3850"/>
                      <a:pt x="12155" y="3814"/>
                    </a:cubicBezTo>
                    <a:lnTo>
                      <a:pt x="12198" y="3787"/>
                    </a:lnTo>
                    <a:cubicBezTo>
                      <a:pt x="12235" y="3765"/>
                      <a:pt x="12283" y="3754"/>
                      <a:pt x="12332" y="3754"/>
                    </a:cubicBezTo>
                    <a:close/>
                    <a:moveTo>
                      <a:pt x="11211" y="3602"/>
                    </a:moveTo>
                    <a:cubicBezTo>
                      <a:pt x="11259" y="3602"/>
                      <a:pt x="11307" y="3613"/>
                      <a:pt x="11343" y="3635"/>
                    </a:cubicBezTo>
                    <a:lnTo>
                      <a:pt x="11653" y="3814"/>
                    </a:lnTo>
                    <a:cubicBezTo>
                      <a:pt x="11724" y="3857"/>
                      <a:pt x="11724" y="3923"/>
                      <a:pt x="11653" y="3966"/>
                    </a:cubicBezTo>
                    <a:lnTo>
                      <a:pt x="11358" y="4138"/>
                    </a:lnTo>
                    <a:cubicBezTo>
                      <a:pt x="11322" y="4160"/>
                      <a:pt x="11273" y="4171"/>
                      <a:pt x="11225" y="4171"/>
                    </a:cubicBezTo>
                    <a:cubicBezTo>
                      <a:pt x="11176" y="4171"/>
                      <a:pt x="11128" y="4160"/>
                      <a:pt x="11093" y="4138"/>
                    </a:cubicBezTo>
                    <a:lnTo>
                      <a:pt x="10782" y="3959"/>
                    </a:lnTo>
                    <a:cubicBezTo>
                      <a:pt x="10711" y="3923"/>
                      <a:pt x="10704" y="3850"/>
                      <a:pt x="10782" y="3807"/>
                    </a:cubicBezTo>
                    <a:lnTo>
                      <a:pt x="11077" y="3635"/>
                    </a:lnTo>
                    <a:cubicBezTo>
                      <a:pt x="11113" y="3613"/>
                      <a:pt x="11162" y="3602"/>
                      <a:pt x="11211" y="3602"/>
                    </a:cubicBezTo>
                    <a:close/>
                    <a:moveTo>
                      <a:pt x="7084" y="3609"/>
                    </a:moveTo>
                    <a:cubicBezTo>
                      <a:pt x="7133" y="3609"/>
                      <a:pt x="7182" y="3620"/>
                      <a:pt x="7218" y="3642"/>
                    </a:cubicBezTo>
                    <a:lnTo>
                      <a:pt x="7527" y="3823"/>
                    </a:lnTo>
                    <a:cubicBezTo>
                      <a:pt x="7599" y="3866"/>
                      <a:pt x="7599" y="3937"/>
                      <a:pt x="7527" y="3973"/>
                    </a:cubicBezTo>
                    <a:lnTo>
                      <a:pt x="7218" y="4152"/>
                    </a:lnTo>
                    <a:cubicBezTo>
                      <a:pt x="7182" y="4174"/>
                      <a:pt x="7135" y="4185"/>
                      <a:pt x="7088" y="4185"/>
                    </a:cubicBezTo>
                    <a:cubicBezTo>
                      <a:pt x="7041" y="4185"/>
                      <a:pt x="6995" y="4174"/>
                      <a:pt x="6959" y="4152"/>
                    </a:cubicBezTo>
                    <a:lnTo>
                      <a:pt x="6642" y="3973"/>
                    </a:lnTo>
                    <a:cubicBezTo>
                      <a:pt x="6571" y="3937"/>
                      <a:pt x="6571" y="3866"/>
                      <a:pt x="6642" y="3823"/>
                    </a:cubicBezTo>
                    <a:lnTo>
                      <a:pt x="6952" y="3642"/>
                    </a:lnTo>
                    <a:cubicBezTo>
                      <a:pt x="6988" y="3620"/>
                      <a:pt x="7036" y="3609"/>
                      <a:pt x="7084" y="3609"/>
                    </a:cubicBezTo>
                    <a:close/>
                    <a:moveTo>
                      <a:pt x="5806" y="3674"/>
                    </a:moveTo>
                    <a:cubicBezTo>
                      <a:pt x="5857" y="3674"/>
                      <a:pt x="5908" y="3685"/>
                      <a:pt x="5945" y="3707"/>
                    </a:cubicBezTo>
                    <a:lnTo>
                      <a:pt x="6254" y="3887"/>
                    </a:lnTo>
                    <a:cubicBezTo>
                      <a:pt x="6326" y="3923"/>
                      <a:pt x="6326" y="3995"/>
                      <a:pt x="6254" y="4038"/>
                    </a:cubicBezTo>
                    <a:lnTo>
                      <a:pt x="5945" y="4218"/>
                    </a:lnTo>
                    <a:cubicBezTo>
                      <a:pt x="5909" y="4236"/>
                      <a:pt x="5863" y="4245"/>
                      <a:pt x="5816" y="4245"/>
                    </a:cubicBezTo>
                    <a:cubicBezTo>
                      <a:pt x="5769" y="4245"/>
                      <a:pt x="5722" y="4236"/>
                      <a:pt x="5686" y="4218"/>
                    </a:cubicBezTo>
                    <a:lnTo>
                      <a:pt x="5370" y="4038"/>
                    </a:lnTo>
                    <a:cubicBezTo>
                      <a:pt x="5298" y="3995"/>
                      <a:pt x="5298" y="3923"/>
                      <a:pt x="5370" y="3880"/>
                    </a:cubicBezTo>
                    <a:lnTo>
                      <a:pt x="5679" y="3700"/>
                    </a:lnTo>
                    <a:cubicBezTo>
                      <a:pt x="5714" y="3683"/>
                      <a:pt x="5760" y="3674"/>
                      <a:pt x="5806" y="3674"/>
                    </a:cubicBezTo>
                    <a:close/>
                    <a:moveTo>
                      <a:pt x="10035" y="3711"/>
                    </a:moveTo>
                    <a:cubicBezTo>
                      <a:pt x="10082" y="3711"/>
                      <a:pt x="10128" y="3722"/>
                      <a:pt x="10164" y="3743"/>
                    </a:cubicBezTo>
                    <a:lnTo>
                      <a:pt x="10466" y="3916"/>
                    </a:lnTo>
                    <a:cubicBezTo>
                      <a:pt x="10539" y="3959"/>
                      <a:pt x="10539" y="4023"/>
                      <a:pt x="10466" y="4066"/>
                    </a:cubicBezTo>
                    <a:lnTo>
                      <a:pt x="10128" y="4261"/>
                    </a:lnTo>
                    <a:cubicBezTo>
                      <a:pt x="10093" y="4283"/>
                      <a:pt x="10046" y="4293"/>
                      <a:pt x="9999" y="4293"/>
                    </a:cubicBezTo>
                    <a:cubicBezTo>
                      <a:pt x="9953" y="4293"/>
                      <a:pt x="9906" y="4283"/>
                      <a:pt x="9869" y="4261"/>
                    </a:cubicBezTo>
                    <a:lnTo>
                      <a:pt x="9568" y="4088"/>
                    </a:lnTo>
                    <a:cubicBezTo>
                      <a:pt x="9497" y="4045"/>
                      <a:pt x="9497" y="3980"/>
                      <a:pt x="9568" y="3937"/>
                    </a:cubicBezTo>
                    <a:lnTo>
                      <a:pt x="9906" y="3743"/>
                    </a:lnTo>
                    <a:cubicBezTo>
                      <a:pt x="9942" y="3722"/>
                      <a:pt x="9988" y="3711"/>
                      <a:pt x="10035" y="3711"/>
                    </a:cubicBezTo>
                    <a:close/>
                    <a:moveTo>
                      <a:pt x="8846" y="3847"/>
                    </a:moveTo>
                    <a:cubicBezTo>
                      <a:pt x="8894" y="3847"/>
                      <a:pt x="8943" y="3858"/>
                      <a:pt x="8979" y="3880"/>
                    </a:cubicBezTo>
                    <a:lnTo>
                      <a:pt x="9316" y="4073"/>
                    </a:lnTo>
                    <a:cubicBezTo>
                      <a:pt x="9388" y="4116"/>
                      <a:pt x="9388" y="4189"/>
                      <a:pt x="9316" y="4225"/>
                    </a:cubicBezTo>
                    <a:lnTo>
                      <a:pt x="9022" y="4397"/>
                    </a:lnTo>
                    <a:cubicBezTo>
                      <a:pt x="8986" y="4419"/>
                      <a:pt x="8937" y="4430"/>
                      <a:pt x="8889" y="4430"/>
                    </a:cubicBezTo>
                    <a:cubicBezTo>
                      <a:pt x="8840" y="4430"/>
                      <a:pt x="8791" y="4419"/>
                      <a:pt x="8755" y="4397"/>
                    </a:cubicBezTo>
                    <a:lnTo>
                      <a:pt x="8419" y="4202"/>
                    </a:lnTo>
                    <a:cubicBezTo>
                      <a:pt x="8346" y="4159"/>
                      <a:pt x="8346" y="4095"/>
                      <a:pt x="8419" y="4052"/>
                    </a:cubicBezTo>
                    <a:lnTo>
                      <a:pt x="8712" y="3880"/>
                    </a:lnTo>
                    <a:cubicBezTo>
                      <a:pt x="8748" y="3858"/>
                      <a:pt x="8797" y="3847"/>
                      <a:pt x="8846" y="3847"/>
                    </a:cubicBezTo>
                    <a:close/>
                    <a:moveTo>
                      <a:pt x="11901" y="4006"/>
                    </a:moveTo>
                    <a:cubicBezTo>
                      <a:pt x="11949" y="4006"/>
                      <a:pt x="11997" y="4017"/>
                      <a:pt x="12033" y="4038"/>
                    </a:cubicBezTo>
                    <a:lnTo>
                      <a:pt x="12292" y="4182"/>
                    </a:lnTo>
                    <a:cubicBezTo>
                      <a:pt x="12364" y="4225"/>
                      <a:pt x="12364" y="4297"/>
                      <a:pt x="12292" y="4340"/>
                    </a:cubicBezTo>
                    <a:lnTo>
                      <a:pt x="11998" y="4513"/>
                    </a:lnTo>
                    <a:cubicBezTo>
                      <a:pt x="11962" y="4534"/>
                      <a:pt x="11913" y="4545"/>
                      <a:pt x="11865" y="4545"/>
                    </a:cubicBezTo>
                    <a:cubicBezTo>
                      <a:pt x="11816" y="4545"/>
                      <a:pt x="11767" y="4534"/>
                      <a:pt x="11731" y="4513"/>
                    </a:cubicBezTo>
                    <a:lnTo>
                      <a:pt x="11472" y="4361"/>
                    </a:lnTo>
                    <a:cubicBezTo>
                      <a:pt x="11401" y="4318"/>
                      <a:pt x="11401" y="4245"/>
                      <a:pt x="11472" y="4211"/>
                    </a:cubicBezTo>
                    <a:lnTo>
                      <a:pt x="11767" y="4038"/>
                    </a:lnTo>
                    <a:cubicBezTo>
                      <a:pt x="11803" y="4017"/>
                      <a:pt x="11852" y="4006"/>
                      <a:pt x="11901" y="4006"/>
                    </a:cubicBezTo>
                    <a:close/>
                    <a:moveTo>
                      <a:pt x="12975" y="4120"/>
                    </a:moveTo>
                    <a:cubicBezTo>
                      <a:pt x="13022" y="4120"/>
                      <a:pt x="13069" y="4131"/>
                      <a:pt x="13104" y="4152"/>
                    </a:cubicBezTo>
                    <a:lnTo>
                      <a:pt x="13442" y="4347"/>
                    </a:lnTo>
                    <a:cubicBezTo>
                      <a:pt x="13515" y="4390"/>
                      <a:pt x="13515" y="4454"/>
                      <a:pt x="13442" y="4497"/>
                    </a:cubicBezTo>
                    <a:lnTo>
                      <a:pt x="13392" y="4527"/>
                    </a:lnTo>
                    <a:cubicBezTo>
                      <a:pt x="13356" y="4548"/>
                      <a:pt x="13309" y="4559"/>
                      <a:pt x="13263" y="4559"/>
                    </a:cubicBezTo>
                    <a:cubicBezTo>
                      <a:pt x="13216" y="4559"/>
                      <a:pt x="13170" y="4548"/>
                      <a:pt x="13133" y="4527"/>
                    </a:cubicBezTo>
                    <a:lnTo>
                      <a:pt x="12795" y="4332"/>
                    </a:lnTo>
                    <a:cubicBezTo>
                      <a:pt x="12723" y="4289"/>
                      <a:pt x="12723" y="4225"/>
                      <a:pt x="12795" y="4182"/>
                    </a:cubicBezTo>
                    <a:lnTo>
                      <a:pt x="12845" y="4152"/>
                    </a:lnTo>
                    <a:cubicBezTo>
                      <a:pt x="12882" y="4131"/>
                      <a:pt x="12929" y="4120"/>
                      <a:pt x="12975" y="4120"/>
                    </a:cubicBezTo>
                    <a:close/>
                    <a:moveTo>
                      <a:pt x="7777" y="4013"/>
                    </a:moveTo>
                    <a:cubicBezTo>
                      <a:pt x="7825" y="4013"/>
                      <a:pt x="7872" y="4024"/>
                      <a:pt x="7908" y="4045"/>
                    </a:cubicBezTo>
                    <a:lnTo>
                      <a:pt x="8217" y="4218"/>
                    </a:lnTo>
                    <a:cubicBezTo>
                      <a:pt x="8289" y="4261"/>
                      <a:pt x="8289" y="4332"/>
                      <a:pt x="8217" y="4375"/>
                    </a:cubicBezTo>
                    <a:lnTo>
                      <a:pt x="7908" y="4556"/>
                    </a:lnTo>
                    <a:cubicBezTo>
                      <a:pt x="7872" y="4573"/>
                      <a:pt x="7823" y="4582"/>
                      <a:pt x="7775" y="4582"/>
                    </a:cubicBezTo>
                    <a:cubicBezTo>
                      <a:pt x="7726" y="4582"/>
                      <a:pt x="7678" y="4573"/>
                      <a:pt x="7642" y="4556"/>
                    </a:cubicBezTo>
                    <a:lnTo>
                      <a:pt x="7340" y="4375"/>
                    </a:lnTo>
                    <a:cubicBezTo>
                      <a:pt x="7268" y="4332"/>
                      <a:pt x="7261" y="4268"/>
                      <a:pt x="7340" y="4225"/>
                    </a:cubicBezTo>
                    <a:lnTo>
                      <a:pt x="7642" y="4045"/>
                    </a:lnTo>
                    <a:cubicBezTo>
                      <a:pt x="7681" y="4024"/>
                      <a:pt x="7729" y="4013"/>
                      <a:pt x="7777" y="4013"/>
                    </a:cubicBezTo>
                    <a:close/>
                    <a:moveTo>
                      <a:pt x="6503" y="4070"/>
                    </a:moveTo>
                    <a:cubicBezTo>
                      <a:pt x="6551" y="4070"/>
                      <a:pt x="6600" y="4081"/>
                      <a:pt x="6635" y="4102"/>
                    </a:cubicBezTo>
                    <a:lnTo>
                      <a:pt x="6937" y="4282"/>
                    </a:lnTo>
                    <a:cubicBezTo>
                      <a:pt x="7009" y="4318"/>
                      <a:pt x="7016" y="4390"/>
                      <a:pt x="6944" y="4433"/>
                    </a:cubicBezTo>
                    <a:lnTo>
                      <a:pt x="6635" y="4613"/>
                    </a:lnTo>
                    <a:cubicBezTo>
                      <a:pt x="6600" y="4634"/>
                      <a:pt x="6551" y="4645"/>
                      <a:pt x="6503" y="4645"/>
                    </a:cubicBezTo>
                    <a:cubicBezTo>
                      <a:pt x="6454" y="4645"/>
                      <a:pt x="6405" y="4634"/>
                      <a:pt x="6369" y="4613"/>
                    </a:cubicBezTo>
                    <a:lnTo>
                      <a:pt x="6067" y="4433"/>
                    </a:lnTo>
                    <a:cubicBezTo>
                      <a:pt x="5988" y="4390"/>
                      <a:pt x="5988" y="4325"/>
                      <a:pt x="6060" y="4282"/>
                    </a:cubicBezTo>
                    <a:lnTo>
                      <a:pt x="6369" y="4102"/>
                    </a:lnTo>
                    <a:cubicBezTo>
                      <a:pt x="6405" y="4081"/>
                      <a:pt x="6454" y="4070"/>
                      <a:pt x="6503" y="4070"/>
                    </a:cubicBezTo>
                    <a:close/>
                    <a:moveTo>
                      <a:pt x="10714" y="4099"/>
                    </a:moveTo>
                    <a:cubicBezTo>
                      <a:pt x="10763" y="4099"/>
                      <a:pt x="10811" y="4110"/>
                      <a:pt x="10848" y="4132"/>
                    </a:cubicBezTo>
                    <a:lnTo>
                      <a:pt x="11156" y="4311"/>
                    </a:lnTo>
                    <a:cubicBezTo>
                      <a:pt x="11229" y="4354"/>
                      <a:pt x="11229" y="4427"/>
                      <a:pt x="11156" y="4461"/>
                    </a:cubicBezTo>
                    <a:lnTo>
                      <a:pt x="10825" y="4656"/>
                    </a:lnTo>
                    <a:cubicBezTo>
                      <a:pt x="10790" y="4678"/>
                      <a:pt x="10742" y="4688"/>
                      <a:pt x="10693" y="4688"/>
                    </a:cubicBezTo>
                    <a:cubicBezTo>
                      <a:pt x="10644" y="4688"/>
                      <a:pt x="10596" y="4678"/>
                      <a:pt x="10560" y="4656"/>
                    </a:cubicBezTo>
                    <a:lnTo>
                      <a:pt x="10251" y="4484"/>
                    </a:lnTo>
                    <a:cubicBezTo>
                      <a:pt x="10178" y="4440"/>
                      <a:pt x="10178" y="4368"/>
                      <a:pt x="10251" y="4325"/>
                    </a:cubicBezTo>
                    <a:lnTo>
                      <a:pt x="10582" y="4132"/>
                    </a:lnTo>
                    <a:cubicBezTo>
                      <a:pt x="10617" y="4110"/>
                      <a:pt x="10666" y="4099"/>
                      <a:pt x="10714" y="4099"/>
                    </a:cubicBezTo>
                    <a:close/>
                    <a:moveTo>
                      <a:pt x="9565" y="4265"/>
                    </a:moveTo>
                    <a:cubicBezTo>
                      <a:pt x="9613" y="4265"/>
                      <a:pt x="9662" y="4276"/>
                      <a:pt x="9697" y="4297"/>
                    </a:cubicBezTo>
                    <a:lnTo>
                      <a:pt x="9992" y="4470"/>
                    </a:lnTo>
                    <a:cubicBezTo>
                      <a:pt x="10064" y="4504"/>
                      <a:pt x="10064" y="4577"/>
                      <a:pt x="9992" y="4620"/>
                    </a:cubicBezTo>
                    <a:lnTo>
                      <a:pt x="9697" y="4792"/>
                    </a:lnTo>
                    <a:cubicBezTo>
                      <a:pt x="9662" y="4814"/>
                      <a:pt x="9615" y="4825"/>
                      <a:pt x="9568" y="4825"/>
                    </a:cubicBezTo>
                    <a:cubicBezTo>
                      <a:pt x="9521" y="4825"/>
                      <a:pt x="9474" y="4814"/>
                      <a:pt x="9438" y="4792"/>
                    </a:cubicBezTo>
                    <a:lnTo>
                      <a:pt x="9136" y="4620"/>
                    </a:lnTo>
                    <a:cubicBezTo>
                      <a:pt x="9066" y="4577"/>
                      <a:pt x="9066" y="4504"/>
                      <a:pt x="9136" y="4470"/>
                    </a:cubicBezTo>
                    <a:lnTo>
                      <a:pt x="9431" y="4297"/>
                    </a:lnTo>
                    <a:cubicBezTo>
                      <a:pt x="9468" y="4276"/>
                      <a:pt x="9516" y="4265"/>
                      <a:pt x="9565" y="4265"/>
                    </a:cubicBezTo>
                    <a:close/>
                    <a:moveTo>
                      <a:pt x="12541" y="4372"/>
                    </a:moveTo>
                    <a:cubicBezTo>
                      <a:pt x="12589" y="4372"/>
                      <a:pt x="12637" y="4383"/>
                      <a:pt x="12673" y="4404"/>
                    </a:cubicBezTo>
                    <a:lnTo>
                      <a:pt x="13011" y="4599"/>
                    </a:lnTo>
                    <a:cubicBezTo>
                      <a:pt x="13083" y="4642"/>
                      <a:pt x="13083" y="4713"/>
                      <a:pt x="13011" y="4749"/>
                    </a:cubicBezTo>
                    <a:lnTo>
                      <a:pt x="12709" y="4922"/>
                    </a:lnTo>
                    <a:cubicBezTo>
                      <a:pt x="12673" y="4943"/>
                      <a:pt x="12626" y="4954"/>
                      <a:pt x="12580" y="4954"/>
                    </a:cubicBezTo>
                    <a:cubicBezTo>
                      <a:pt x="12533" y="4954"/>
                      <a:pt x="12486" y="4943"/>
                      <a:pt x="12450" y="4922"/>
                    </a:cubicBezTo>
                    <a:lnTo>
                      <a:pt x="12112" y="4728"/>
                    </a:lnTo>
                    <a:cubicBezTo>
                      <a:pt x="12041" y="4692"/>
                      <a:pt x="12041" y="4620"/>
                      <a:pt x="12112" y="4577"/>
                    </a:cubicBezTo>
                    <a:lnTo>
                      <a:pt x="12407" y="4404"/>
                    </a:lnTo>
                    <a:cubicBezTo>
                      <a:pt x="12443" y="4383"/>
                      <a:pt x="12492" y="4372"/>
                      <a:pt x="12541" y="4372"/>
                    </a:cubicBezTo>
                    <a:close/>
                    <a:moveTo>
                      <a:pt x="13690" y="4537"/>
                    </a:moveTo>
                    <a:cubicBezTo>
                      <a:pt x="13738" y="4537"/>
                      <a:pt x="13787" y="4548"/>
                      <a:pt x="13823" y="4570"/>
                    </a:cubicBezTo>
                    <a:lnTo>
                      <a:pt x="14118" y="4742"/>
                    </a:lnTo>
                    <a:cubicBezTo>
                      <a:pt x="14198" y="4778"/>
                      <a:pt x="14198" y="4849"/>
                      <a:pt x="14125" y="4892"/>
                    </a:cubicBezTo>
                    <a:lnTo>
                      <a:pt x="14075" y="4922"/>
                    </a:lnTo>
                    <a:cubicBezTo>
                      <a:pt x="14039" y="4943"/>
                      <a:pt x="13990" y="4954"/>
                      <a:pt x="13942" y="4954"/>
                    </a:cubicBezTo>
                    <a:cubicBezTo>
                      <a:pt x="13893" y="4954"/>
                      <a:pt x="13845" y="4943"/>
                      <a:pt x="13810" y="4922"/>
                    </a:cubicBezTo>
                    <a:lnTo>
                      <a:pt x="13515" y="4749"/>
                    </a:lnTo>
                    <a:cubicBezTo>
                      <a:pt x="13442" y="4706"/>
                      <a:pt x="13442" y="4634"/>
                      <a:pt x="13515" y="4599"/>
                    </a:cubicBezTo>
                    <a:lnTo>
                      <a:pt x="13558" y="4570"/>
                    </a:lnTo>
                    <a:cubicBezTo>
                      <a:pt x="13593" y="4548"/>
                      <a:pt x="13641" y="4537"/>
                      <a:pt x="13690" y="4537"/>
                    </a:cubicBezTo>
                    <a:close/>
                    <a:moveTo>
                      <a:pt x="8462" y="4408"/>
                    </a:moveTo>
                    <a:cubicBezTo>
                      <a:pt x="8510" y="4408"/>
                      <a:pt x="8558" y="4419"/>
                      <a:pt x="8598" y="4440"/>
                    </a:cubicBezTo>
                    <a:lnTo>
                      <a:pt x="8928" y="4634"/>
                    </a:lnTo>
                    <a:cubicBezTo>
                      <a:pt x="9007" y="4677"/>
                      <a:pt x="9007" y="4742"/>
                      <a:pt x="8936" y="4785"/>
                    </a:cubicBezTo>
                    <a:lnTo>
                      <a:pt x="8626" y="4965"/>
                    </a:lnTo>
                    <a:cubicBezTo>
                      <a:pt x="8590" y="4986"/>
                      <a:pt x="8542" y="4997"/>
                      <a:pt x="8493" y="4997"/>
                    </a:cubicBezTo>
                    <a:cubicBezTo>
                      <a:pt x="8445" y="4997"/>
                      <a:pt x="8396" y="4986"/>
                      <a:pt x="8360" y="4965"/>
                    </a:cubicBezTo>
                    <a:lnTo>
                      <a:pt x="8022" y="4772"/>
                    </a:lnTo>
                    <a:cubicBezTo>
                      <a:pt x="7951" y="4728"/>
                      <a:pt x="7951" y="4663"/>
                      <a:pt x="8022" y="4620"/>
                    </a:cubicBezTo>
                    <a:lnTo>
                      <a:pt x="8332" y="4440"/>
                    </a:lnTo>
                    <a:cubicBezTo>
                      <a:pt x="8368" y="4419"/>
                      <a:pt x="8414" y="4408"/>
                      <a:pt x="8462" y="4408"/>
                    </a:cubicBezTo>
                    <a:close/>
                    <a:moveTo>
                      <a:pt x="11404" y="4501"/>
                    </a:moveTo>
                    <a:cubicBezTo>
                      <a:pt x="11453" y="4501"/>
                      <a:pt x="11501" y="4512"/>
                      <a:pt x="11538" y="4534"/>
                    </a:cubicBezTo>
                    <a:lnTo>
                      <a:pt x="11796" y="4685"/>
                    </a:lnTo>
                    <a:cubicBezTo>
                      <a:pt x="11869" y="4728"/>
                      <a:pt x="11869" y="4792"/>
                      <a:pt x="11796" y="4835"/>
                    </a:cubicBezTo>
                    <a:lnTo>
                      <a:pt x="11465" y="5030"/>
                    </a:lnTo>
                    <a:cubicBezTo>
                      <a:pt x="11430" y="5052"/>
                      <a:pt x="11382" y="5063"/>
                      <a:pt x="11333" y="5063"/>
                    </a:cubicBezTo>
                    <a:cubicBezTo>
                      <a:pt x="11284" y="5063"/>
                      <a:pt x="11236" y="5052"/>
                      <a:pt x="11200" y="5030"/>
                    </a:cubicBezTo>
                    <a:lnTo>
                      <a:pt x="10941" y="4879"/>
                    </a:lnTo>
                    <a:cubicBezTo>
                      <a:pt x="10868" y="4835"/>
                      <a:pt x="10868" y="4772"/>
                      <a:pt x="10941" y="4728"/>
                    </a:cubicBezTo>
                    <a:lnTo>
                      <a:pt x="11272" y="4534"/>
                    </a:lnTo>
                    <a:cubicBezTo>
                      <a:pt x="11307" y="4512"/>
                      <a:pt x="11356" y="4501"/>
                      <a:pt x="11404" y="4501"/>
                    </a:cubicBezTo>
                    <a:close/>
                    <a:moveTo>
                      <a:pt x="10243" y="4653"/>
                    </a:moveTo>
                    <a:cubicBezTo>
                      <a:pt x="10290" y="4653"/>
                      <a:pt x="10337" y="4664"/>
                      <a:pt x="10373" y="4685"/>
                    </a:cubicBezTo>
                    <a:lnTo>
                      <a:pt x="10682" y="4865"/>
                    </a:lnTo>
                    <a:cubicBezTo>
                      <a:pt x="10754" y="4908"/>
                      <a:pt x="10761" y="4979"/>
                      <a:pt x="10689" y="5015"/>
                    </a:cubicBezTo>
                    <a:lnTo>
                      <a:pt x="10387" y="5187"/>
                    </a:lnTo>
                    <a:cubicBezTo>
                      <a:pt x="10352" y="5209"/>
                      <a:pt x="10305" y="5220"/>
                      <a:pt x="10258" y="5220"/>
                    </a:cubicBezTo>
                    <a:cubicBezTo>
                      <a:pt x="10211" y="5220"/>
                      <a:pt x="10164" y="5209"/>
                      <a:pt x="10128" y="5187"/>
                    </a:cubicBezTo>
                    <a:lnTo>
                      <a:pt x="9813" y="5008"/>
                    </a:lnTo>
                    <a:cubicBezTo>
                      <a:pt x="9740" y="4972"/>
                      <a:pt x="9740" y="4901"/>
                      <a:pt x="9813" y="4858"/>
                    </a:cubicBezTo>
                    <a:lnTo>
                      <a:pt x="10108" y="4685"/>
                    </a:lnTo>
                    <a:cubicBezTo>
                      <a:pt x="10147" y="4664"/>
                      <a:pt x="10196" y="4653"/>
                      <a:pt x="10243" y="4653"/>
                    </a:cubicBezTo>
                    <a:close/>
                    <a:moveTo>
                      <a:pt x="13259" y="4789"/>
                    </a:moveTo>
                    <a:cubicBezTo>
                      <a:pt x="13307" y="4789"/>
                      <a:pt x="13356" y="4800"/>
                      <a:pt x="13392" y="4822"/>
                    </a:cubicBezTo>
                    <a:lnTo>
                      <a:pt x="13687" y="4994"/>
                    </a:lnTo>
                    <a:cubicBezTo>
                      <a:pt x="13758" y="5030"/>
                      <a:pt x="13758" y="5101"/>
                      <a:pt x="13687" y="5144"/>
                    </a:cubicBezTo>
                    <a:lnTo>
                      <a:pt x="13392" y="5317"/>
                    </a:lnTo>
                    <a:cubicBezTo>
                      <a:pt x="13356" y="5338"/>
                      <a:pt x="13307" y="5349"/>
                      <a:pt x="13259" y="5349"/>
                    </a:cubicBezTo>
                    <a:cubicBezTo>
                      <a:pt x="13210" y="5349"/>
                      <a:pt x="13162" y="5338"/>
                      <a:pt x="13126" y="5317"/>
                    </a:cubicBezTo>
                    <a:lnTo>
                      <a:pt x="12831" y="5144"/>
                    </a:lnTo>
                    <a:cubicBezTo>
                      <a:pt x="12759" y="5101"/>
                      <a:pt x="12759" y="5037"/>
                      <a:pt x="12831" y="4994"/>
                    </a:cubicBezTo>
                    <a:lnTo>
                      <a:pt x="13126" y="4822"/>
                    </a:lnTo>
                    <a:cubicBezTo>
                      <a:pt x="13162" y="4800"/>
                      <a:pt x="13210" y="4789"/>
                      <a:pt x="13259" y="4789"/>
                    </a:cubicBezTo>
                    <a:close/>
                    <a:moveTo>
                      <a:pt x="14370" y="4926"/>
                    </a:moveTo>
                    <a:cubicBezTo>
                      <a:pt x="14416" y="4926"/>
                      <a:pt x="14463" y="4936"/>
                      <a:pt x="14500" y="4958"/>
                    </a:cubicBezTo>
                    <a:lnTo>
                      <a:pt x="14815" y="5137"/>
                    </a:lnTo>
                    <a:cubicBezTo>
                      <a:pt x="14888" y="5180"/>
                      <a:pt x="14888" y="5246"/>
                      <a:pt x="14815" y="5289"/>
                    </a:cubicBezTo>
                    <a:lnTo>
                      <a:pt x="14765" y="5317"/>
                    </a:lnTo>
                    <a:cubicBezTo>
                      <a:pt x="14729" y="5338"/>
                      <a:pt x="14680" y="5349"/>
                      <a:pt x="14632" y="5349"/>
                    </a:cubicBezTo>
                    <a:cubicBezTo>
                      <a:pt x="14583" y="5349"/>
                      <a:pt x="14535" y="5338"/>
                      <a:pt x="14500" y="5317"/>
                    </a:cubicBezTo>
                    <a:lnTo>
                      <a:pt x="14189" y="5137"/>
                    </a:lnTo>
                    <a:cubicBezTo>
                      <a:pt x="14118" y="5094"/>
                      <a:pt x="14118" y="5030"/>
                      <a:pt x="14189" y="4987"/>
                    </a:cubicBezTo>
                    <a:lnTo>
                      <a:pt x="14241" y="4958"/>
                    </a:lnTo>
                    <a:cubicBezTo>
                      <a:pt x="14276" y="4936"/>
                      <a:pt x="14323" y="4926"/>
                      <a:pt x="14370" y="4926"/>
                    </a:cubicBezTo>
                    <a:close/>
                    <a:moveTo>
                      <a:pt x="9180" y="4823"/>
                    </a:moveTo>
                    <a:cubicBezTo>
                      <a:pt x="9227" y="4823"/>
                      <a:pt x="9273" y="4832"/>
                      <a:pt x="9309" y="4849"/>
                    </a:cubicBezTo>
                    <a:lnTo>
                      <a:pt x="9611" y="5022"/>
                    </a:lnTo>
                    <a:cubicBezTo>
                      <a:pt x="9683" y="5065"/>
                      <a:pt x="9683" y="5137"/>
                      <a:pt x="9611" y="5180"/>
                    </a:cubicBezTo>
                    <a:lnTo>
                      <a:pt x="9302" y="5360"/>
                    </a:lnTo>
                    <a:cubicBezTo>
                      <a:pt x="9266" y="5378"/>
                      <a:pt x="9219" y="5387"/>
                      <a:pt x="9172" y="5387"/>
                    </a:cubicBezTo>
                    <a:cubicBezTo>
                      <a:pt x="9124" y="5387"/>
                      <a:pt x="9076" y="5378"/>
                      <a:pt x="9036" y="5360"/>
                    </a:cubicBezTo>
                    <a:lnTo>
                      <a:pt x="8741" y="5187"/>
                    </a:lnTo>
                    <a:cubicBezTo>
                      <a:pt x="8669" y="5144"/>
                      <a:pt x="8669" y="5073"/>
                      <a:pt x="8741" y="5030"/>
                    </a:cubicBezTo>
                    <a:lnTo>
                      <a:pt x="9050" y="4849"/>
                    </a:lnTo>
                    <a:cubicBezTo>
                      <a:pt x="9086" y="4832"/>
                      <a:pt x="9133" y="4823"/>
                      <a:pt x="9180" y="4823"/>
                    </a:cubicBezTo>
                    <a:close/>
                    <a:moveTo>
                      <a:pt x="12047" y="4869"/>
                    </a:moveTo>
                    <a:cubicBezTo>
                      <a:pt x="12094" y="4869"/>
                      <a:pt x="12141" y="4879"/>
                      <a:pt x="12178" y="4901"/>
                    </a:cubicBezTo>
                    <a:lnTo>
                      <a:pt x="12516" y="5094"/>
                    </a:lnTo>
                    <a:cubicBezTo>
                      <a:pt x="12587" y="5137"/>
                      <a:pt x="12587" y="5210"/>
                      <a:pt x="12516" y="5253"/>
                    </a:cubicBezTo>
                    <a:lnTo>
                      <a:pt x="12185" y="5446"/>
                    </a:lnTo>
                    <a:cubicBezTo>
                      <a:pt x="12145" y="5464"/>
                      <a:pt x="12096" y="5473"/>
                      <a:pt x="12048" y="5473"/>
                    </a:cubicBezTo>
                    <a:cubicBezTo>
                      <a:pt x="12001" y="5473"/>
                      <a:pt x="11954" y="5464"/>
                      <a:pt x="11919" y="5446"/>
                    </a:cubicBezTo>
                    <a:lnTo>
                      <a:pt x="11581" y="5253"/>
                    </a:lnTo>
                    <a:cubicBezTo>
                      <a:pt x="11508" y="5210"/>
                      <a:pt x="11508" y="5137"/>
                      <a:pt x="11581" y="5094"/>
                    </a:cubicBezTo>
                    <a:lnTo>
                      <a:pt x="11912" y="4901"/>
                    </a:lnTo>
                    <a:cubicBezTo>
                      <a:pt x="11951" y="4879"/>
                      <a:pt x="11999" y="4869"/>
                      <a:pt x="12047" y="4869"/>
                    </a:cubicBezTo>
                    <a:close/>
                    <a:moveTo>
                      <a:pt x="10934" y="5055"/>
                    </a:moveTo>
                    <a:cubicBezTo>
                      <a:pt x="10980" y="5055"/>
                      <a:pt x="11027" y="5066"/>
                      <a:pt x="11063" y="5087"/>
                    </a:cubicBezTo>
                    <a:lnTo>
                      <a:pt x="11329" y="5237"/>
                    </a:lnTo>
                    <a:cubicBezTo>
                      <a:pt x="11401" y="5274"/>
                      <a:pt x="11401" y="5346"/>
                      <a:pt x="11329" y="5389"/>
                    </a:cubicBezTo>
                    <a:lnTo>
                      <a:pt x="11034" y="5562"/>
                    </a:lnTo>
                    <a:cubicBezTo>
                      <a:pt x="10994" y="5583"/>
                      <a:pt x="10946" y="5594"/>
                      <a:pt x="10898" y="5594"/>
                    </a:cubicBezTo>
                    <a:cubicBezTo>
                      <a:pt x="10851" y="5594"/>
                      <a:pt x="10804" y="5583"/>
                      <a:pt x="10768" y="5562"/>
                    </a:cubicBezTo>
                    <a:lnTo>
                      <a:pt x="10509" y="5410"/>
                    </a:lnTo>
                    <a:cubicBezTo>
                      <a:pt x="10430" y="5367"/>
                      <a:pt x="10430" y="5296"/>
                      <a:pt x="10503" y="5260"/>
                    </a:cubicBezTo>
                    <a:lnTo>
                      <a:pt x="10804" y="5087"/>
                    </a:lnTo>
                    <a:cubicBezTo>
                      <a:pt x="10841" y="5066"/>
                      <a:pt x="10887" y="5055"/>
                      <a:pt x="10934" y="5055"/>
                    </a:cubicBezTo>
                    <a:close/>
                    <a:moveTo>
                      <a:pt x="13937" y="5177"/>
                    </a:moveTo>
                    <a:cubicBezTo>
                      <a:pt x="13985" y="5177"/>
                      <a:pt x="14032" y="5188"/>
                      <a:pt x="14068" y="5210"/>
                    </a:cubicBezTo>
                    <a:lnTo>
                      <a:pt x="14377" y="5389"/>
                    </a:lnTo>
                    <a:cubicBezTo>
                      <a:pt x="14448" y="5432"/>
                      <a:pt x="14457" y="5496"/>
                      <a:pt x="14377" y="5539"/>
                    </a:cubicBezTo>
                    <a:lnTo>
                      <a:pt x="14082" y="5712"/>
                    </a:lnTo>
                    <a:cubicBezTo>
                      <a:pt x="14046" y="5733"/>
                      <a:pt x="13999" y="5744"/>
                      <a:pt x="13952" y="5744"/>
                    </a:cubicBezTo>
                    <a:cubicBezTo>
                      <a:pt x="13905" y="5744"/>
                      <a:pt x="13856" y="5733"/>
                      <a:pt x="13817" y="5712"/>
                    </a:cubicBezTo>
                    <a:lnTo>
                      <a:pt x="13508" y="5532"/>
                    </a:lnTo>
                    <a:cubicBezTo>
                      <a:pt x="13435" y="5496"/>
                      <a:pt x="13435" y="5425"/>
                      <a:pt x="13508" y="5382"/>
                    </a:cubicBezTo>
                    <a:lnTo>
                      <a:pt x="13801" y="5210"/>
                    </a:lnTo>
                    <a:cubicBezTo>
                      <a:pt x="13841" y="5188"/>
                      <a:pt x="13889" y="5177"/>
                      <a:pt x="13937" y="5177"/>
                    </a:cubicBezTo>
                    <a:close/>
                    <a:moveTo>
                      <a:pt x="15061" y="5328"/>
                    </a:moveTo>
                    <a:cubicBezTo>
                      <a:pt x="15108" y="5328"/>
                      <a:pt x="15157" y="5338"/>
                      <a:pt x="15197" y="5360"/>
                    </a:cubicBezTo>
                    <a:lnTo>
                      <a:pt x="15512" y="5548"/>
                    </a:lnTo>
                    <a:cubicBezTo>
                      <a:pt x="15592" y="5582"/>
                      <a:pt x="15592" y="5655"/>
                      <a:pt x="15519" y="5698"/>
                    </a:cubicBezTo>
                    <a:lnTo>
                      <a:pt x="15469" y="5727"/>
                    </a:lnTo>
                    <a:cubicBezTo>
                      <a:pt x="15433" y="5749"/>
                      <a:pt x="15385" y="5760"/>
                      <a:pt x="15336" y="5760"/>
                    </a:cubicBezTo>
                    <a:cubicBezTo>
                      <a:pt x="15288" y="5760"/>
                      <a:pt x="15240" y="5749"/>
                      <a:pt x="15204" y="5727"/>
                    </a:cubicBezTo>
                    <a:lnTo>
                      <a:pt x="14879" y="5539"/>
                    </a:lnTo>
                    <a:cubicBezTo>
                      <a:pt x="14808" y="5496"/>
                      <a:pt x="14808" y="5425"/>
                      <a:pt x="14879" y="5389"/>
                    </a:cubicBezTo>
                    <a:lnTo>
                      <a:pt x="14931" y="5360"/>
                    </a:lnTo>
                    <a:cubicBezTo>
                      <a:pt x="14966" y="5338"/>
                      <a:pt x="15013" y="5328"/>
                      <a:pt x="15061" y="5328"/>
                    </a:cubicBezTo>
                    <a:close/>
                    <a:moveTo>
                      <a:pt x="9859" y="5214"/>
                    </a:moveTo>
                    <a:cubicBezTo>
                      <a:pt x="9907" y="5214"/>
                      <a:pt x="9956" y="5224"/>
                      <a:pt x="9992" y="5246"/>
                    </a:cubicBezTo>
                    <a:lnTo>
                      <a:pt x="10301" y="5425"/>
                    </a:lnTo>
                    <a:cubicBezTo>
                      <a:pt x="10373" y="5469"/>
                      <a:pt x="10373" y="5532"/>
                      <a:pt x="10301" y="5575"/>
                    </a:cubicBezTo>
                    <a:lnTo>
                      <a:pt x="9992" y="5755"/>
                    </a:lnTo>
                    <a:cubicBezTo>
                      <a:pt x="9956" y="5776"/>
                      <a:pt x="9909" y="5787"/>
                      <a:pt x="9863" y="5787"/>
                    </a:cubicBezTo>
                    <a:cubicBezTo>
                      <a:pt x="9816" y="5787"/>
                      <a:pt x="9769" y="5776"/>
                      <a:pt x="9733" y="5755"/>
                    </a:cubicBezTo>
                    <a:lnTo>
                      <a:pt x="9417" y="5575"/>
                    </a:lnTo>
                    <a:cubicBezTo>
                      <a:pt x="9345" y="5532"/>
                      <a:pt x="9345" y="5469"/>
                      <a:pt x="9417" y="5425"/>
                    </a:cubicBezTo>
                    <a:lnTo>
                      <a:pt x="9726" y="5246"/>
                    </a:lnTo>
                    <a:cubicBezTo>
                      <a:pt x="9763" y="5224"/>
                      <a:pt x="9811" y="5214"/>
                      <a:pt x="9859" y="5214"/>
                    </a:cubicBezTo>
                    <a:close/>
                    <a:moveTo>
                      <a:pt x="12763" y="5284"/>
                    </a:moveTo>
                    <a:cubicBezTo>
                      <a:pt x="12812" y="5284"/>
                      <a:pt x="12860" y="5295"/>
                      <a:pt x="12895" y="5317"/>
                    </a:cubicBezTo>
                    <a:lnTo>
                      <a:pt x="13190" y="5489"/>
                    </a:lnTo>
                    <a:cubicBezTo>
                      <a:pt x="13263" y="5532"/>
                      <a:pt x="13263" y="5598"/>
                      <a:pt x="13190" y="5641"/>
                    </a:cubicBezTo>
                    <a:lnTo>
                      <a:pt x="12861" y="5834"/>
                    </a:lnTo>
                    <a:cubicBezTo>
                      <a:pt x="12825" y="5856"/>
                      <a:pt x="12776" y="5867"/>
                      <a:pt x="12727" y="5867"/>
                    </a:cubicBezTo>
                    <a:cubicBezTo>
                      <a:pt x="12678" y="5867"/>
                      <a:pt x="12630" y="5856"/>
                      <a:pt x="12593" y="5834"/>
                    </a:cubicBezTo>
                    <a:lnTo>
                      <a:pt x="12300" y="5662"/>
                    </a:lnTo>
                    <a:cubicBezTo>
                      <a:pt x="12228" y="5619"/>
                      <a:pt x="12228" y="5555"/>
                      <a:pt x="12300" y="5512"/>
                    </a:cubicBezTo>
                    <a:lnTo>
                      <a:pt x="12630" y="5317"/>
                    </a:lnTo>
                    <a:cubicBezTo>
                      <a:pt x="12666" y="5295"/>
                      <a:pt x="12715" y="5284"/>
                      <a:pt x="12763" y="5284"/>
                    </a:cubicBezTo>
                    <a:close/>
                    <a:moveTo>
                      <a:pt x="11573" y="5421"/>
                    </a:moveTo>
                    <a:cubicBezTo>
                      <a:pt x="11620" y="5421"/>
                      <a:pt x="11667" y="5431"/>
                      <a:pt x="11703" y="5453"/>
                    </a:cubicBezTo>
                    <a:lnTo>
                      <a:pt x="12041" y="5648"/>
                    </a:lnTo>
                    <a:cubicBezTo>
                      <a:pt x="12112" y="5691"/>
                      <a:pt x="12112" y="5764"/>
                      <a:pt x="12041" y="5798"/>
                    </a:cubicBezTo>
                    <a:lnTo>
                      <a:pt x="11746" y="5971"/>
                    </a:lnTo>
                    <a:cubicBezTo>
                      <a:pt x="11710" y="5992"/>
                      <a:pt x="11663" y="6003"/>
                      <a:pt x="11616" y="6003"/>
                    </a:cubicBezTo>
                    <a:cubicBezTo>
                      <a:pt x="11570" y="6003"/>
                      <a:pt x="11523" y="5992"/>
                      <a:pt x="11488" y="5971"/>
                    </a:cubicBezTo>
                    <a:lnTo>
                      <a:pt x="11149" y="5777"/>
                    </a:lnTo>
                    <a:cubicBezTo>
                      <a:pt x="11077" y="5741"/>
                      <a:pt x="11077" y="5669"/>
                      <a:pt x="11149" y="5626"/>
                    </a:cubicBezTo>
                    <a:lnTo>
                      <a:pt x="11444" y="5453"/>
                    </a:lnTo>
                    <a:cubicBezTo>
                      <a:pt x="11480" y="5431"/>
                      <a:pt x="11526" y="5421"/>
                      <a:pt x="11573" y="5421"/>
                    </a:cubicBezTo>
                    <a:close/>
                    <a:moveTo>
                      <a:pt x="14628" y="5579"/>
                    </a:moveTo>
                    <a:cubicBezTo>
                      <a:pt x="14675" y="5579"/>
                      <a:pt x="14722" y="5590"/>
                      <a:pt x="14758" y="5612"/>
                    </a:cubicBezTo>
                    <a:lnTo>
                      <a:pt x="15081" y="5798"/>
                    </a:lnTo>
                    <a:cubicBezTo>
                      <a:pt x="15153" y="5834"/>
                      <a:pt x="15153" y="5907"/>
                      <a:pt x="15081" y="5950"/>
                    </a:cubicBezTo>
                    <a:lnTo>
                      <a:pt x="14786" y="6122"/>
                    </a:lnTo>
                    <a:cubicBezTo>
                      <a:pt x="14751" y="6144"/>
                      <a:pt x="14702" y="6155"/>
                      <a:pt x="14654" y="6155"/>
                    </a:cubicBezTo>
                    <a:cubicBezTo>
                      <a:pt x="14605" y="6155"/>
                      <a:pt x="14557" y="6144"/>
                      <a:pt x="14520" y="6122"/>
                    </a:cubicBezTo>
                    <a:lnTo>
                      <a:pt x="14198" y="5936"/>
                    </a:lnTo>
                    <a:cubicBezTo>
                      <a:pt x="14125" y="5893"/>
                      <a:pt x="14125" y="5827"/>
                      <a:pt x="14198" y="5784"/>
                    </a:cubicBezTo>
                    <a:lnTo>
                      <a:pt x="14500" y="5612"/>
                    </a:lnTo>
                    <a:cubicBezTo>
                      <a:pt x="14535" y="5590"/>
                      <a:pt x="14582" y="5579"/>
                      <a:pt x="14628" y="5579"/>
                    </a:cubicBezTo>
                    <a:close/>
                    <a:moveTo>
                      <a:pt x="10549" y="5616"/>
                    </a:moveTo>
                    <a:cubicBezTo>
                      <a:pt x="10597" y="5616"/>
                      <a:pt x="10646" y="5626"/>
                      <a:pt x="10682" y="5648"/>
                    </a:cubicBezTo>
                    <a:lnTo>
                      <a:pt x="10941" y="5791"/>
                    </a:lnTo>
                    <a:cubicBezTo>
                      <a:pt x="11013" y="5834"/>
                      <a:pt x="11013" y="5907"/>
                      <a:pt x="10941" y="5950"/>
                    </a:cubicBezTo>
                    <a:lnTo>
                      <a:pt x="10632" y="6129"/>
                    </a:lnTo>
                    <a:cubicBezTo>
                      <a:pt x="10596" y="6147"/>
                      <a:pt x="10549" y="6156"/>
                      <a:pt x="10503" y="6156"/>
                    </a:cubicBezTo>
                    <a:cubicBezTo>
                      <a:pt x="10456" y="6156"/>
                      <a:pt x="10409" y="6147"/>
                      <a:pt x="10373" y="6129"/>
                    </a:cubicBezTo>
                    <a:lnTo>
                      <a:pt x="10108" y="5979"/>
                    </a:lnTo>
                    <a:cubicBezTo>
                      <a:pt x="10035" y="5936"/>
                      <a:pt x="10035" y="5864"/>
                      <a:pt x="10108" y="5820"/>
                    </a:cubicBezTo>
                    <a:lnTo>
                      <a:pt x="10416" y="5648"/>
                    </a:lnTo>
                    <a:cubicBezTo>
                      <a:pt x="10453" y="5626"/>
                      <a:pt x="10501" y="5616"/>
                      <a:pt x="10549" y="5616"/>
                    </a:cubicBezTo>
                    <a:close/>
                    <a:moveTo>
                      <a:pt x="15764" y="5731"/>
                    </a:moveTo>
                    <a:cubicBezTo>
                      <a:pt x="15811" y="5731"/>
                      <a:pt x="15857" y="5742"/>
                      <a:pt x="15894" y="5764"/>
                    </a:cubicBezTo>
                    <a:lnTo>
                      <a:pt x="16232" y="5957"/>
                    </a:lnTo>
                    <a:cubicBezTo>
                      <a:pt x="16302" y="6000"/>
                      <a:pt x="16302" y="6072"/>
                      <a:pt x="16232" y="6109"/>
                    </a:cubicBezTo>
                    <a:lnTo>
                      <a:pt x="16189" y="6136"/>
                    </a:lnTo>
                    <a:cubicBezTo>
                      <a:pt x="16149" y="6158"/>
                      <a:pt x="16100" y="6169"/>
                      <a:pt x="16052" y="6169"/>
                    </a:cubicBezTo>
                    <a:cubicBezTo>
                      <a:pt x="16005" y="6169"/>
                      <a:pt x="15958" y="6158"/>
                      <a:pt x="15923" y="6136"/>
                    </a:cubicBezTo>
                    <a:lnTo>
                      <a:pt x="15585" y="5943"/>
                    </a:lnTo>
                    <a:cubicBezTo>
                      <a:pt x="15512" y="5900"/>
                      <a:pt x="15512" y="5834"/>
                      <a:pt x="15585" y="5791"/>
                    </a:cubicBezTo>
                    <a:lnTo>
                      <a:pt x="15635" y="5764"/>
                    </a:lnTo>
                    <a:cubicBezTo>
                      <a:pt x="15671" y="5742"/>
                      <a:pt x="15718" y="5731"/>
                      <a:pt x="15764" y="5731"/>
                    </a:cubicBezTo>
                    <a:close/>
                    <a:moveTo>
                      <a:pt x="13442" y="5678"/>
                    </a:moveTo>
                    <a:cubicBezTo>
                      <a:pt x="13489" y="5678"/>
                      <a:pt x="13535" y="5687"/>
                      <a:pt x="13572" y="5705"/>
                    </a:cubicBezTo>
                    <a:lnTo>
                      <a:pt x="13880" y="5884"/>
                    </a:lnTo>
                    <a:cubicBezTo>
                      <a:pt x="13960" y="5927"/>
                      <a:pt x="13960" y="6000"/>
                      <a:pt x="13887" y="6043"/>
                    </a:cubicBezTo>
                    <a:lnTo>
                      <a:pt x="13551" y="6238"/>
                    </a:lnTo>
                    <a:cubicBezTo>
                      <a:pt x="13515" y="6255"/>
                      <a:pt x="13468" y="6264"/>
                      <a:pt x="13420" y="6264"/>
                    </a:cubicBezTo>
                    <a:cubicBezTo>
                      <a:pt x="13372" y="6264"/>
                      <a:pt x="13323" y="6255"/>
                      <a:pt x="13283" y="6238"/>
                    </a:cubicBezTo>
                    <a:lnTo>
                      <a:pt x="12975" y="6057"/>
                    </a:lnTo>
                    <a:cubicBezTo>
                      <a:pt x="12904" y="6014"/>
                      <a:pt x="12904" y="5943"/>
                      <a:pt x="12975" y="5900"/>
                    </a:cubicBezTo>
                    <a:lnTo>
                      <a:pt x="13313" y="5705"/>
                    </a:lnTo>
                    <a:cubicBezTo>
                      <a:pt x="13349" y="5687"/>
                      <a:pt x="13396" y="5678"/>
                      <a:pt x="13442" y="5678"/>
                    </a:cubicBezTo>
                    <a:close/>
                    <a:moveTo>
                      <a:pt x="12292" y="5838"/>
                    </a:moveTo>
                    <a:cubicBezTo>
                      <a:pt x="12339" y="5838"/>
                      <a:pt x="12386" y="5849"/>
                      <a:pt x="12421" y="5870"/>
                    </a:cubicBezTo>
                    <a:lnTo>
                      <a:pt x="12723" y="6043"/>
                    </a:lnTo>
                    <a:cubicBezTo>
                      <a:pt x="12795" y="6086"/>
                      <a:pt x="12795" y="6152"/>
                      <a:pt x="12723" y="6195"/>
                    </a:cubicBezTo>
                    <a:lnTo>
                      <a:pt x="12430" y="6367"/>
                    </a:lnTo>
                    <a:cubicBezTo>
                      <a:pt x="12393" y="6389"/>
                      <a:pt x="12345" y="6400"/>
                      <a:pt x="12296" y="6400"/>
                    </a:cubicBezTo>
                    <a:cubicBezTo>
                      <a:pt x="12247" y="6400"/>
                      <a:pt x="12198" y="6389"/>
                      <a:pt x="12162" y="6367"/>
                    </a:cubicBezTo>
                    <a:lnTo>
                      <a:pt x="11869" y="6195"/>
                    </a:lnTo>
                    <a:cubicBezTo>
                      <a:pt x="11790" y="6152"/>
                      <a:pt x="11790" y="6086"/>
                      <a:pt x="11860" y="6043"/>
                    </a:cubicBezTo>
                    <a:lnTo>
                      <a:pt x="12162" y="5870"/>
                    </a:lnTo>
                    <a:cubicBezTo>
                      <a:pt x="12198" y="5849"/>
                      <a:pt x="12245" y="5838"/>
                      <a:pt x="12292" y="5838"/>
                    </a:cubicBezTo>
                    <a:close/>
                    <a:moveTo>
                      <a:pt x="16483" y="6147"/>
                    </a:moveTo>
                    <a:cubicBezTo>
                      <a:pt x="16530" y="6147"/>
                      <a:pt x="16577" y="6158"/>
                      <a:pt x="16613" y="6179"/>
                    </a:cubicBezTo>
                    <a:lnTo>
                      <a:pt x="16915" y="6352"/>
                    </a:lnTo>
                    <a:cubicBezTo>
                      <a:pt x="16986" y="6388"/>
                      <a:pt x="16986" y="6460"/>
                      <a:pt x="16915" y="6504"/>
                    </a:cubicBezTo>
                    <a:lnTo>
                      <a:pt x="16863" y="6531"/>
                    </a:lnTo>
                    <a:cubicBezTo>
                      <a:pt x="16828" y="6553"/>
                      <a:pt x="16779" y="6564"/>
                      <a:pt x="16731" y="6564"/>
                    </a:cubicBezTo>
                    <a:cubicBezTo>
                      <a:pt x="16682" y="6564"/>
                      <a:pt x="16634" y="6553"/>
                      <a:pt x="16597" y="6531"/>
                    </a:cubicBezTo>
                    <a:lnTo>
                      <a:pt x="16302" y="6359"/>
                    </a:lnTo>
                    <a:cubicBezTo>
                      <a:pt x="16232" y="6316"/>
                      <a:pt x="16232" y="6252"/>
                      <a:pt x="16302" y="6209"/>
                    </a:cubicBezTo>
                    <a:lnTo>
                      <a:pt x="16354" y="6179"/>
                    </a:lnTo>
                    <a:cubicBezTo>
                      <a:pt x="16390" y="6158"/>
                      <a:pt x="16436" y="6147"/>
                      <a:pt x="16483" y="6147"/>
                    </a:cubicBezTo>
                    <a:close/>
                    <a:moveTo>
                      <a:pt x="11192" y="5981"/>
                    </a:moveTo>
                    <a:cubicBezTo>
                      <a:pt x="11239" y="5981"/>
                      <a:pt x="11286" y="5992"/>
                      <a:pt x="11322" y="6014"/>
                    </a:cubicBezTo>
                    <a:lnTo>
                      <a:pt x="11660" y="6209"/>
                    </a:lnTo>
                    <a:cubicBezTo>
                      <a:pt x="11731" y="6252"/>
                      <a:pt x="11731" y="6316"/>
                      <a:pt x="11660" y="6359"/>
                    </a:cubicBezTo>
                    <a:lnTo>
                      <a:pt x="11351" y="6540"/>
                    </a:lnTo>
                    <a:cubicBezTo>
                      <a:pt x="11315" y="6561"/>
                      <a:pt x="11268" y="6572"/>
                      <a:pt x="11220" y="6572"/>
                    </a:cubicBezTo>
                    <a:cubicBezTo>
                      <a:pt x="11172" y="6572"/>
                      <a:pt x="11124" y="6561"/>
                      <a:pt x="11084" y="6540"/>
                    </a:cubicBezTo>
                    <a:lnTo>
                      <a:pt x="10754" y="6345"/>
                    </a:lnTo>
                    <a:cubicBezTo>
                      <a:pt x="10682" y="6302"/>
                      <a:pt x="10675" y="6238"/>
                      <a:pt x="10754" y="6195"/>
                    </a:cubicBezTo>
                    <a:lnTo>
                      <a:pt x="11056" y="6014"/>
                    </a:lnTo>
                    <a:cubicBezTo>
                      <a:pt x="11096" y="5992"/>
                      <a:pt x="11144" y="5981"/>
                      <a:pt x="11192" y="5981"/>
                    </a:cubicBezTo>
                    <a:close/>
                    <a:moveTo>
                      <a:pt x="14132" y="6076"/>
                    </a:moveTo>
                    <a:cubicBezTo>
                      <a:pt x="14179" y="6076"/>
                      <a:pt x="14225" y="6087"/>
                      <a:pt x="14262" y="6109"/>
                    </a:cubicBezTo>
                    <a:lnTo>
                      <a:pt x="14586" y="6295"/>
                    </a:lnTo>
                    <a:cubicBezTo>
                      <a:pt x="14657" y="6338"/>
                      <a:pt x="14664" y="6402"/>
                      <a:pt x="14586" y="6445"/>
                    </a:cubicBezTo>
                    <a:lnTo>
                      <a:pt x="14255" y="6640"/>
                    </a:lnTo>
                    <a:cubicBezTo>
                      <a:pt x="14218" y="6661"/>
                      <a:pt x="14170" y="6672"/>
                      <a:pt x="14121" y="6672"/>
                    </a:cubicBezTo>
                    <a:cubicBezTo>
                      <a:pt x="14073" y="6672"/>
                      <a:pt x="14024" y="6661"/>
                      <a:pt x="13989" y="6640"/>
                    </a:cubicBezTo>
                    <a:lnTo>
                      <a:pt x="13665" y="6454"/>
                    </a:lnTo>
                    <a:cubicBezTo>
                      <a:pt x="13594" y="6410"/>
                      <a:pt x="13594" y="6345"/>
                      <a:pt x="13665" y="6302"/>
                    </a:cubicBezTo>
                    <a:lnTo>
                      <a:pt x="14003" y="6109"/>
                    </a:lnTo>
                    <a:cubicBezTo>
                      <a:pt x="14039" y="6087"/>
                      <a:pt x="14086" y="6076"/>
                      <a:pt x="14132" y="6076"/>
                    </a:cubicBezTo>
                    <a:close/>
                    <a:moveTo>
                      <a:pt x="12972" y="6226"/>
                    </a:moveTo>
                    <a:cubicBezTo>
                      <a:pt x="13020" y="6226"/>
                      <a:pt x="13069" y="6237"/>
                      <a:pt x="13104" y="6259"/>
                    </a:cubicBezTo>
                    <a:lnTo>
                      <a:pt x="13413" y="6438"/>
                    </a:lnTo>
                    <a:cubicBezTo>
                      <a:pt x="13485" y="6481"/>
                      <a:pt x="13485" y="6554"/>
                      <a:pt x="13413" y="6590"/>
                    </a:cubicBezTo>
                    <a:lnTo>
                      <a:pt x="13120" y="6762"/>
                    </a:lnTo>
                    <a:cubicBezTo>
                      <a:pt x="13083" y="6784"/>
                      <a:pt x="13035" y="6795"/>
                      <a:pt x="12986" y="6795"/>
                    </a:cubicBezTo>
                    <a:cubicBezTo>
                      <a:pt x="12937" y="6795"/>
                      <a:pt x="12888" y="6784"/>
                      <a:pt x="12852" y="6762"/>
                    </a:cubicBezTo>
                    <a:lnTo>
                      <a:pt x="12543" y="6583"/>
                    </a:lnTo>
                    <a:cubicBezTo>
                      <a:pt x="12473" y="6547"/>
                      <a:pt x="12473" y="6474"/>
                      <a:pt x="12543" y="6431"/>
                    </a:cubicBezTo>
                    <a:lnTo>
                      <a:pt x="12838" y="6259"/>
                    </a:lnTo>
                    <a:cubicBezTo>
                      <a:pt x="12875" y="6237"/>
                      <a:pt x="12923" y="6226"/>
                      <a:pt x="12972" y="6226"/>
                    </a:cubicBezTo>
                    <a:close/>
                    <a:moveTo>
                      <a:pt x="15333" y="5981"/>
                    </a:moveTo>
                    <a:cubicBezTo>
                      <a:pt x="15379" y="5981"/>
                      <a:pt x="15426" y="5992"/>
                      <a:pt x="15462" y="6014"/>
                    </a:cubicBezTo>
                    <a:lnTo>
                      <a:pt x="16475" y="6604"/>
                    </a:lnTo>
                    <a:cubicBezTo>
                      <a:pt x="16547" y="6647"/>
                      <a:pt x="16554" y="6712"/>
                      <a:pt x="16475" y="6755"/>
                    </a:cubicBezTo>
                    <a:lnTo>
                      <a:pt x="16182" y="6928"/>
                    </a:lnTo>
                    <a:cubicBezTo>
                      <a:pt x="16145" y="6950"/>
                      <a:pt x="16097" y="6960"/>
                      <a:pt x="16048" y="6960"/>
                    </a:cubicBezTo>
                    <a:cubicBezTo>
                      <a:pt x="15999" y="6960"/>
                      <a:pt x="15950" y="6950"/>
                      <a:pt x="15914" y="6928"/>
                    </a:cubicBezTo>
                    <a:lnTo>
                      <a:pt x="14902" y="6338"/>
                    </a:lnTo>
                    <a:cubicBezTo>
                      <a:pt x="14829" y="6302"/>
                      <a:pt x="14829" y="6229"/>
                      <a:pt x="14902" y="6186"/>
                    </a:cubicBezTo>
                    <a:lnTo>
                      <a:pt x="15204" y="6014"/>
                    </a:lnTo>
                    <a:cubicBezTo>
                      <a:pt x="15240" y="5992"/>
                      <a:pt x="15286" y="5981"/>
                      <a:pt x="15333" y="5981"/>
                    </a:cubicBezTo>
                    <a:close/>
                    <a:moveTo>
                      <a:pt x="11908" y="6399"/>
                    </a:moveTo>
                    <a:cubicBezTo>
                      <a:pt x="11956" y="6399"/>
                      <a:pt x="12005" y="6410"/>
                      <a:pt x="12041" y="6431"/>
                    </a:cubicBezTo>
                    <a:lnTo>
                      <a:pt x="12335" y="6604"/>
                    </a:lnTo>
                    <a:cubicBezTo>
                      <a:pt x="12407" y="6640"/>
                      <a:pt x="12407" y="6712"/>
                      <a:pt x="12335" y="6755"/>
                    </a:cubicBezTo>
                    <a:lnTo>
                      <a:pt x="12026" y="6935"/>
                    </a:lnTo>
                    <a:cubicBezTo>
                      <a:pt x="11992" y="6956"/>
                      <a:pt x="11948" y="6965"/>
                      <a:pt x="11903" y="6965"/>
                    </a:cubicBezTo>
                    <a:cubicBezTo>
                      <a:pt x="11854" y="6965"/>
                      <a:pt x="11805" y="6954"/>
                      <a:pt x="11767" y="6935"/>
                    </a:cubicBezTo>
                    <a:lnTo>
                      <a:pt x="11465" y="6762"/>
                    </a:lnTo>
                    <a:cubicBezTo>
                      <a:pt x="11394" y="6719"/>
                      <a:pt x="11394" y="6647"/>
                      <a:pt x="11465" y="6611"/>
                    </a:cubicBezTo>
                    <a:lnTo>
                      <a:pt x="11774" y="6431"/>
                    </a:lnTo>
                    <a:cubicBezTo>
                      <a:pt x="11810" y="6410"/>
                      <a:pt x="11859" y="6399"/>
                      <a:pt x="11908" y="6399"/>
                    </a:cubicBezTo>
                    <a:close/>
                    <a:moveTo>
                      <a:pt x="7189" y="4465"/>
                    </a:moveTo>
                    <a:cubicBezTo>
                      <a:pt x="7235" y="4465"/>
                      <a:pt x="7282" y="4476"/>
                      <a:pt x="7318" y="4497"/>
                    </a:cubicBezTo>
                    <a:lnTo>
                      <a:pt x="10970" y="6611"/>
                    </a:lnTo>
                    <a:cubicBezTo>
                      <a:pt x="11049" y="6647"/>
                      <a:pt x="11049" y="6719"/>
                      <a:pt x="10977" y="6762"/>
                    </a:cubicBezTo>
                    <a:lnTo>
                      <a:pt x="10668" y="6942"/>
                    </a:lnTo>
                    <a:cubicBezTo>
                      <a:pt x="10632" y="6960"/>
                      <a:pt x="10583" y="6969"/>
                      <a:pt x="10535" y="6969"/>
                    </a:cubicBezTo>
                    <a:cubicBezTo>
                      <a:pt x="10486" y="6969"/>
                      <a:pt x="10438" y="6960"/>
                      <a:pt x="10403" y="6942"/>
                    </a:cubicBezTo>
                    <a:lnTo>
                      <a:pt x="6750" y="4829"/>
                    </a:lnTo>
                    <a:cubicBezTo>
                      <a:pt x="6678" y="4785"/>
                      <a:pt x="6678" y="4720"/>
                      <a:pt x="6750" y="4677"/>
                    </a:cubicBezTo>
                    <a:lnTo>
                      <a:pt x="7059" y="4497"/>
                    </a:lnTo>
                    <a:cubicBezTo>
                      <a:pt x="7095" y="4476"/>
                      <a:pt x="7142" y="4465"/>
                      <a:pt x="7189" y="4465"/>
                    </a:cubicBezTo>
                    <a:close/>
                    <a:moveTo>
                      <a:pt x="17160" y="6535"/>
                    </a:moveTo>
                    <a:cubicBezTo>
                      <a:pt x="17207" y="6535"/>
                      <a:pt x="17256" y="6546"/>
                      <a:pt x="17294" y="6567"/>
                    </a:cubicBezTo>
                    <a:lnTo>
                      <a:pt x="17662" y="6783"/>
                    </a:lnTo>
                    <a:cubicBezTo>
                      <a:pt x="17734" y="6826"/>
                      <a:pt x="17734" y="6892"/>
                      <a:pt x="17662" y="6935"/>
                    </a:cubicBezTo>
                    <a:lnTo>
                      <a:pt x="17612" y="6962"/>
                    </a:lnTo>
                    <a:cubicBezTo>
                      <a:pt x="17576" y="6984"/>
                      <a:pt x="17529" y="6995"/>
                      <a:pt x="17482" y="6995"/>
                    </a:cubicBezTo>
                    <a:cubicBezTo>
                      <a:pt x="17435" y="6995"/>
                      <a:pt x="17388" y="6984"/>
                      <a:pt x="17353" y="6962"/>
                    </a:cubicBezTo>
                    <a:lnTo>
                      <a:pt x="16979" y="6747"/>
                    </a:lnTo>
                    <a:cubicBezTo>
                      <a:pt x="16906" y="6712"/>
                      <a:pt x="16906" y="6640"/>
                      <a:pt x="16979" y="6597"/>
                    </a:cubicBezTo>
                    <a:lnTo>
                      <a:pt x="17029" y="6567"/>
                    </a:lnTo>
                    <a:cubicBezTo>
                      <a:pt x="17065" y="6546"/>
                      <a:pt x="17112" y="6535"/>
                      <a:pt x="17160" y="6535"/>
                    </a:cubicBezTo>
                    <a:close/>
                    <a:moveTo>
                      <a:pt x="11221" y="6794"/>
                    </a:moveTo>
                    <a:cubicBezTo>
                      <a:pt x="11268" y="6794"/>
                      <a:pt x="11315" y="6805"/>
                      <a:pt x="11351" y="6826"/>
                    </a:cubicBezTo>
                    <a:lnTo>
                      <a:pt x="11653" y="6999"/>
                    </a:lnTo>
                    <a:cubicBezTo>
                      <a:pt x="11724" y="7042"/>
                      <a:pt x="11724" y="7107"/>
                      <a:pt x="11653" y="7151"/>
                    </a:cubicBezTo>
                    <a:lnTo>
                      <a:pt x="11343" y="7330"/>
                    </a:lnTo>
                    <a:cubicBezTo>
                      <a:pt x="11307" y="7351"/>
                      <a:pt x="11261" y="7362"/>
                      <a:pt x="11213" y="7362"/>
                    </a:cubicBezTo>
                    <a:cubicBezTo>
                      <a:pt x="11165" y="7362"/>
                      <a:pt x="11117" y="7351"/>
                      <a:pt x="11077" y="7330"/>
                    </a:cubicBezTo>
                    <a:lnTo>
                      <a:pt x="10782" y="7157"/>
                    </a:lnTo>
                    <a:cubicBezTo>
                      <a:pt x="10711" y="7114"/>
                      <a:pt x="10711" y="7049"/>
                      <a:pt x="10782" y="7006"/>
                    </a:cubicBezTo>
                    <a:lnTo>
                      <a:pt x="11093" y="6826"/>
                    </a:lnTo>
                    <a:cubicBezTo>
                      <a:pt x="11128" y="6805"/>
                      <a:pt x="11175" y="6794"/>
                      <a:pt x="11221" y="6794"/>
                    </a:cubicBezTo>
                    <a:close/>
                    <a:moveTo>
                      <a:pt x="14837" y="6483"/>
                    </a:moveTo>
                    <a:cubicBezTo>
                      <a:pt x="14884" y="6483"/>
                      <a:pt x="14930" y="6492"/>
                      <a:pt x="14965" y="6511"/>
                    </a:cubicBezTo>
                    <a:lnTo>
                      <a:pt x="15800" y="6992"/>
                    </a:lnTo>
                    <a:cubicBezTo>
                      <a:pt x="15871" y="7035"/>
                      <a:pt x="15871" y="7107"/>
                      <a:pt x="15800" y="7151"/>
                    </a:cubicBezTo>
                    <a:lnTo>
                      <a:pt x="15469" y="7344"/>
                    </a:lnTo>
                    <a:cubicBezTo>
                      <a:pt x="15433" y="7362"/>
                      <a:pt x="15385" y="7371"/>
                      <a:pt x="15336" y="7371"/>
                    </a:cubicBezTo>
                    <a:cubicBezTo>
                      <a:pt x="15288" y="7371"/>
                      <a:pt x="15240" y="7362"/>
                      <a:pt x="15204" y="7344"/>
                    </a:cubicBezTo>
                    <a:lnTo>
                      <a:pt x="14370" y="6862"/>
                    </a:lnTo>
                    <a:cubicBezTo>
                      <a:pt x="14298" y="6819"/>
                      <a:pt x="14298" y="6747"/>
                      <a:pt x="14370" y="6704"/>
                    </a:cubicBezTo>
                    <a:lnTo>
                      <a:pt x="14707" y="6511"/>
                    </a:lnTo>
                    <a:cubicBezTo>
                      <a:pt x="14743" y="6492"/>
                      <a:pt x="14790" y="6483"/>
                      <a:pt x="14837" y="6483"/>
                    </a:cubicBezTo>
                    <a:close/>
                    <a:moveTo>
                      <a:pt x="16727" y="6787"/>
                    </a:moveTo>
                    <a:cubicBezTo>
                      <a:pt x="16774" y="6787"/>
                      <a:pt x="16821" y="6798"/>
                      <a:pt x="16856" y="6819"/>
                    </a:cubicBezTo>
                    <a:lnTo>
                      <a:pt x="17231" y="7035"/>
                    </a:lnTo>
                    <a:cubicBezTo>
                      <a:pt x="17303" y="7078"/>
                      <a:pt x="17303" y="7144"/>
                      <a:pt x="17231" y="7187"/>
                    </a:cubicBezTo>
                    <a:lnTo>
                      <a:pt x="16929" y="7359"/>
                    </a:lnTo>
                    <a:cubicBezTo>
                      <a:pt x="16892" y="7381"/>
                      <a:pt x="16846" y="7392"/>
                      <a:pt x="16799" y="7392"/>
                    </a:cubicBezTo>
                    <a:cubicBezTo>
                      <a:pt x="16753" y="7392"/>
                      <a:pt x="16706" y="7381"/>
                      <a:pt x="16670" y="7359"/>
                    </a:cubicBezTo>
                    <a:lnTo>
                      <a:pt x="16296" y="7151"/>
                    </a:lnTo>
                    <a:cubicBezTo>
                      <a:pt x="16225" y="7107"/>
                      <a:pt x="16225" y="7035"/>
                      <a:pt x="16296" y="6992"/>
                    </a:cubicBezTo>
                    <a:lnTo>
                      <a:pt x="16597" y="6819"/>
                    </a:lnTo>
                    <a:cubicBezTo>
                      <a:pt x="16634" y="6798"/>
                      <a:pt x="16681" y="6787"/>
                      <a:pt x="16727" y="6787"/>
                    </a:cubicBezTo>
                    <a:close/>
                    <a:moveTo>
                      <a:pt x="11901" y="7189"/>
                    </a:moveTo>
                    <a:cubicBezTo>
                      <a:pt x="11949" y="7189"/>
                      <a:pt x="11997" y="7200"/>
                      <a:pt x="12033" y="7221"/>
                    </a:cubicBezTo>
                    <a:lnTo>
                      <a:pt x="12300" y="7373"/>
                    </a:lnTo>
                    <a:cubicBezTo>
                      <a:pt x="12371" y="7416"/>
                      <a:pt x="12371" y="7480"/>
                      <a:pt x="12300" y="7523"/>
                    </a:cubicBezTo>
                    <a:lnTo>
                      <a:pt x="11990" y="7704"/>
                    </a:lnTo>
                    <a:cubicBezTo>
                      <a:pt x="11954" y="7726"/>
                      <a:pt x="11908" y="7737"/>
                      <a:pt x="11861" y="7737"/>
                    </a:cubicBezTo>
                    <a:cubicBezTo>
                      <a:pt x="11814" y="7737"/>
                      <a:pt x="11767" y="7726"/>
                      <a:pt x="11731" y="7704"/>
                    </a:cubicBezTo>
                    <a:lnTo>
                      <a:pt x="11458" y="7552"/>
                    </a:lnTo>
                    <a:cubicBezTo>
                      <a:pt x="11386" y="7509"/>
                      <a:pt x="11386" y="7437"/>
                      <a:pt x="11458" y="7394"/>
                    </a:cubicBezTo>
                    <a:lnTo>
                      <a:pt x="11767" y="7221"/>
                    </a:lnTo>
                    <a:cubicBezTo>
                      <a:pt x="11803" y="7200"/>
                      <a:pt x="11852" y="7189"/>
                      <a:pt x="11901" y="7189"/>
                    </a:cubicBezTo>
                    <a:close/>
                    <a:moveTo>
                      <a:pt x="12587" y="6787"/>
                    </a:moveTo>
                    <a:cubicBezTo>
                      <a:pt x="12634" y="6787"/>
                      <a:pt x="12681" y="6798"/>
                      <a:pt x="12716" y="6819"/>
                    </a:cubicBezTo>
                    <a:lnTo>
                      <a:pt x="13701" y="7387"/>
                    </a:lnTo>
                    <a:cubicBezTo>
                      <a:pt x="13773" y="7430"/>
                      <a:pt x="13780" y="7502"/>
                      <a:pt x="13708" y="7546"/>
                    </a:cubicBezTo>
                    <a:lnTo>
                      <a:pt x="13399" y="7718"/>
                    </a:lnTo>
                    <a:cubicBezTo>
                      <a:pt x="13363" y="7740"/>
                      <a:pt x="13315" y="7750"/>
                      <a:pt x="13266" y="7750"/>
                    </a:cubicBezTo>
                    <a:cubicBezTo>
                      <a:pt x="13218" y="7750"/>
                      <a:pt x="13170" y="7740"/>
                      <a:pt x="13133" y="7718"/>
                    </a:cubicBezTo>
                    <a:lnTo>
                      <a:pt x="12148" y="7151"/>
                    </a:lnTo>
                    <a:cubicBezTo>
                      <a:pt x="12076" y="7107"/>
                      <a:pt x="12076" y="7042"/>
                      <a:pt x="12148" y="6999"/>
                    </a:cubicBezTo>
                    <a:lnTo>
                      <a:pt x="12457" y="6819"/>
                    </a:lnTo>
                    <a:cubicBezTo>
                      <a:pt x="12493" y="6798"/>
                      <a:pt x="12540" y="6787"/>
                      <a:pt x="12587" y="6787"/>
                    </a:cubicBezTo>
                    <a:close/>
                    <a:moveTo>
                      <a:pt x="13662" y="6628"/>
                    </a:moveTo>
                    <a:cubicBezTo>
                      <a:pt x="13710" y="6628"/>
                      <a:pt x="13759" y="6639"/>
                      <a:pt x="13794" y="6661"/>
                    </a:cubicBezTo>
                    <a:lnTo>
                      <a:pt x="15088" y="7409"/>
                    </a:lnTo>
                    <a:cubicBezTo>
                      <a:pt x="15160" y="7452"/>
                      <a:pt x="15160" y="7516"/>
                      <a:pt x="15088" y="7559"/>
                    </a:cubicBezTo>
                    <a:lnTo>
                      <a:pt x="14793" y="7732"/>
                    </a:lnTo>
                    <a:cubicBezTo>
                      <a:pt x="14758" y="7753"/>
                      <a:pt x="14711" y="7764"/>
                      <a:pt x="14663" y="7764"/>
                    </a:cubicBezTo>
                    <a:cubicBezTo>
                      <a:pt x="14616" y="7764"/>
                      <a:pt x="14567" y="7753"/>
                      <a:pt x="14527" y="7732"/>
                    </a:cubicBezTo>
                    <a:lnTo>
                      <a:pt x="13233" y="6985"/>
                    </a:lnTo>
                    <a:cubicBezTo>
                      <a:pt x="13163" y="6942"/>
                      <a:pt x="13163" y="6876"/>
                      <a:pt x="13233" y="6833"/>
                    </a:cubicBezTo>
                    <a:lnTo>
                      <a:pt x="13528" y="6661"/>
                    </a:lnTo>
                    <a:cubicBezTo>
                      <a:pt x="13565" y="6639"/>
                      <a:pt x="13613" y="6628"/>
                      <a:pt x="13662" y="6628"/>
                    </a:cubicBezTo>
                    <a:close/>
                    <a:moveTo>
                      <a:pt x="16052" y="7182"/>
                    </a:moveTo>
                    <a:cubicBezTo>
                      <a:pt x="16098" y="7182"/>
                      <a:pt x="16145" y="7193"/>
                      <a:pt x="16182" y="7214"/>
                    </a:cubicBezTo>
                    <a:lnTo>
                      <a:pt x="16554" y="7430"/>
                    </a:lnTo>
                    <a:cubicBezTo>
                      <a:pt x="16627" y="7466"/>
                      <a:pt x="16627" y="7539"/>
                      <a:pt x="16554" y="7582"/>
                    </a:cubicBezTo>
                    <a:lnTo>
                      <a:pt x="16216" y="7775"/>
                    </a:lnTo>
                    <a:cubicBezTo>
                      <a:pt x="16181" y="7797"/>
                      <a:pt x="16134" y="7807"/>
                      <a:pt x="16087" y="7807"/>
                    </a:cubicBezTo>
                    <a:cubicBezTo>
                      <a:pt x="16039" y="7807"/>
                      <a:pt x="15990" y="7797"/>
                      <a:pt x="15950" y="7775"/>
                    </a:cubicBezTo>
                    <a:lnTo>
                      <a:pt x="15585" y="7559"/>
                    </a:lnTo>
                    <a:cubicBezTo>
                      <a:pt x="15512" y="7516"/>
                      <a:pt x="15512" y="7452"/>
                      <a:pt x="15585" y="7409"/>
                    </a:cubicBezTo>
                    <a:lnTo>
                      <a:pt x="15923" y="7214"/>
                    </a:lnTo>
                    <a:cubicBezTo>
                      <a:pt x="15958" y="7193"/>
                      <a:pt x="16005" y="7182"/>
                      <a:pt x="16052" y="7182"/>
                    </a:cubicBezTo>
                    <a:close/>
                    <a:moveTo>
                      <a:pt x="12547" y="7563"/>
                    </a:moveTo>
                    <a:cubicBezTo>
                      <a:pt x="12596" y="7563"/>
                      <a:pt x="12644" y="7574"/>
                      <a:pt x="12680" y="7596"/>
                    </a:cubicBezTo>
                    <a:lnTo>
                      <a:pt x="13018" y="7791"/>
                    </a:lnTo>
                    <a:cubicBezTo>
                      <a:pt x="13090" y="7834"/>
                      <a:pt x="13090" y="7897"/>
                      <a:pt x="13018" y="7941"/>
                    </a:cubicBezTo>
                    <a:lnTo>
                      <a:pt x="12709" y="8120"/>
                    </a:lnTo>
                    <a:cubicBezTo>
                      <a:pt x="12673" y="8142"/>
                      <a:pt x="12626" y="8152"/>
                      <a:pt x="12580" y="8152"/>
                    </a:cubicBezTo>
                    <a:cubicBezTo>
                      <a:pt x="12533" y="8152"/>
                      <a:pt x="12486" y="8142"/>
                      <a:pt x="12450" y="8120"/>
                    </a:cubicBezTo>
                    <a:lnTo>
                      <a:pt x="12105" y="7927"/>
                    </a:lnTo>
                    <a:cubicBezTo>
                      <a:pt x="12033" y="7884"/>
                      <a:pt x="12033" y="7811"/>
                      <a:pt x="12105" y="7768"/>
                    </a:cubicBezTo>
                    <a:lnTo>
                      <a:pt x="12414" y="7596"/>
                    </a:lnTo>
                    <a:cubicBezTo>
                      <a:pt x="12450" y="7574"/>
                      <a:pt x="12499" y="7563"/>
                      <a:pt x="12547" y="7563"/>
                    </a:cubicBezTo>
                    <a:close/>
                    <a:moveTo>
                      <a:pt x="13953" y="7577"/>
                    </a:moveTo>
                    <a:cubicBezTo>
                      <a:pt x="13999" y="7577"/>
                      <a:pt x="14046" y="7588"/>
                      <a:pt x="14082" y="7609"/>
                    </a:cubicBezTo>
                    <a:lnTo>
                      <a:pt x="14413" y="7797"/>
                    </a:lnTo>
                    <a:cubicBezTo>
                      <a:pt x="14484" y="7841"/>
                      <a:pt x="14491" y="7911"/>
                      <a:pt x="14420" y="7954"/>
                    </a:cubicBezTo>
                    <a:lnTo>
                      <a:pt x="14112" y="8136"/>
                    </a:lnTo>
                    <a:cubicBezTo>
                      <a:pt x="14072" y="8153"/>
                      <a:pt x="14023" y="8161"/>
                      <a:pt x="13975" y="8161"/>
                    </a:cubicBezTo>
                    <a:cubicBezTo>
                      <a:pt x="13927" y="8161"/>
                      <a:pt x="13880" y="8153"/>
                      <a:pt x="13844" y="8136"/>
                    </a:cubicBezTo>
                    <a:lnTo>
                      <a:pt x="13515" y="7941"/>
                    </a:lnTo>
                    <a:cubicBezTo>
                      <a:pt x="13442" y="7897"/>
                      <a:pt x="13442" y="7834"/>
                      <a:pt x="13515" y="7791"/>
                    </a:cubicBezTo>
                    <a:lnTo>
                      <a:pt x="13823" y="7609"/>
                    </a:lnTo>
                    <a:cubicBezTo>
                      <a:pt x="13860" y="7588"/>
                      <a:pt x="13906" y="7577"/>
                      <a:pt x="13953" y="7577"/>
                    </a:cubicBezTo>
                    <a:close/>
                    <a:moveTo>
                      <a:pt x="15336" y="7599"/>
                    </a:moveTo>
                    <a:cubicBezTo>
                      <a:pt x="15385" y="7599"/>
                      <a:pt x="15433" y="7610"/>
                      <a:pt x="15469" y="7632"/>
                    </a:cubicBezTo>
                    <a:lnTo>
                      <a:pt x="15837" y="7841"/>
                    </a:lnTo>
                    <a:cubicBezTo>
                      <a:pt x="15914" y="7884"/>
                      <a:pt x="15914" y="7954"/>
                      <a:pt x="15844" y="7991"/>
                    </a:cubicBezTo>
                    <a:lnTo>
                      <a:pt x="15542" y="8163"/>
                    </a:lnTo>
                    <a:cubicBezTo>
                      <a:pt x="15505" y="8185"/>
                      <a:pt x="15458" y="8196"/>
                      <a:pt x="15412" y="8196"/>
                    </a:cubicBezTo>
                    <a:cubicBezTo>
                      <a:pt x="15365" y="8196"/>
                      <a:pt x="15318" y="8185"/>
                      <a:pt x="15283" y="8163"/>
                    </a:cubicBezTo>
                    <a:lnTo>
                      <a:pt x="14909" y="7954"/>
                    </a:lnTo>
                    <a:cubicBezTo>
                      <a:pt x="14836" y="7911"/>
                      <a:pt x="14836" y="7841"/>
                      <a:pt x="14909" y="7797"/>
                    </a:cubicBezTo>
                    <a:lnTo>
                      <a:pt x="15204" y="7632"/>
                    </a:lnTo>
                    <a:cubicBezTo>
                      <a:pt x="15240" y="7610"/>
                      <a:pt x="15288" y="7599"/>
                      <a:pt x="15336" y="7599"/>
                    </a:cubicBezTo>
                    <a:close/>
                    <a:moveTo>
                      <a:pt x="13266" y="7974"/>
                    </a:moveTo>
                    <a:cubicBezTo>
                      <a:pt x="13315" y="7974"/>
                      <a:pt x="13363" y="7985"/>
                      <a:pt x="13399" y="8006"/>
                    </a:cubicBezTo>
                    <a:lnTo>
                      <a:pt x="13730" y="8199"/>
                    </a:lnTo>
                    <a:cubicBezTo>
                      <a:pt x="13801" y="8243"/>
                      <a:pt x="13801" y="8308"/>
                      <a:pt x="13730" y="8351"/>
                    </a:cubicBezTo>
                    <a:lnTo>
                      <a:pt x="13421" y="8531"/>
                    </a:lnTo>
                    <a:cubicBezTo>
                      <a:pt x="13385" y="8552"/>
                      <a:pt x="13338" y="8563"/>
                      <a:pt x="13291" y="8563"/>
                    </a:cubicBezTo>
                    <a:cubicBezTo>
                      <a:pt x="13245" y="8563"/>
                      <a:pt x="13198" y="8552"/>
                      <a:pt x="13163" y="8531"/>
                    </a:cubicBezTo>
                    <a:lnTo>
                      <a:pt x="12831" y="8336"/>
                    </a:lnTo>
                    <a:cubicBezTo>
                      <a:pt x="12752" y="8299"/>
                      <a:pt x="12752" y="8229"/>
                      <a:pt x="12825" y="8186"/>
                    </a:cubicBezTo>
                    <a:lnTo>
                      <a:pt x="13133" y="8006"/>
                    </a:lnTo>
                    <a:cubicBezTo>
                      <a:pt x="13170" y="7985"/>
                      <a:pt x="13218" y="7974"/>
                      <a:pt x="13266" y="7974"/>
                    </a:cubicBezTo>
                    <a:close/>
                    <a:moveTo>
                      <a:pt x="14664" y="7988"/>
                    </a:moveTo>
                    <a:cubicBezTo>
                      <a:pt x="14711" y="7988"/>
                      <a:pt x="14758" y="7998"/>
                      <a:pt x="14793" y="8020"/>
                    </a:cubicBezTo>
                    <a:lnTo>
                      <a:pt x="15167" y="8236"/>
                    </a:lnTo>
                    <a:cubicBezTo>
                      <a:pt x="15240" y="8279"/>
                      <a:pt x="15240" y="8343"/>
                      <a:pt x="15167" y="8386"/>
                    </a:cubicBezTo>
                    <a:lnTo>
                      <a:pt x="14858" y="8567"/>
                    </a:lnTo>
                    <a:cubicBezTo>
                      <a:pt x="14822" y="8588"/>
                      <a:pt x="14774" y="8599"/>
                      <a:pt x="14725" y="8599"/>
                    </a:cubicBezTo>
                    <a:cubicBezTo>
                      <a:pt x="14676" y="8599"/>
                      <a:pt x="14628" y="8588"/>
                      <a:pt x="14593" y="8567"/>
                    </a:cubicBezTo>
                    <a:lnTo>
                      <a:pt x="14225" y="8351"/>
                    </a:lnTo>
                    <a:cubicBezTo>
                      <a:pt x="14155" y="8308"/>
                      <a:pt x="14155" y="8243"/>
                      <a:pt x="14225" y="8199"/>
                    </a:cubicBezTo>
                    <a:lnTo>
                      <a:pt x="14534" y="8020"/>
                    </a:lnTo>
                    <a:cubicBezTo>
                      <a:pt x="14570" y="7998"/>
                      <a:pt x="14617" y="7988"/>
                      <a:pt x="14664" y="7988"/>
                    </a:cubicBezTo>
                    <a:close/>
                    <a:moveTo>
                      <a:pt x="5938" y="4634"/>
                    </a:moveTo>
                    <a:cubicBezTo>
                      <a:pt x="5974" y="4634"/>
                      <a:pt x="6010" y="4641"/>
                      <a:pt x="6038" y="4656"/>
                    </a:cubicBezTo>
                    <a:lnTo>
                      <a:pt x="10566" y="7273"/>
                    </a:lnTo>
                    <a:cubicBezTo>
                      <a:pt x="10618" y="7308"/>
                      <a:pt x="10625" y="7359"/>
                      <a:pt x="10566" y="7387"/>
                    </a:cubicBezTo>
                    <a:lnTo>
                      <a:pt x="9100" y="8236"/>
                    </a:lnTo>
                    <a:lnTo>
                      <a:pt x="8439" y="8624"/>
                    </a:lnTo>
                    <a:cubicBezTo>
                      <a:pt x="8414" y="8638"/>
                      <a:pt x="8380" y="8646"/>
                      <a:pt x="8345" y="8646"/>
                    </a:cubicBezTo>
                    <a:cubicBezTo>
                      <a:pt x="8310" y="8646"/>
                      <a:pt x="8275" y="8638"/>
                      <a:pt x="8246" y="8624"/>
                    </a:cubicBezTo>
                    <a:lnTo>
                      <a:pt x="5809" y="7214"/>
                    </a:lnTo>
                    <a:lnTo>
                      <a:pt x="3718" y="6007"/>
                    </a:lnTo>
                    <a:cubicBezTo>
                      <a:pt x="3659" y="5979"/>
                      <a:pt x="3659" y="5927"/>
                      <a:pt x="3718" y="5893"/>
                    </a:cubicBezTo>
                    <a:lnTo>
                      <a:pt x="4378" y="5512"/>
                    </a:lnTo>
                    <a:lnTo>
                      <a:pt x="5838" y="4656"/>
                    </a:lnTo>
                    <a:cubicBezTo>
                      <a:pt x="5866" y="4641"/>
                      <a:pt x="5902" y="4634"/>
                      <a:pt x="5938" y="4634"/>
                    </a:cubicBezTo>
                    <a:close/>
                    <a:moveTo>
                      <a:pt x="13978" y="8388"/>
                    </a:moveTo>
                    <a:cubicBezTo>
                      <a:pt x="14027" y="8388"/>
                      <a:pt x="14075" y="8397"/>
                      <a:pt x="14112" y="8415"/>
                    </a:cubicBezTo>
                    <a:lnTo>
                      <a:pt x="14477" y="8631"/>
                    </a:lnTo>
                    <a:cubicBezTo>
                      <a:pt x="14550" y="8674"/>
                      <a:pt x="14550" y="8746"/>
                      <a:pt x="14477" y="8782"/>
                    </a:cubicBezTo>
                    <a:lnTo>
                      <a:pt x="14175" y="8962"/>
                    </a:lnTo>
                    <a:cubicBezTo>
                      <a:pt x="14139" y="8983"/>
                      <a:pt x="14091" y="8994"/>
                      <a:pt x="14043" y="8994"/>
                    </a:cubicBezTo>
                    <a:cubicBezTo>
                      <a:pt x="13994" y="8994"/>
                      <a:pt x="13946" y="8983"/>
                      <a:pt x="13910" y="8962"/>
                    </a:cubicBezTo>
                    <a:lnTo>
                      <a:pt x="13542" y="8753"/>
                    </a:lnTo>
                    <a:cubicBezTo>
                      <a:pt x="13465" y="8710"/>
                      <a:pt x="13465" y="8638"/>
                      <a:pt x="13535" y="8594"/>
                    </a:cubicBezTo>
                    <a:lnTo>
                      <a:pt x="13844" y="8415"/>
                    </a:lnTo>
                    <a:cubicBezTo>
                      <a:pt x="13880" y="8397"/>
                      <a:pt x="13929" y="8388"/>
                      <a:pt x="13978" y="8388"/>
                    </a:cubicBezTo>
                    <a:close/>
                    <a:moveTo>
                      <a:pt x="6931" y="1"/>
                    </a:moveTo>
                    <a:cubicBezTo>
                      <a:pt x="6848" y="1"/>
                      <a:pt x="6763" y="21"/>
                      <a:pt x="6700" y="55"/>
                    </a:cubicBezTo>
                    <a:lnTo>
                      <a:pt x="95" y="4102"/>
                    </a:lnTo>
                    <a:cubicBezTo>
                      <a:pt x="29" y="4138"/>
                      <a:pt x="0" y="4189"/>
                      <a:pt x="0" y="4239"/>
                    </a:cubicBezTo>
                    <a:cubicBezTo>
                      <a:pt x="0" y="4268"/>
                      <a:pt x="9" y="4304"/>
                      <a:pt x="36" y="4332"/>
                    </a:cubicBezTo>
                    <a:cubicBezTo>
                      <a:pt x="43" y="4332"/>
                      <a:pt x="43" y="4340"/>
                      <a:pt x="52" y="4340"/>
                    </a:cubicBezTo>
                    <a:cubicBezTo>
                      <a:pt x="52" y="4347"/>
                      <a:pt x="59" y="4347"/>
                      <a:pt x="66" y="4354"/>
                    </a:cubicBezTo>
                    <a:cubicBezTo>
                      <a:pt x="73" y="4361"/>
                      <a:pt x="86" y="4368"/>
                      <a:pt x="102" y="4375"/>
                    </a:cubicBezTo>
                    <a:lnTo>
                      <a:pt x="11394" y="10903"/>
                    </a:lnTo>
                    <a:cubicBezTo>
                      <a:pt x="11459" y="10938"/>
                      <a:pt x="11547" y="10956"/>
                      <a:pt x="11635" y="10956"/>
                    </a:cubicBezTo>
                    <a:cubicBezTo>
                      <a:pt x="11723" y="10956"/>
                      <a:pt x="11811" y="10938"/>
                      <a:pt x="11876" y="10903"/>
                    </a:cubicBezTo>
                    <a:lnTo>
                      <a:pt x="18481" y="6856"/>
                    </a:lnTo>
                    <a:cubicBezTo>
                      <a:pt x="18517" y="6833"/>
                      <a:pt x="18538" y="6812"/>
                      <a:pt x="18561" y="6783"/>
                    </a:cubicBezTo>
                    <a:cubicBezTo>
                      <a:pt x="18524" y="6783"/>
                      <a:pt x="18488" y="6776"/>
                      <a:pt x="18452" y="6755"/>
                    </a:cubicBezTo>
                    <a:lnTo>
                      <a:pt x="7152" y="228"/>
                    </a:lnTo>
                    <a:cubicBezTo>
                      <a:pt x="7073" y="185"/>
                      <a:pt x="7023" y="98"/>
                      <a:pt x="6995" y="5"/>
                    </a:cubicBezTo>
                    <a:cubicBezTo>
                      <a:pt x="6974" y="2"/>
                      <a:pt x="6953" y="1"/>
                      <a:pt x="693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7"/>
              <p:cNvSpPr/>
              <p:nvPr/>
            </p:nvSpPr>
            <p:spPr>
              <a:xfrm>
                <a:off x="-1495573" y="245308"/>
                <a:ext cx="1155531" cy="1296556"/>
              </a:xfrm>
              <a:custGeom>
                <a:rect b="b" l="l" r="r" t="t"/>
                <a:pathLst>
                  <a:path extrusionOk="0" h="15657" w="13954">
                    <a:moveTo>
                      <a:pt x="2383" y="510"/>
                    </a:moveTo>
                    <a:cubicBezTo>
                      <a:pt x="2394" y="510"/>
                      <a:pt x="2405" y="513"/>
                      <a:pt x="2416" y="518"/>
                    </a:cubicBezTo>
                    <a:lnTo>
                      <a:pt x="13557" y="6951"/>
                    </a:lnTo>
                    <a:cubicBezTo>
                      <a:pt x="13600" y="6980"/>
                      <a:pt x="13623" y="7046"/>
                      <a:pt x="13609" y="7103"/>
                    </a:cubicBezTo>
                    <a:lnTo>
                      <a:pt x="11739" y="14585"/>
                    </a:lnTo>
                    <a:cubicBezTo>
                      <a:pt x="11728" y="14629"/>
                      <a:pt x="11702" y="14651"/>
                      <a:pt x="11668" y="14651"/>
                    </a:cubicBezTo>
                    <a:cubicBezTo>
                      <a:pt x="11657" y="14651"/>
                      <a:pt x="11644" y="14649"/>
                      <a:pt x="11632" y="14643"/>
                    </a:cubicBezTo>
                    <a:lnTo>
                      <a:pt x="498" y="8211"/>
                    </a:lnTo>
                    <a:cubicBezTo>
                      <a:pt x="446" y="8188"/>
                      <a:pt x="425" y="8116"/>
                      <a:pt x="439" y="8059"/>
                    </a:cubicBezTo>
                    <a:lnTo>
                      <a:pt x="2309" y="577"/>
                    </a:lnTo>
                    <a:cubicBezTo>
                      <a:pt x="2320" y="533"/>
                      <a:pt x="2350" y="510"/>
                      <a:pt x="2383" y="510"/>
                    </a:cubicBezTo>
                    <a:close/>
                    <a:moveTo>
                      <a:pt x="2309" y="1"/>
                    </a:moveTo>
                    <a:cubicBezTo>
                      <a:pt x="2230" y="23"/>
                      <a:pt x="2157" y="87"/>
                      <a:pt x="2128" y="196"/>
                    </a:cubicBezTo>
                    <a:lnTo>
                      <a:pt x="15" y="8656"/>
                    </a:lnTo>
                    <a:cubicBezTo>
                      <a:pt x="1" y="8728"/>
                      <a:pt x="1" y="8806"/>
                      <a:pt x="23" y="8878"/>
                    </a:cubicBezTo>
                    <a:cubicBezTo>
                      <a:pt x="51" y="8971"/>
                      <a:pt x="101" y="9058"/>
                      <a:pt x="180" y="9101"/>
                    </a:cubicBezTo>
                    <a:lnTo>
                      <a:pt x="11480" y="15628"/>
                    </a:lnTo>
                    <a:cubicBezTo>
                      <a:pt x="11516" y="15649"/>
                      <a:pt x="11552" y="15656"/>
                      <a:pt x="11589" y="15656"/>
                    </a:cubicBezTo>
                    <a:cubicBezTo>
                      <a:pt x="11595" y="15635"/>
                      <a:pt x="11602" y="15613"/>
                      <a:pt x="11602" y="15592"/>
                    </a:cubicBezTo>
                    <a:lnTo>
                      <a:pt x="11602" y="15656"/>
                    </a:lnTo>
                    <a:cubicBezTo>
                      <a:pt x="11609" y="15656"/>
                      <a:pt x="11616" y="15649"/>
                      <a:pt x="11616" y="15649"/>
                    </a:cubicBezTo>
                    <a:cubicBezTo>
                      <a:pt x="11632" y="15649"/>
                      <a:pt x="11639" y="15649"/>
                      <a:pt x="11646" y="15642"/>
                    </a:cubicBezTo>
                    <a:cubicBezTo>
                      <a:pt x="11659" y="15642"/>
                      <a:pt x="11668" y="15635"/>
                      <a:pt x="11675" y="15628"/>
                    </a:cubicBezTo>
                    <a:cubicBezTo>
                      <a:pt x="11682" y="15628"/>
                      <a:pt x="11689" y="15628"/>
                      <a:pt x="11689" y="15620"/>
                    </a:cubicBezTo>
                    <a:cubicBezTo>
                      <a:pt x="11696" y="15620"/>
                      <a:pt x="11696" y="15613"/>
                      <a:pt x="11702" y="15613"/>
                    </a:cubicBezTo>
                    <a:cubicBezTo>
                      <a:pt x="11725" y="15599"/>
                      <a:pt x="11739" y="15577"/>
                      <a:pt x="11754" y="15556"/>
                    </a:cubicBezTo>
                    <a:cubicBezTo>
                      <a:pt x="11761" y="15549"/>
                      <a:pt x="11761" y="15542"/>
                      <a:pt x="11768" y="15534"/>
                    </a:cubicBezTo>
                    <a:cubicBezTo>
                      <a:pt x="11775" y="15520"/>
                      <a:pt x="11775" y="15513"/>
                      <a:pt x="11782" y="15506"/>
                    </a:cubicBezTo>
                    <a:lnTo>
                      <a:pt x="11782" y="15499"/>
                    </a:lnTo>
                    <a:cubicBezTo>
                      <a:pt x="11782" y="15499"/>
                      <a:pt x="11782" y="15490"/>
                      <a:pt x="11789" y="15484"/>
                    </a:cubicBezTo>
                    <a:cubicBezTo>
                      <a:pt x="11789" y="15477"/>
                      <a:pt x="11789" y="15470"/>
                      <a:pt x="11797" y="15456"/>
                    </a:cubicBezTo>
                    <a:lnTo>
                      <a:pt x="13911" y="6994"/>
                    </a:lnTo>
                    <a:cubicBezTo>
                      <a:pt x="13954" y="6830"/>
                      <a:pt x="13874" y="6629"/>
                      <a:pt x="13745" y="6549"/>
                    </a:cubicBezTo>
                    <a:lnTo>
                      <a:pt x="2445" y="30"/>
                    </a:lnTo>
                    <a:cubicBezTo>
                      <a:pt x="2430" y="23"/>
                      <a:pt x="2409" y="16"/>
                      <a:pt x="2395" y="8"/>
                    </a:cubicBezTo>
                    <a:cubicBezTo>
                      <a:pt x="2373" y="1"/>
                      <a:pt x="2359" y="1"/>
                      <a:pt x="23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7"/>
              <p:cNvSpPr/>
              <p:nvPr/>
            </p:nvSpPr>
            <p:spPr>
              <a:xfrm>
                <a:off x="-1460379" y="287542"/>
                <a:ext cx="1092926" cy="1171099"/>
              </a:xfrm>
              <a:custGeom>
                <a:rect b="b" l="l" r="r" t="t"/>
                <a:pathLst>
                  <a:path extrusionOk="0" h="14142" w="13198">
                    <a:moveTo>
                      <a:pt x="5263" y="4953"/>
                    </a:moveTo>
                    <a:cubicBezTo>
                      <a:pt x="5384" y="4953"/>
                      <a:pt x="5513" y="4987"/>
                      <a:pt x="5643" y="5061"/>
                    </a:cubicBezTo>
                    <a:lnTo>
                      <a:pt x="7310" y="6025"/>
                    </a:lnTo>
                    <a:cubicBezTo>
                      <a:pt x="7784" y="6298"/>
                      <a:pt x="8095" y="7010"/>
                      <a:pt x="7993" y="7606"/>
                    </a:cubicBezTo>
                    <a:lnTo>
                      <a:pt x="7950" y="7844"/>
                    </a:lnTo>
                    <a:cubicBezTo>
                      <a:pt x="7877" y="8277"/>
                      <a:pt x="7611" y="8532"/>
                      <a:pt x="7287" y="8532"/>
                    </a:cubicBezTo>
                    <a:cubicBezTo>
                      <a:pt x="7164" y="8532"/>
                      <a:pt x="7033" y="8495"/>
                      <a:pt x="6901" y="8418"/>
                    </a:cubicBezTo>
                    <a:lnTo>
                      <a:pt x="5233" y="7456"/>
                    </a:lnTo>
                    <a:cubicBezTo>
                      <a:pt x="4758" y="7183"/>
                      <a:pt x="4449" y="6477"/>
                      <a:pt x="4550" y="5881"/>
                    </a:cubicBezTo>
                    <a:lnTo>
                      <a:pt x="4593" y="5637"/>
                    </a:lnTo>
                    <a:cubicBezTo>
                      <a:pt x="4667" y="5207"/>
                      <a:pt x="4936" y="4953"/>
                      <a:pt x="5263" y="4953"/>
                    </a:cubicBezTo>
                    <a:close/>
                    <a:moveTo>
                      <a:pt x="645" y="7298"/>
                    </a:moveTo>
                    <a:cubicBezTo>
                      <a:pt x="650" y="7298"/>
                      <a:pt x="656" y="7300"/>
                      <a:pt x="661" y="7304"/>
                    </a:cubicBezTo>
                    <a:lnTo>
                      <a:pt x="10710" y="13105"/>
                    </a:lnTo>
                    <a:cubicBezTo>
                      <a:pt x="10732" y="13119"/>
                      <a:pt x="10746" y="13148"/>
                      <a:pt x="10739" y="13178"/>
                    </a:cubicBezTo>
                    <a:cubicBezTo>
                      <a:pt x="10734" y="13198"/>
                      <a:pt x="10721" y="13211"/>
                      <a:pt x="10706" y="13211"/>
                    </a:cubicBezTo>
                    <a:cubicBezTo>
                      <a:pt x="10701" y="13211"/>
                      <a:pt x="10695" y="13210"/>
                      <a:pt x="10689" y="13205"/>
                    </a:cubicBezTo>
                    <a:lnTo>
                      <a:pt x="2911" y="8713"/>
                    </a:lnTo>
                    <a:lnTo>
                      <a:pt x="2904" y="8713"/>
                    </a:lnTo>
                    <a:lnTo>
                      <a:pt x="640" y="7406"/>
                    </a:lnTo>
                    <a:cubicBezTo>
                      <a:pt x="618" y="7390"/>
                      <a:pt x="604" y="7362"/>
                      <a:pt x="611" y="7333"/>
                    </a:cubicBezTo>
                    <a:cubicBezTo>
                      <a:pt x="616" y="7312"/>
                      <a:pt x="630" y="7298"/>
                      <a:pt x="645" y="7298"/>
                    </a:cubicBezTo>
                    <a:close/>
                    <a:moveTo>
                      <a:pt x="1958" y="0"/>
                    </a:moveTo>
                    <a:cubicBezTo>
                      <a:pt x="1925" y="0"/>
                      <a:pt x="1895" y="23"/>
                      <a:pt x="1884" y="67"/>
                    </a:cubicBezTo>
                    <a:lnTo>
                      <a:pt x="14" y="7549"/>
                    </a:lnTo>
                    <a:cubicBezTo>
                      <a:pt x="0" y="7606"/>
                      <a:pt x="21" y="7678"/>
                      <a:pt x="73" y="7701"/>
                    </a:cubicBezTo>
                    <a:lnTo>
                      <a:pt x="11207" y="14133"/>
                    </a:lnTo>
                    <a:cubicBezTo>
                      <a:pt x="11219" y="14139"/>
                      <a:pt x="11232" y="14141"/>
                      <a:pt x="11243" y="14141"/>
                    </a:cubicBezTo>
                    <a:cubicBezTo>
                      <a:pt x="11277" y="14141"/>
                      <a:pt x="11303" y="14119"/>
                      <a:pt x="11314" y="14075"/>
                    </a:cubicBezTo>
                    <a:lnTo>
                      <a:pt x="13184" y="6593"/>
                    </a:lnTo>
                    <a:cubicBezTo>
                      <a:pt x="13198" y="6536"/>
                      <a:pt x="13175" y="6470"/>
                      <a:pt x="13132" y="6441"/>
                    </a:cubicBezTo>
                    <a:lnTo>
                      <a:pt x="1991" y="8"/>
                    </a:lnTo>
                    <a:cubicBezTo>
                      <a:pt x="1980" y="3"/>
                      <a:pt x="1969" y="0"/>
                      <a:pt x="19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37"/>
              <p:cNvSpPr/>
              <p:nvPr/>
            </p:nvSpPr>
            <p:spPr>
              <a:xfrm>
                <a:off x="-1410361" y="891900"/>
                <a:ext cx="194603" cy="117342"/>
              </a:xfrm>
              <a:custGeom>
                <a:rect b="b" l="l" r="r" t="t"/>
                <a:pathLst>
                  <a:path extrusionOk="0" h="1417" w="2350">
                    <a:moveTo>
                      <a:pt x="41" y="0"/>
                    </a:moveTo>
                    <a:cubicBezTo>
                      <a:pt x="26" y="0"/>
                      <a:pt x="12" y="14"/>
                      <a:pt x="7" y="35"/>
                    </a:cubicBezTo>
                    <a:cubicBezTo>
                      <a:pt x="0" y="64"/>
                      <a:pt x="14" y="92"/>
                      <a:pt x="36" y="108"/>
                    </a:cubicBezTo>
                    <a:lnTo>
                      <a:pt x="2307" y="1415"/>
                    </a:lnTo>
                    <a:cubicBezTo>
                      <a:pt x="2311" y="1416"/>
                      <a:pt x="2314" y="1417"/>
                      <a:pt x="2318" y="1417"/>
                    </a:cubicBezTo>
                    <a:cubicBezTo>
                      <a:pt x="2334" y="1417"/>
                      <a:pt x="2344" y="1404"/>
                      <a:pt x="2350" y="1386"/>
                    </a:cubicBezTo>
                    <a:cubicBezTo>
                      <a:pt x="2350" y="1358"/>
                      <a:pt x="2336" y="1322"/>
                      <a:pt x="2315" y="1315"/>
                    </a:cubicBezTo>
                    <a:lnTo>
                      <a:pt x="57" y="6"/>
                    </a:lnTo>
                    <a:cubicBezTo>
                      <a:pt x="52" y="2"/>
                      <a:pt x="46" y="0"/>
                      <a:pt x="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7"/>
              <p:cNvSpPr/>
              <p:nvPr/>
            </p:nvSpPr>
            <p:spPr>
              <a:xfrm>
                <a:off x="-1076549" y="1606396"/>
                <a:ext cx="87696" cy="48858"/>
              </a:xfrm>
              <a:custGeom>
                <a:rect b="b" l="l" r="r" t="t"/>
                <a:pathLst>
                  <a:path extrusionOk="0" h="590" w="1059">
                    <a:moveTo>
                      <a:pt x="515" y="0"/>
                    </a:moveTo>
                    <a:cubicBezTo>
                      <a:pt x="467" y="0"/>
                      <a:pt x="418" y="11"/>
                      <a:pt x="382" y="33"/>
                    </a:cubicBezTo>
                    <a:lnTo>
                      <a:pt x="73" y="205"/>
                    </a:lnTo>
                    <a:cubicBezTo>
                      <a:pt x="1" y="248"/>
                      <a:pt x="1" y="321"/>
                      <a:pt x="73" y="364"/>
                    </a:cubicBezTo>
                    <a:lnTo>
                      <a:pt x="418" y="557"/>
                    </a:lnTo>
                    <a:cubicBezTo>
                      <a:pt x="454" y="579"/>
                      <a:pt x="501" y="589"/>
                      <a:pt x="548" y="589"/>
                    </a:cubicBezTo>
                    <a:cubicBezTo>
                      <a:pt x="594" y="589"/>
                      <a:pt x="641" y="579"/>
                      <a:pt x="677" y="557"/>
                    </a:cubicBezTo>
                    <a:lnTo>
                      <a:pt x="986" y="378"/>
                    </a:lnTo>
                    <a:cubicBezTo>
                      <a:pt x="1058" y="334"/>
                      <a:pt x="1058" y="271"/>
                      <a:pt x="986" y="228"/>
                    </a:cubicBezTo>
                    <a:lnTo>
                      <a:pt x="648" y="33"/>
                    </a:lnTo>
                    <a:cubicBezTo>
                      <a:pt x="612" y="11"/>
                      <a:pt x="564" y="0"/>
                      <a:pt x="515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37"/>
              <p:cNvSpPr/>
              <p:nvPr/>
            </p:nvSpPr>
            <p:spPr>
              <a:xfrm>
                <a:off x="-959785" y="1607556"/>
                <a:ext cx="86950" cy="48444"/>
              </a:xfrm>
              <a:custGeom>
                <a:rect b="b" l="l" r="r" t="t"/>
                <a:pathLst>
                  <a:path extrusionOk="0" h="585" w="1050">
                    <a:moveTo>
                      <a:pt x="511" y="0"/>
                    </a:moveTo>
                    <a:cubicBezTo>
                      <a:pt x="464" y="0"/>
                      <a:pt x="418" y="11"/>
                      <a:pt x="381" y="32"/>
                    </a:cubicBezTo>
                    <a:lnTo>
                      <a:pt x="73" y="214"/>
                    </a:lnTo>
                    <a:cubicBezTo>
                      <a:pt x="0" y="257"/>
                      <a:pt x="0" y="320"/>
                      <a:pt x="73" y="364"/>
                    </a:cubicBezTo>
                    <a:lnTo>
                      <a:pt x="402" y="559"/>
                    </a:lnTo>
                    <a:cubicBezTo>
                      <a:pt x="438" y="576"/>
                      <a:pt x="485" y="584"/>
                      <a:pt x="533" y="584"/>
                    </a:cubicBezTo>
                    <a:cubicBezTo>
                      <a:pt x="581" y="584"/>
                      <a:pt x="630" y="576"/>
                      <a:pt x="670" y="559"/>
                    </a:cubicBezTo>
                    <a:lnTo>
                      <a:pt x="978" y="377"/>
                    </a:lnTo>
                    <a:cubicBezTo>
                      <a:pt x="1049" y="334"/>
                      <a:pt x="1042" y="264"/>
                      <a:pt x="971" y="220"/>
                    </a:cubicBezTo>
                    <a:lnTo>
                      <a:pt x="640" y="32"/>
                    </a:lnTo>
                    <a:cubicBezTo>
                      <a:pt x="604" y="11"/>
                      <a:pt x="557" y="0"/>
                      <a:pt x="51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37"/>
              <p:cNvSpPr/>
              <p:nvPr/>
            </p:nvSpPr>
            <p:spPr>
              <a:xfrm>
                <a:off x="-1016925" y="1640349"/>
                <a:ext cx="86868" cy="48858"/>
              </a:xfrm>
              <a:custGeom>
                <a:rect b="b" l="l" r="r" t="t"/>
                <a:pathLst>
                  <a:path extrusionOk="0" h="590" w="1049">
                    <a:moveTo>
                      <a:pt x="514" y="1"/>
                    </a:moveTo>
                    <a:cubicBezTo>
                      <a:pt x="466" y="1"/>
                      <a:pt x="418" y="12"/>
                      <a:pt x="381" y="33"/>
                    </a:cubicBezTo>
                    <a:lnTo>
                      <a:pt x="73" y="213"/>
                    </a:lnTo>
                    <a:cubicBezTo>
                      <a:pt x="0" y="256"/>
                      <a:pt x="0" y="326"/>
                      <a:pt x="79" y="363"/>
                    </a:cubicBezTo>
                    <a:lnTo>
                      <a:pt x="411" y="558"/>
                    </a:lnTo>
                    <a:cubicBezTo>
                      <a:pt x="446" y="579"/>
                      <a:pt x="493" y="590"/>
                      <a:pt x="539" y="590"/>
                    </a:cubicBezTo>
                    <a:cubicBezTo>
                      <a:pt x="586" y="590"/>
                      <a:pt x="633" y="579"/>
                      <a:pt x="669" y="558"/>
                    </a:cubicBezTo>
                    <a:lnTo>
                      <a:pt x="978" y="378"/>
                    </a:lnTo>
                    <a:cubicBezTo>
                      <a:pt x="1049" y="335"/>
                      <a:pt x="1049" y="270"/>
                      <a:pt x="978" y="226"/>
                    </a:cubicBezTo>
                    <a:lnTo>
                      <a:pt x="647" y="33"/>
                    </a:lnTo>
                    <a:cubicBezTo>
                      <a:pt x="611" y="12"/>
                      <a:pt x="563" y="1"/>
                      <a:pt x="51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37"/>
              <p:cNvSpPr/>
              <p:nvPr/>
            </p:nvSpPr>
            <p:spPr>
              <a:xfrm>
                <a:off x="-1072988" y="1542052"/>
                <a:ext cx="141274" cy="79912"/>
              </a:xfrm>
              <a:custGeom>
                <a:rect b="b" l="l" r="r" t="t"/>
                <a:pathLst>
                  <a:path extrusionOk="0" h="965" w="1706">
                    <a:moveTo>
                      <a:pt x="512" y="1"/>
                    </a:moveTo>
                    <a:cubicBezTo>
                      <a:pt x="465" y="1"/>
                      <a:pt x="418" y="12"/>
                      <a:pt x="382" y="33"/>
                    </a:cubicBezTo>
                    <a:lnTo>
                      <a:pt x="73" y="213"/>
                    </a:lnTo>
                    <a:cubicBezTo>
                      <a:pt x="1" y="256"/>
                      <a:pt x="1" y="321"/>
                      <a:pt x="73" y="365"/>
                    </a:cubicBezTo>
                    <a:lnTo>
                      <a:pt x="1058" y="932"/>
                    </a:lnTo>
                    <a:cubicBezTo>
                      <a:pt x="1095" y="954"/>
                      <a:pt x="1143" y="964"/>
                      <a:pt x="1191" y="964"/>
                    </a:cubicBezTo>
                    <a:cubicBezTo>
                      <a:pt x="1240" y="964"/>
                      <a:pt x="1288" y="954"/>
                      <a:pt x="1324" y="932"/>
                    </a:cubicBezTo>
                    <a:lnTo>
                      <a:pt x="1633" y="760"/>
                    </a:lnTo>
                    <a:cubicBezTo>
                      <a:pt x="1705" y="716"/>
                      <a:pt x="1698" y="644"/>
                      <a:pt x="1626" y="601"/>
                    </a:cubicBezTo>
                    <a:lnTo>
                      <a:pt x="641" y="33"/>
                    </a:lnTo>
                    <a:cubicBezTo>
                      <a:pt x="606" y="12"/>
                      <a:pt x="559" y="1"/>
                      <a:pt x="51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7"/>
              <p:cNvSpPr/>
              <p:nvPr/>
            </p:nvSpPr>
            <p:spPr>
              <a:xfrm>
                <a:off x="-1129383" y="1509921"/>
                <a:ext cx="83969" cy="46953"/>
              </a:xfrm>
              <a:custGeom>
                <a:rect b="b" l="l" r="r" t="t"/>
                <a:pathLst>
                  <a:path extrusionOk="0" h="567" w="1014">
                    <a:moveTo>
                      <a:pt x="514" y="1"/>
                    </a:moveTo>
                    <a:cubicBezTo>
                      <a:pt x="465" y="1"/>
                      <a:pt x="416" y="12"/>
                      <a:pt x="380" y="33"/>
                    </a:cubicBezTo>
                    <a:lnTo>
                      <a:pt x="71" y="213"/>
                    </a:lnTo>
                    <a:cubicBezTo>
                      <a:pt x="0" y="249"/>
                      <a:pt x="0" y="321"/>
                      <a:pt x="71" y="364"/>
                    </a:cubicBezTo>
                    <a:lnTo>
                      <a:pt x="373" y="537"/>
                    </a:lnTo>
                    <a:cubicBezTo>
                      <a:pt x="411" y="556"/>
                      <a:pt x="460" y="567"/>
                      <a:pt x="509" y="567"/>
                    </a:cubicBezTo>
                    <a:cubicBezTo>
                      <a:pt x="554" y="567"/>
                      <a:pt x="598" y="558"/>
                      <a:pt x="632" y="537"/>
                    </a:cubicBezTo>
                    <a:lnTo>
                      <a:pt x="941" y="357"/>
                    </a:lnTo>
                    <a:cubicBezTo>
                      <a:pt x="1013" y="314"/>
                      <a:pt x="1013" y="242"/>
                      <a:pt x="941" y="206"/>
                    </a:cubicBezTo>
                    <a:lnTo>
                      <a:pt x="647" y="33"/>
                    </a:lnTo>
                    <a:cubicBezTo>
                      <a:pt x="611" y="12"/>
                      <a:pt x="562" y="1"/>
                      <a:pt x="51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37"/>
              <p:cNvSpPr/>
              <p:nvPr/>
            </p:nvSpPr>
            <p:spPr>
              <a:xfrm>
                <a:off x="-1060401" y="1417669"/>
                <a:ext cx="85791" cy="48278"/>
              </a:xfrm>
              <a:custGeom>
                <a:rect b="b" l="l" r="r" t="t"/>
                <a:pathLst>
                  <a:path extrusionOk="0" h="583" w="1036">
                    <a:moveTo>
                      <a:pt x="536" y="0"/>
                    </a:moveTo>
                    <a:cubicBezTo>
                      <a:pt x="488" y="0"/>
                      <a:pt x="439" y="11"/>
                      <a:pt x="403" y="33"/>
                    </a:cubicBezTo>
                    <a:lnTo>
                      <a:pt x="73" y="228"/>
                    </a:lnTo>
                    <a:cubicBezTo>
                      <a:pt x="1" y="271"/>
                      <a:pt x="1" y="335"/>
                      <a:pt x="73" y="378"/>
                    </a:cubicBezTo>
                    <a:lnTo>
                      <a:pt x="366" y="550"/>
                    </a:lnTo>
                    <a:cubicBezTo>
                      <a:pt x="403" y="572"/>
                      <a:pt x="451" y="583"/>
                      <a:pt x="500" y="583"/>
                    </a:cubicBezTo>
                    <a:cubicBezTo>
                      <a:pt x="549" y="583"/>
                      <a:pt x="598" y="572"/>
                      <a:pt x="634" y="550"/>
                    </a:cubicBezTo>
                    <a:lnTo>
                      <a:pt x="963" y="357"/>
                    </a:lnTo>
                    <a:cubicBezTo>
                      <a:pt x="1036" y="314"/>
                      <a:pt x="1036" y="248"/>
                      <a:pt x="963" y="205"/>
                    </a:cubicBezTo>
                    <a:lnTo>
                      <a:pt x="668" y="33"/>
                    </a:lnTo>
                    <a:cubicBezTo>
                      <a:pt x="633" y="11"/>
                      <a:pt x="585" y="0"/>
                      <a:pt x="53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37"/>
              <p:cNvSpPr/>
              <p:nvPr/>
            </p:nvSpPr>
            <p:spPr>
              <a:xfrm>
                <a:off x="-1004420" y="1450214"/>
                <a:ext cx="87530" cy="48609"/>
              </a:xfrm>
              <a:custGeom>
                <a:rect b="b" l="l" r="r" t="t"/>
                <a:pathLst>
                  <a:path extrusionOk="0" h="587" w="1057">
                    <a:moveTo>
                      <a:pt x="539" y="1"/>
                    </a:moveTo>
                    <a:cubicBezTo>
                      <a:pt x="493" y="1"/>
                      <a:pt x="446" y="10"/>
                      <a:pt x="410" y="28"/>
                    </a:cubicBezTo>
                    <a:lnTo>
                      <a:pt x="72" y="223"/>
                    </a:lnTo>
                    <a:cubicBezTo>
                      <a:pt x="1" y="266"/>
                      <a:pt x="1" y="337"/>
                      <a:pt x="72" y="380"/>
                    </a:cubicBezTo>
                    <a:lnTo>
                      <a:pt x="380" y="561"/>
                    </a:lnTo>
                    <a:cubicBezTo>
                      <a:pt x="420" y="578"/>
                      <a:pt x="469" y="587"/>
                      <a:pt x="517" y="587"/>
                    </a:cubicBezTo>
                    <a:cubicBezTo>
                      <a:pt x="565" y="587"/>
                      <a:pt x="612" y="578"/>
                      <a:pt x="648" y="561"/>
                    </a:cubicBezTo>
                    <a:lnTo>
                      <a:pt x="984" y="366"/>
                    </a:lnTo>
                    <a:cubicBezTo>
                      <a:pt x="1057" y="323"/>
                      <a:pt x="1057" y="250"/>
                      <a:pt x="977" y="207"/>
                    </a:cubicBezTo>
                    <a:lnTo>
                      <a:pt x="669" y="28"/>
                    </a:lnTo>
                    <a:cubicBezTo>
                      <a:pt x="632" y="10"/>
                      <a:pt x="586" y="1"/>
                      <a:pt x="53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7"/>
              <p:cNvSpPr/>
              <p:nvPr/>
            </p:nvSpPr>
            <p:spPr>
              <a:xfrm>
                <a:off x="-1072243" y="1290968"/>
                <a:ext cx="59540" cy="32462"/>
              </a:xfrm>
              <a:custGeom>
                <a:rect b="b" l="l" r="r" t="t"/>
                <a:pathLst>
                  <a:path extrusionOk="0" h="392" w="719">
                    <a:moveTo>
                      <a:pt x="248" y="0"/>
                    </a:moveTo>
                    <a:cubicBezTo>
                      <a:pt x="199" y="0"/>
                      <a:pt x="151" y="11"/>
                      <a:pt x="114" y="33"/>
                    </a:cubicBezTo>
                    <a:lnTo>
                      <a:pt x="71" y="60"/>
                    </a:lnTo>
                    <a:cubicBezTo>
                      <a:pt x="1" y="96"/>
                      <a:pt x="1" y="169"/>
                      <a:pt x="71" y="212"/>
                    </a:cubicBezTo>
                    <a:lnTo>
                      <a:pt x="330" y="362"/>
                    </a:lnTo>
                    <a:cubicBezTo>
                      <a:pt x="365" y="383"/>
                      <a:pt x="411" y="392"/>
                      <a:pt x="457" y="392"/>
                    </a:cubicBezTo>
                    <a:cubicBezTo>
                      <a:pt x="508" y="392"/>
                      <a:pt x="559" y="381"/>
                      <a:pt x="596" y="362"/>
                    </a:cubicBezTo>
                    <a:lnTo>
                      <a:pt x="639" y="334"/>
                    </a:lnTo>
                    <a:cubicBezTo>
                      <a:pt x="718" y="291"/>
                      <a:pt x="711" y="219"/>
                      <a:pt x="639" y="176"/>
                    </a:cubicBezTo>
                    <a:lnTo>
                      <a:pt x="380" y="33"/>
                    </a:lnTo>
                    <a:cubicBezTo>
                      <a:pt x="345" y="11"/>
                      <a:pt x="296" y="0"/>
                      <a:pt x="248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37"/>
              <p:cNvSpPr/>
              <p:nvPr/>
            </p:nvSpPr>
            <p:spPr>
              <a:xfrm>
                <a:off x="-1019409" y="1321194"/>
                <a:ext cx="65668" cy="36436"/>
              </a:xfrm>
              <a:custGeom>
                <a:rect b="b" l="l" r="r" t="t"/>
                <a:pathLst>
                  <a:path extrusionOk="0" h="440" w="793">
                    <a:moveTo>
                      <a:pt x="253" y="1"/>
                    </a:moveTo>
                    <a:cubicBezTo>
                      <a:pt x="207" y="1"/>
                      <a:pt x="160" y="12"/>
                      <a:pt x="123" y="33"/>
                    </a:cubicBezTo>
                    <a:lnTo>
                      <a:pt x="73" y="63"/>
                    </a:lnTo>
                    <a:cubicBezTo>
                      <a:pt x="1" y="106"/>
                      <a:pt x="1" y="170"/>
                      <a:pt x="73" y="213"/>
                    </a:cubicBezTo>
                    <a:lnTo>
                      <a:pt x="411" y="408"/>
                    </a:lnTo>
                    <a:cubicBezTo>
                      <a:pt x="448" y="429"/>
                      <a:pt x="494" y="440"/>
                      <a:pt x="541" y="440"/>
                    </a:cubicBezTo>
                    <a:cubicBezTo>
                      <a:pt x="587" y="440"/>
                      <a:pt x="634" y="429"/>
                      <a:pt x="670" y="408"/>
                    </a:cubicBezTo>
                    <a:lnTo>
                      <a:pt x="720" y="378"/>
                    </a:lnTo>
                    <a:cubicBezTo>
                      <a:pt x="793" y="335"/>
                      <a:pt x="793" y="271"/>
                      <a:pt x="720" y="228"/>
                    </a:cubicBezTo>
                    <a:lnTo>
                      <a:pt x="382" y="33"/>
                    </a:lnTo>
                    <a:cubicBezTo>
                      <a:pt x="347" y="12"/>
                      <a:pt x="300" y="1"/>
                      <a:pt x="25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7"/>
              <p:cNvSpPr/>
              <p:nvPr/>
            </p:nvSpPr>
            <p:spPr>
              <a:xfrm>
                <a:off x="-1075804" y="1342062"/>
                <a:ext cx="86371" cy="48361"/>
              </a:xfrm>
              <a:custGeom>
                <a:rect b="b" l="l" r="r" t="t"/>
                <a:pathLst>
                  <a:path extrusionOk="0" h="584" w="1043">
                    <a:moveTo>
                      <a:pt x="500" y="1"/>
                    </a:moveTo>
                    <a:cubicBezTo>
                      <a:pt x="451" y="1"/>
                      <a:pt x="402" y="12"/>
                      <a:pt x="366" y="33"/>
                    </a:cubicBezTo>
                    <a:lnTo>
                      <a:pt x="71" y="206"/>
                    </a:lnTo>
                    <a:cubicBezTo>
                      <a:pt x="0" y="249"/>
                      <a:pt x="0" y="321"/>
                      <a:pt x="71" y="357"/>
                    </a:cubicBezTo>
                    <a:lnTo>
                      <a:pt x="409" y="551"/>
                    </a:lnTo>
                    <a:cubicBezTo>
                      <a:pt x="445" y="572"/>
                      <a:pt x="492" y="583"/>
                      <a:pt x="539" y="583"/>
                    </a:cubicBezTo>
                    <a:cubicBezTo>
                      <a:pt x="585" y="583"/>
                      <a:pt x="632" y="572"/>
                      <a:pt x="668" y="551"/>
                    </a:cubicBezTo>
                    <a:lnTo>
                      <a:pt x="970" y="378"/>
                    </a:lnTo>
                    <a:cubicBezTo>
                      <a:pt x="1042" y="342"/>
                      <a:pt x="1042" y="271"/>
                      <a:pt x="970" y="228"/>
                    </a:cubicBezTo>
                    <a:lnTo>
                      <a:pt x="632" y="33"/>
                    </a:lnTo>
                    <a:cubicBezTo>
                      <a:pt x="596" y="12"/>
                      <a:pt x="548" y="1"/>
                      <a:pt x="50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7"/>
              <p:cNvSpPr/>
              <p:nvPr/>
            </p:nvSpPr>
            <p:spPr>
              <a:xfrm>
                <a:off x="-1242503" y="1246250"/>
                <a:ext cx="83307" cy="46539"/>
              </a:xfrm>
              <a:custGeom>
                <a:rect b="b" l="l" r="r" t="t"/>
                <a:pathLst>
                  <a:path extrusionOk="0" h="562" w="1006">
                    <a:moveTo>
                      <a:pt x="503" y="0"/>
                    </a:moveTo>
                    <a:cubicBezTo>
                      <a:pt x="456" y="0"/>
                      <a:pt x="410" y="11"/>
                      <a:pt x="375" y="33"/>
                    </a:cubicBezTo>
                    <a:lnTo>
                      <a:pt x="73" y="205"/>
                    </a:lnTo>
                    <a:cubicBezTo>
                      <a:pt x="0" y="248"/>
                      <a:pt x="0" y="314"/>
                      <a:pt x="73" y="357"/>
                    </a:cubicBezTo>
                    <a:lnTo>
                      <a:pt x="375" y="529"/>
                    </a:lnTo>
                    <a:cubicBezTo>
                      <a:pt x="410" y="551"/>
                      <a:pt x="456" y="562"/>
                      <a:pt x="503" y="562"/>
                    </a:cubicBezTo>
                    <a:cubicBezTo>
                      <a:pt x="550" y="562"/>
                      <a:pt x="597" y="551"/>
                      <a:pt x="633" y="529"/>
                    </a:cubicBezTo>
                    <a:lnTo>
                      <a:pt x="935" y="357"/>
                    </a:lnTo>
                    <a:cubicBezTo>
                      <a:pt x="1006" y="314"/>
                      <a:pt x="1006" y="241"/>
                      <a:pt x="935" y="205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37"/>
              <p:cNvSpPr/>
              <p:nvPr/>
            </p:nvSpPr>
            <p:spPr>
              <a:xfrm>
                <a:off x="-1186522" y="1278380"/>
                <a:ext cx="84466" cy="47119"/>
              </a:xfrm>
              <a:custGeom>
                <a:rect b="b" l="l" r="r" t="t"/>
                <a:pathLst>
                  <a:path extrusionOk="0" h="569" w="1020">
                    <a:moveTo>
                      <a:pt x="507" y="0"/>
                    </a:moveTo>
                    <a:cubicBezTo>
                      <a:pt x="458" y="0"/>
                      <a:pt x="409" y="11"/>
                      <a:pt x="373" y="33"/>
                    </a:cubicBezTo>
                    <a:lnTo>
                      <a:pt x="78" y="205"/>
                    </a:lnTo>
                    <a:cubicBezTo>
                      <a:pt x="0" y="248"/>
                      <a:pt x="7" y="321"/>
                      <a:pt x="78" y="357"/>
                    </a:cubicBezTo>
                    <a:lnTo>
                      <a:pt x="389" y="536"/>
                    </a:lnTo>
                    <a:cubicBezTo>
                      <a:pt x="424" y="558"/>
                      <a:pt x="472" y="569"/>
                      <a:pt x="521" y="569"/>
                    </a:cubicBezTo>
                    <a:cubicBezTo>
                      <a:pt x="569" y="569"/>
                      <a:pt x="618" y="558"/>
                      <a:pt x="654" y="536"/>
                    </a:cubicBezTo>
                    <a:lnTo>
                      <a:pt x="949" y="364"/>
                    </a:lnTo>
                    <a:cubicBezTo>
                      <a:pt x="1020" y="321"/>
                      <a:pt x="1020" y="255"/>
                      <a:pt x="949" y="212"/>
                    </a:cubicBezTo>
                    <a:lnTo>
                      <a:pt x="639" y="33"/>
                    </a:lnTo>
                    <a:cubicBezTo>
                      <a:pt x="603" y="11"/>
                      <a:pt x="555" y="0"/>
                      <a:pt x="50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37"/>
              <p:cNvSpPr/>
              <p:nvPr/>
            </p:nvSpPr>
            <p:spPr>
              <a:xfrm>
                <a:off x="-1516359" y="1154660"/>
                <a:ext cx="86371" cy="48278"/>
              </a:xfrm>
              <a:custGeom>
                <a:rect b="b" l="l" r="r" t="t"/>
                <a:pathLst>
                  <a:path extrusionOk="0" h="583" w="1043">
                    <a:moveTo>
                      <a:pt x="540" y="0"/>
                    </a:moveTo>
                    <a:cubicBezTo>
                      <a:pt x="493" y="0"/>
                      <a:pt x="446" y="11"/>
                      <a:pt x="411" y="33"/>
                    </a:cubicBezTo>
                    <a:lnTo>
                      <a:pt x="73" y="226"/>
                    </a:lnTo>
                    <a:cubicBezTo>
                      <a:pt x="0" y="269"/>
                      <a:pt x="0" y="335"/>
                      <a:pt x="79" y="378"/>
                    </a:cubicBezTo>
                    <a:lnTo>
                      <a:pt x="374" y="550"/>
                    </a:lnTo>
                    <a:cubicBezTo>
                      <a:pt x="411" y="572"/>
                      <a:pt x="459" y="583"/>
                      <a:pt x="507" y="583"/>
                    </a:cubicBezTo>
                    <a:cubicBezTo>
                      <a:pt x="556" y="583"/>
                      <a:pt x="604" y="572"/>
                      <a:pt x="640" y="550"/>
                    </a:cubicBezTo>
                    <a:lnTo>
                      <a:pt x="971" y="355"/>
                    </a:lnTo>
                    <a:cubicBezTo>
                      <a:pt x="1042" y="312"/>
                      <a:pt x="1042" y="248"/>
                      <a:pt x="971" y="205"/>
                    </a:cubicBezTo>
                    <a:lnTo>
                      <a:pt x="676" y="33"/>
                    </a:lnTo>
                    <a:cubicBezTo>
                      <a:pt x="637" y="11"/>
                      <a:pt x="588" y="0"/>
                      <a:pt x="54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37"/>
              <p:cNvSpPr/>
              <p:nvPr/>
            </p:nvSpPr>
            <p:spPr>
              <a:xfrm>
                <a:off x="-1472221" y="1113503"/>
                <a:ext cx="83307" cy="46622"/>
              </a:xfrm>
              <a:custGeom>
                <a:rect b="b" l="l" r="r" t="t"/>
                <a:pathLst>
                  <a:path extrusionOk="0" h="563" w="1006">
                    <a:moveTo>
                      <a:pt x="504" y="1"/>
                    </a:moveTo>
                    <a:cubicBezTo>
                      <a:pt x="456" y="1"/>
                      <a:pt x="409" y="11"/>
                      <a:pt x="373" y="33"/>
                    </a:cubicBezTo>
                    <a:lnTo>
                      <a:pt x="71" y="205"/>
                    </a:lnTo>
                    <a:cubicBezTo>
                      <a:pt x="0" y="249"/>
                      <a:pt x="0" y="314"/>
                      <a:pt x="71" y="357"/>
                    </a:cubicBezTo>
                    <a:lnTo>
                      <a:pt x="373" y="530"/>
                    </a:lnTo>
                    <a:cubicBezTo>
                      <a:pt x="409" y="551"/>
                      <a:pt x="458" y="562"/>
                      <a:pt x="506" y="562"/>
                    </a:cubicBezTo>
                    <a:cubicBezTo>
                      <a:pt x="555" y="562"/>
                      <a:pt x="603" y="551"/>
                      <a:pt x="638" y="530"/>
                    </a:cubicBezTo>
                    <a:lnTo>
                      <a:pt x="933" y="357"/>
                    </a:lnTo>
                    <a:cubicBezTo>
                      <a:pt x="1006" y="314"/>
                      <a:pt x="1006" y="249"/>
                      <a:pt x="933" y="205"/>
                    </a:cubicBezTo>
                    <a:lnTo>
                      <a:pt x="638" y="33"/>
                    </a:lnTo>
                    <a:cubicBezTo>
                      <a:pt x="600" y="11"/>
                      <a:pt x="551" y="1"/>
                      <a:pt x="50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37"/>
              <p:cNvSpPr/>
              <p:nvPr/>
            </p:nvSpPr>
            <p:spPr>
              <a:xfrm>
                <a:off x="-1415826" y="1092634"/>
                <a:ext cx="62687" cy="34615"/>
              </a:xfrm>
              <a:custGeom>
                <a:rect b="b" l="l" r="r" t="t"/>
                <a:pathLst>
                  <a:path extrusionOk="0" h="418" w="757">
                    <a:moveTo>
                      <a:pt x="257" y="1"/>
                    </a:moveTo>
                    <a:cubicBezTo>
                      <a:pt x="208" y="1"/>
                      <a:pt x="159" y="12"/>
                      <a:pt x="123" y="33"/>
                    </a:cubicBezTo>
                    <a:lnTo>
                      <a:pt x="73" y="62"/>
                    </a:lnTo>
                    <a:cubicBezTo>
                      <a:pt x="1" y="106"/>
                      <a:pt x="1" y="169"/>
                      <a:pt x="73" y="213"/>
                    </a:cubicBezTo>
                    <a:lnTo>
                      <a:pt x="375" y="385"/>
                    </a:lnTo>
                    <a:cubicBezTo>
                      <a:pt x="411" y="407"/>
                      <a:pt x="460" y="417"/>
                      <a:pt x="508" y="417"/>
                    </a:cubicBezTo>
                    <a:cubicBezTo>
                      <a:pt x="557" y="417"/>
                      <a:pt x="605" y="407"/>
                      <a:pt x="641" y="385"/>
                    </a:cubicBezTo>
                    <a:lnTo>
                      <a:pt x="684" y="357"/>
                    </a:lnTo>
                    <a:cubicBezTo>
                      <a:pt x="756" y="314"/>
                      <a:pt x="756" y="249"/>
                      <a:pt x="684" y="206"/>
                    </a:cubicBezTo>
                    <a:lnTo>
                      <a:pt x="389" y="33"/>
                    </a:lnTo>
                    <a:cubicBezTo>
                      <a:pt x="353" y="12"/>
                      <a:pt x="305" y="1"/>
                      <a:pt x="257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37"/>
              <p:cNvSpPr/>
              <p:nvPr/>
            </p:nvSpPr>
            <p:spPr>
              <a:xfrm>
                <a:off x="-1359266" y="1124765"/>
                <a:ext cx="63847" cy="35360"/>
              </a:xfrm>
              <a:custGeom>
                <a:rect b="b" l="l" r="r" t="t"/>
                <a:pathLst>
                  <a:path extrusionOk="0" h="427" w="771">
                    <a:moveTo>
                      <a:pt x="252" y="1"/>
                    </a:moveTo>
                    <a:cubicBezTo>
                      <a:pt x="204" y="1"/>
                      <a:pt x="156" y="12"/>
                      <a:pt x="116" y="33"/>
                    </a:cubicBezTo>
                    <a:lnTo>
                      <a:pt x="73" y="63"/>
                    </a:lnTo>
                    <a:cubicBezTo>
                      <a:pt x="1" y="106"/>
                      <a:pt x="1" y="178"/>
                      <a:pt x="73" y="213"/>
                    </a:cubicBezTo>
                    <a:lnTo>
                      <a:pt x="382" y="394"/>
                    </a:lnTo>
                    <a:cubicBezTo>
                      <a:pt x="418" y="415"/>
                      <a:pt x="467" y="426"/>
                      <a:pt x="515" y="426"/>
                    </a:cubicBezTo>
                    <a:cubicBezTo>
                      <a:pt x="564" y="426"/>
                      <a:pt x="612" y="415"/>
                      <a:pt x="648" y="394"/>
                    </a:cubicBezTo>
                    <a:lnTo>
                      <a:pt x="691" y="371"/>
                    </a:lnTo>
                    <a:cubicBezTo>
                      <a:pt x="770" y="328"/>
                      <a:pt x="763" y="256"/>
                      <a:pt x="691" y="213"/>
                    </a:cubicBezTo>
                    <a:lnTo>
                      <a:pt x="382" y="33"/>
                    </a:lnTo>
                    <a:cubicBezTo>
                      <a:pt x="346" y="12"/>
                      <a:pt x="299" y="1"/>
                      <a:pt x="25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37"/>
              <p:cNvSpPr/>
              <p:nvPr/>
            </p:nvSpPr>
            <p:spPr>
              <a:xfrm>
                <a:off x="-1185943" y="1225381"/>
                <a:ext cx="62522" cy="34201"/>
              </a:xfrm>
              <a:custGeom>
                <a:rect b="b" l="l" r="r" t="t"/>
                <a:pathLst>
                  <a:path extrusionOk="0" h="413" w="755">
                    <a:moveTo>
                      <a:pt x="252" y="0"/>
                    </a:moveTo>
                    <a:cubicBezTo>
                      <a:pt x="205" y="0"/>
                      <a:pt x="158" y="11"/>
                      <a:pt x="123" y="33"/>
                    </a:cubicBezTo>
                    <a:lnTo>
                      <a:pt x="71" y="55"/>
                    </a:lnTo>
                    <a:cubicBezTo>
                      <a:pt x="0" y="98"/>
                      <a:pt x="0" y="171"/>
                      <a:pt x="71" y="214"/>
                    </a:cubicBezTo>
                    <a:lnTo>
                      <a:pt x="373" y="386"/>
                    </a:lnTo>
                    <a:cubicBezTo>
                      <a:pt x="409" y="404"/>
                      <a:pt x="456" y="412"/>
                      <a:pt x="503" y="412"/>
                    </a:cubicBezTo>
                    <a:cubicBezTo>
                      <a:pt x="550" y="412"/>
                      <a:pt x="596" y="404"/>
                      <a:pt x="632" y="386"/>
                    </a:cubicBezTo>
                    <a:lnTo>
                      <a:pt x="683" y="357"/>
                    </a:lnTo>
                    <a:cubicBezTo>
                      <a:pt x="754" y="314"/>
                      <a:pt x="754" y="241"/>
                      <a:pt x="683" y="198"/>
                    </a:cubicBezTo>
                    <a:lnTo>
                      <a:pt x="388" y="33"/>
                    </a:lnTo>
                    <a:cubicBezTo>
                      <a:pt x="349" y="11"/>
                      <a:pt x="300" y="0"/>
                      <a:pt x="25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37"/>
              <p:cNvSpPr/>
              <p:nvPr/>
            </p:nvSpPr>
            <p:spPr>
              <a:xfrm>
                <a:off x="-1302127" y="1158221"/>
                <a:ext cx="63267" cy="34697"/>
              </a:xfrm>
              <a:custGeom>
                <a:rect b="b" l="l" r="r" t="t"/>
                <a:pathLst>
                  <a:path extrusionOk="0" h="419" w="764">
                    <a:moveTo>
                      <a:pt x="253" y="1"/>
                    </a:moveTo>
                    <a:cubicBezTo>
                      <a:pt x="206" y="1"/>
                      <a:pt x="160" y="11"/>
                      <a:pt x="123" y="33"/>
                    </a:cubicBezTo>
                    <a:lnTo>
                      <a:pt x="73" y="61"/>
                    </a:lnTo>
                    <a:cubicBezTo>
                      <a:pt x="1" y="104"/>
                      <a:pt x="1" y="169"/>
                      <a:pt x="73" y="212"/>
                    </a:cubicBezTo>
                    <a:lnTo>
                      <a:pt x="382" y="392"/>
                    </a:lnTo>
                    <a:cubicBezTo>
                      <a:pt x="418" y="410"/>
                      <a:pt x="465" y="419"/>
                      <a:pt x="511" y="419"/>
                    </a:cubicBezTo>
                    <a:cubicBezTo>
                      <a:pt x="558" y="419"/>
                      <a:pt x="605" y="410"/>
                      <a:pt x="641" y="392"/>
                    </a:cubicBezTo>
                    <a:lnTo>
                      <a:pt x="691" y="362"/>
                    </a:lnTo>
                    <a:cubicBezTo>
                      <a:pt x="763" y="319"/>
                      <a:pt x="763" y="249"/>
                      <a:pt x="691" y="205"/>
                    </a:cubicBezTo>
                    <a:lnTo>
                      <a:pt x="382" y="33"/>
                    </a:lnTo>
                    <a:cubicBezTo>
                      <a:pt x="346" y="11"/>
                      <a:pt x="299" y="1"/>
                      <a:pt x="25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37"/>
              <p:cNvSpPr/>
              <p:nvPr/>
            </p:nvSpPr>
            <p:spPr>
              <a:xfrm>
                <a:off x="-1415826" y="1146048"/>
                <a:ext cx="84052" cy="46870"/>
              </a:xfrm>
              <a:custGeom>
                <a:rect b="b" l="l" r="r" t="t"/>
                <a:pathLst>
                  <a:path extrusionOk="0" h="566" w="1015">
                    <a:moveTo>
                      <a:pt x="501" y="1"/>
                    </a:moveTo>
                    <a:cubicBezTo>
                      <a:pt x="453" y="1"/>
                      <a:pt x="404" y="10"/>
                      <a:pt x="368" y="28"/>
                    </a:cubicBezTo>
                    <a:lnTo>
                      <a:pt x="73" y="201"/>
                    </a:lnTo>
                    <a:cubicBezTo>
                      <a:pt x="1" y="244"/>
                      <a:pt x="1" y="316"/>
                      <a:pt x="73" y="359"/>
                    </a:cubicBezTo>
                    <a:lnTo>
                      <a:pt x="382" y="539"/>
                    </a:lnTo>
                    <a:cubicBezTo>
                      <a:pt x="418" y="557"/>
                      <a:pt x="467" y="566"/>
                      <a:pt x="515" y="566"/>
                    </a:cubicBezTo>
                    <a:cubicBezTo>
                      <a:pt x="564" y="566"/>
                      <a:pt x="612" y="557"/>
                      <a:pt x="648" y="539"/>
                    </a:cubicBezTo>
                    <a:lnTo>
                      <a:pt x="943" y="359"/>
                    </a:lnTo>
                    <a:cubicBezTo>
                      <a:pt x="1015" y="323"/>
                      <a:pt x="1015" y="251"/>
                      <a:pt x="943" y="208"/>
                    </a:cubicBezTo>
                    <a:lnTo>
                      <a:pt x="634" y="28"/>
                    </a:lnTo>
                    <a:cubicBezTo>
                      <a:pt x="597" y="10"/>
                      <a:pt x="549" y="1"/>
                      <a:pt x="50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37"/>
              <p:cNvSpPr/>
              <p:nvPr/>
            </p:nvSpPr>
            <p:spPr>
              <a:xfrm>
                <a:off x="-1358687" y="1178924"/>
                <a:ext cx="84135" cy="47202"/>
              </a:xfrm>
              <a:custGeom>
                <a:rect b="b" l="l" r="r" t="t"/>
                <a:pathLst>
                  <a:path extrusionOk="0" h="570" w="1016">
                    <a:moveTo>
                      <a:pt x="501" y="1"/>
                    </a:moveTo>
                    <a:cubicBezTo>
                      <a:pt x="453" y="1"/>
                      <a:pt x="404" y="12"/>
                      <a:pt x="368" y="33"/>
                    </a:cubicBezTo>
                    <a:lnTo>
                      <a:pt x="73" y="206"/>
                    </a:lnTo>
                    <a:cubicBezTo>
                      <a:pt x="1" y="249"/>
                      <a:pt x="1" y="314"/>
                      <a:pt x="73" y="357"/>
                    </a:cubicBezTo>
                    <a:lnTo>
                      <a:pt x="382" y="537"/>
                    </a:lnTo>
                    <a:cubicBezTo>
                      <a:pt x="418" y="558"/>
                      <a:pt x="465" y="569"/>
                      <a:pt x="512" y="569"/>
                    </a:cubicBezTo>
                    <a:cubicBezTo>
                      <a:pt x="559" y="569"/>
                      <a:pt x="605" y="558"/>
                      <a:pt x="641" y="537"/>
                    </a:cubicBezTo>
                    <a:lnTo>
                      <a:pt x="943" y="364"/>
                    </a:lnTo>
                    <a:cubicBezTo>
                      <a:pt x="1015" y="321"/>
                      <a:pt x="1015" y="249"/>
                      <a:pt x="943" y="206"/>
                    </a:cubicBezTo>
                    <a:lnTo>
                      <a:pt x="634" y="33"/>
                    </a:lnTo>
                    <a:cubicBezTo>
                      <a:pt x="598" y="12"/>
                      <a:pt x="549" y="1"/>
                      <a:pt x="50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37"/>
              <p:cNvSpPr/>
              <p:nvPr/>
            </p:nvSpPr>
            <p:spPr>
              <a:xfrm>
                <a:off x="-1245567" y="1190932"/>
                <a:ext cx="66248" cy="36271"/>
              </a:xfrm>
              <a:custGeom>
                <a:rect b="b" l="l" r="r" t="t"/>
                <a:pathLst>
                  <a:path extrusionOk="0" h="438" w="800">
                    <a:moveTo>
                      <a:pt x="256" y="1"/>
                    </a:moveTo>
                    <a:cubicBezTo>
                      <a:pt x="208" y="1"/>
                      <a:pt x="160" y="11"/>
                      <a:pt x="123" y="33"/>
                    </a:cubicBezTo>
                    <a:lnTo>
                      <a:pt x="73" y="61"/>
                    </a:lnTo>
                    <a:cubicBezTo>
                      <a:pt x="1" y="104"/>
                      <a:pt x="1" y="169"/>
                      <a:pt x="73" y="212"/>
                    </a:cubicBezTo>
                    <a:lnTo>
                      <a:pt x="412" y="406"/>
                    </a:lnTo>
                    <a:cubicBezTo>
                      <a:pt x="447" y="427"/>
                      <a:pt x="495" y="438"/>
                      <a:pt x="544" y="438"/>
                    </a:cubicBezTo>
                    <a:cubicBezTo>
                      <a:pt x="592" y="438"/>
                      <a:pt x="641" y="427"/>
                      <a:pt x="677" y="406"/>
                    </a:cubicBezTo>
                    <a:lnTo>
                      <a:pt x="727" y="378"/>
                    </a:lnTo>
                    <a:cubicBezTo>
                      <a:pt x="800" y="335"/>
                      <a:pt x="800" y="269"/>
                      <a:pt x="727" y="226"/>
                    </a:cubicBezTo>
                    <a:lnTo>
                      <a:pt x="389" y="33"/>
                    </a:lnTo>
                    <a:cubicBezTo>
                      <a:pt x="353" y="11"/>
                      <a:pt x="305" y="1"/>
                      <a:pt x="25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37"/>
              <p:cNvSpPr/>
              <p:nvPr/>
            </p:nvSpPr>
            <p:spPr>
              <a:xfrm>
                <a:off x="-1302127" y="1211800"/>
                <a:ext cx="87116" cy="48278"/>
              </a:xfrm>
              <a:custGeom>
                <a:rect b="b" l="l" r="r" t="t"/>
                <a:pathLst>
                  <a:path extrusionOk="0" h="583" w="1052">
                    <a:moveTo>
                      <a:pt x="505" y="1"/>
                    </a:moveTo>
                    <a:cubicBezTo>
                      <a:pt x="458" y="1"/>
                      <a:pt x="411" y="11"/>
                      <a:pt x="375" y="33"/>
                    </a:cubicBezTo>
                    <a:lnTo>
                      <a:pt x="73" y="205"/>
                    </a:lnTo>
                    <a:cubicBezTo>
                      <a:pt x="1" y="248"/>
                      <a:pt x="1" y="319"/>
                      <a:pt x="80" y="355"/>
                    </a:cubicBezTo>
                    <a:lnTo>
                      <a:pt x="411" y="550"/>
                    </a:lnTo>
                    <a:cubicBezTo>
                      <a:pt x="447" y="572"/>
                      <a:pt x="495" y="583"/>
                      <a:pt x="544" y="583"/>
                    </a:cubicBezTo>
                    <a:cubicBezTo>
                      <a:pt x="592" y="583"/>
                      <a:pt x="641" y="572"/>
                      <a:pt x="677" y="550"/>
                    </a:cubicBezTo>
                    <a:lnTo>
                      <a:pt x="979" y="378"/>
                    </a:lnTo>
                    <a:cubicBezTo>
                      <a:pt x="1051" y="335"/>
                      <a:pt x="1051" y="269"/>
                      <a:pt x="972" y="226"/>
                    </a:cubicBezTo>
                    <a:lnTo>
                      <a:pt x="641" y="33"/>
                    </a:lnTo>
                    <a:cubicBezTo>
                      <a:pt x="601" y="11"/>
                      <a:pt x="553" y="1"/>
                      <a:pt x="50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37"/>
              <p:cNvSpPr/>
              <p:nvPr/>
            </p:nvSpPr>
            <p:spPr>
              <a:xfrm>
                <a:off x="-1611509" y="1166337"/>
                <a:ext cx="86371" cy="48030"/>
              </a:xfrm>
              <a:custGeom>
                <a:rect b="b" l="l" r="r" t="t"/>
                <a:pathLst>
                  <a:path extrusionOk="0" h="580" w="1043">
                    <a:moveTo>
                      <a:pt x="503" y="1"/>
                    </a:moveTo>
                    <a:cubicBezTo>
                      <a:pt x="456" y="1"/>
                      <a:pt x="409" y="10"/>
                      <a:pt x="373" y="28"/>
                    </a:cubicBezTo>
                    <a:lnTo>
                      <a:pt x="71" y="201"/>
                    </a:lnTo>
                    <a:cubicBezTo>
                      <a:pt x="0" y="244"/>
                      <a:pt x="0" y="314"/>
                      <a:pt x="78" y="351"/>
                    </a:cubicBezTo>
                    <a:lnTo>
                      <a:pt x="409" y="553"/>
                    </a:lnTo>
                    <a:cubicBezTo>
                      <a:pt x="445" y="571"/>
                      <a:pt x="494" y="580"/>
                      <a:pt x="543" y="580"/>
                    </a:cubicBezTo>
                    <a:cubicBezTo>
                      <a:pt x="591" y="580"/>
                      <a:pt x="639" y="571"/>
                      <a:pt x="675" y="553"/>
                    </a:cubicBezTo>
                    <a:lnTo>
                      <a:pt x="970" y="380"/>
                    </a:lnTo>
                    <a:cubicBezTo>
                      <a:pt x="1042" y="337"/>
                      <a:pt x="1042" y="264"/>
                      <a:pt x="970" y="221"/>
                    </a:cubicBezTo>
                    <a:lnTo>
                      <a:pt x="632" y="28"/>
                    </a:lnTo>
                    <a:cubicBezTo>
                      <a:pt x="596" y="10"/>
                      <a:pt x="550" y="1"/>
                      <a:pt x="5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37"/>
              <p:cNvSpPr/>
              <p:nvPr/>
            </p:nvSpPr>
            <p:spPr>
              <a:xfrm>
                <a:off x="-1552134" y="1200372"/>
                <a:ext cx="83555" cy="46622"/>
              </a:xfrm>
              <a:custGeom>
                <a:rect b="b" l="l" r="r" t="t"/>
                <a:pathLst>
                  <a:path extrusionOk="0" h="563" w="1009">
                    <a:moveTo>
                      <a:pt x="500" y="0"/>
                    </a:moveTo>
                    <a:cubicBezTo>
                      <a:pt x="452" y="0"/>
                      <a:pt x="404" y="11"/>
                      <a:pt x="368" y="33"/>
                    </a:cubicBezTo>
                    <a:lnTo>
                      <a:pt x="73" y="205"/>
                    </a:lnTo>
                    <a:cubicBezTo>
                      <a:pt x="1" y="248"/>
                      <a:pt x="1" y="314"/>
                      <a:pt x="73" y="357"/>
                    </a:cubicBezTo>
                    <a:lnTo>
                      <a:pt x="375" y="530"/>
                    </a:lnTo>
                    <a:cubicBezTo>
                      <a:pt x="411" y="551"/>
                      <a:pt x="458" y="562"/>
                      <a:pt x="505" y="562"/>
                    </a:cubicBezTo>
                    <a:cubicBezTo>
                      <a:pt x="551" y="562"/>
                      <a:pt x="598" y="551"/>
                      <a:pt x="634" y="530"/>
                    </a:cubicBezTo>
                    <a:lnTo>
                      <a:pt x="936" y="357"/>
                    </a:lnTo>
                    <a:cubicBezTo>
                      <a:pt x="1008" y="314"/>
                      <a:pt x="1008" y="248"/>
                      <a:pt x="929" y="205"/>
                    </a:cubicBezTo>
                    <a:lnTo>
                      <a:pt x="634" y="33"/>
                    </a:lnTo>
                    <a:cubicBezTo>
                      <a:pt x="598" y="11"/>
                      <a:pt x="549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37"/>
              <p:cNvSpPr/>
              <p:nvPr/>
            </p:nvSpPr>
            <p:spPr>
              <a:xfrm>
                <a:off x="-1459799" y="1187371"/>
                <a:ext cx="86950" cy="48858"/>
              </a:xfrm>
              <a:custGeom>
                <a:rect b="b" l="l" r="r" t="t"/>
                <a:pathLst>
                  <a:path extrusionOk="0" h="590" w="1050">
                    <a:moveTo>
                      <a:pt x="536" y="1"/>
                    </a:moveTo>
                    <a:cubicBezTo>
                      <a:pt x="487" y="1"/>
                      <a:pt x="438" y="11"/>
                      <a:pt x="402" y="33"/>
                    </a:cubicBezTo>
                    <a:lnTo>
                      <a:pt x="73" y="226"/>
                    </a:lnTo>
                    <a:cubicBezTo>
                      <a:pt x="0" y="262"/>
                      <a:pt x="0" y="335"/>
                      <a:pt x="73" y="378"/>
                    </a:cubicBezTo>
                    <a:lnTo>
                      <a:pt x="382" y="557"/>
                    </a:lnTo>
                    <a:cubicBezTo>
                      <a:pt x="418" y="579"/>
                      <a:pt x="466" y="590"/>
                      <a:pt x="514" y="590"/>
                    </a:cubicBezTo>
                    <a:cubicBezTo>
                      <a:pt x="563" y="590"/>
                      <a:pt x="611" y="579"/>
                      <a:pt x="647" y="557"/>
                    </a:cubicBezTo>
                    <a:lnTo>
                      <a:pt x="978" y="362"/>
                    </a:lnTo>
                    <a:cubicBezTo>
                      <a:pt x="1049" y="319"/>
                      <a:pt x="1049" y="248"/>
                      <a:pt x="978" y="205"/>
                    </a:cubicBezTo>
                    <a:lnTo>
                      <a:pt x="670" y="33"/>
                    </a:lnTo>
                    <a:cubicBezTo>
                      <a:pt x="633" y="11"/>
                      <a:pt x="585" y="1"/>
                      <a:pt x="53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37"/>
              <p:cNvSpPr/>
              <p:nvPr/>
            </p:nvSpPr>
            <p:spPr>
              <a:xfrm>
                <a:off x="-1402659" y="1220081"/>
                <a:ext cx="86950" cy="48858"/>
              </a:xfrm>
              <a:custGeom>
                <a:rect b="b" l="l" r="r" t="t"/>
                <a:pathLst>
                  <a:path extrusionOk="0" h="590" w="1050">
                    <a:moveTo>
                      <a:pt x="540" y="1"/>
                    </a:moveTo>
                    <a:cubicBezTo>
                      <a:pt x="493" y="1"/>
                      <a:pt x="446" y="11"/>
                      <a:pt x="411" y="33"/>
                    </a:cubicBezTo>
                    <a:lnTo>
                      <a:pt x="73" y="226"/>
                    </a:lnTo>
                    <a:cubicBezTo>
                      <a:pt x="0" y="269"/>
                      <a:pt x="0" y="335"/>
                      <a:pt x="73" y="378"/>
                    </a:cubicBezTo>
                    <a:lnTo>
                      <a:pt x="382" y="557"/>
                    </a:lnTo>
                    <a:cubicBezTo>
                      <a:pt x="418" y="579"/>
                      <a:pt x="464" y="590"/>
                      <a:pt x="511" y="590"/>
                    </a:cubicBezTo>
                    <a:cubicBezTo>
                      <a:pt x="558" y="590"/>
                      <a:pt x="604" y="579"/>
                      <a:pt x="640" y="557"/>
                    </a:cubicBezTo>
                    <a:lnTo>
                      <a:pt x="978" y="364"/>
                    </a:lnTo>
                    <a:cubicBezTo>
                      <a:pt x="1049" y="321"/>
                      <a:pt x="1049" y="249"/>
                      <a:pt x="978" y="212"/>
                    </a:cubicBezTo>
                    <a:lnTo>
                      <a:pt x="670" y="33"/>
                    </a:lnTo>
                    <a:cubicBezTo>
                      <a:pt x="633" y="11"/>
                      <a:pt x="586" y="1"/>
                      <a:pt x="54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37"/>
              <p:cNvSpPr/>
              <p:nvPr/>
            </p:nvSpPr>
            <p:spPr>
              <a:xfrm>
                <a:off x="-1346099" y="1252792"/>
                <a:ext cx="89932" cy="50266"/>
              </a:xfrm>
              <a:custGeom>
                <a:rect b="b" l="l" r="r" t="t"/>
                <a:pathLst>
                  <a:path extrusionOk="0" h="607" w="1086">
                    <a:moveTo>
                      <a:pt x="543" y="1"/>
                    </a:moveTo>
                    <a:cubicBezTo>
                      <a:pt x="494" y="1"/>
                      <a:pt x="446" y="11"/>
                      <a:pt x="409" y="33"/>
                    </a:cubicBezTo>
                    <a:lnTo>
                      <a:pt x="80" y="228"/>
                    </a:lnTo>
                    <a:cubicBezTo>
                      <a:pt x="0" y="271"/>
                      <a:pt x="7" y="342"/>
                      <a:pt x="80" y="378"/>
                    </a:cubicBezTo>
                    <a:lnTo>
                      <a:pt x="409" y="580"/>
                    </a:lnTo>
                    <a:cubicBezTo>
                      <a:pt x="449" y="598"/>
                      <a:pt x="498" y="607"/>
                      <a:pt x="546" y="607"/>
                    </a:cubicBezTo>
                    <a:cubicBezTo>
                      <a:pt x="593" y="607"/>
                      <a:pt x="640" y="598"/>
                      <a:pt x="677" y="580"/>
                    </a:cubicBezTo>
                    <a:lnTo>
                      <a:pt x="1013" y="378"/>
                    </a:lnTo>
                    <a:cubicBezTo>
                      <a:pt x="1086" y="342"/>
                      <a:pt x="1086" y="271"/>
                      <a:pt x="1013" y="228"/>
                    </a:cubicBezTo>
                    <a:lnTo>
                      <a:pt x="677" y="33"/>
                    </a:lnTo>
                    <a:cubicBezTo>
                      <a:pt x="640" y="11"/>
                      <a:pt x="592" y="1"/>
                      <a:pt x="54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37"/>
              <p:cNvSpPr/>
              <p:nvPr/>
            </p:nvSpPr>
            <p:spPr>
              <a:xfrm>
                <a:off x="-1438351" y="1265959"/>
                <a:ext cx="83307" cy="47036"/>
              </a:xfrm>
              <a:custGeom>
                <a:rect b="b" l="l" r="r" t="t"/>
                <a:pathLst>
                  <a:path extrusionOk="0" h="568" w="1006">
                    <a:moveTo>
                      <a:pt x="496" y="0"/>
                    </a:moveTo>
                    <a:cubicBezTo>
                      <a:pt x="449" y="0"/>
                      <a:pt x="403" y="11"/>
                      <a:pt x="367" y="33"/>
                    </a:cubicBezTo>
                    <a:lnTo>
                      <a:pt x="72" y="205"/>
                    </a:lnTo>
                    <a:cubicBezTo>
                      <a:pt x="0" y="248"/>
                      <a:pt x="0" y="312"/>
                      <a:pt x="72" y="355"/>
                    </a:cubicBezTo>
                    <a:lnTo>
                      <a:pt x="374" y="535"/>
                    </a:lnTo>
                    <a:cubicBezTo>
                      <a:pt x="414" y="556"/>
                      <a:pt x="462" y="567"/>
                      <a:pt x="510" y="567"/>
                    </a:cubicBezTo>
                    <a:cubicBezTo>
                      <a:pt x="557" y="567"/>
                      <a:pt x="604" y="556"/>
                      <a:pt x="640" y="535"/>
                    </a:cubicBezTo>
                    <a:lnTo>
                      <a:pt x="935" y="362"/>
                    </a:lnTo>
                    <a:cubicBezTo>
                      <a:pt x="1006" y="319"/>
                      <a:pt x="1006" y="248"/>
                      <a:pt x="935" y="212"/>
                    </a:cubicBezTo>
                    <a:lnTo>
                      <a:pt x="626" y="33"/>
                    </a:lnTo>
                    <a:cubicBezTo>
                      <a:pt x="590" y="11"/>
                      <a:pt x="543" y="0"/>
                      <a:pt x="49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37"/>
              <p:cNvSpPr/>
              <p:nvPr/>
            </p:nvSpPr>
            <p:spPr>
              <a:xfrm>
                <a:off x="-1286558" y="1287407"/>
                <a:ext cx="86371" cy="48278"/>
              </a:xfrm>
              <a:custGeom>
                <a:rect b="b" l="l" r="r" t="t"/>
                <a:pathLst>
                  <a:path extrusionOk="0" h="583" w="1043">
                    <a:moveTo>
                      <a:pt x="539" y="0"/>
                    </a:moveTo>
                    <a:cubicBezTo>
                      <a:pt x="492" y="0"/>
                      <a:pt x="446" y="11"/>
                      <a:pt x="410" y="32"/>
                    </a:cubicBezTo>
                    <a:lnTo>
                      <a:pt x="72" y="226"/>
                    </a:lnTo>
                    <a:cubicBezTo>
                      <a:pt x="1" y="269"/>
                      <a:pt x="1" y="334"/>
                      <a:pt x="72" y="377"/>
                    </a:cubicBezTo>
                    <a:lnTo>
                      <a:pt x="373" y="550"/>
                    </a:lnTo>
                    <a:cubicBezTo>
                      <a:pt x="410" y="572"/>
                      <a:pt x="457" y="582"/>
                      <a:pt x="503" y="582"/>
                    </a:cubicBezTo>
                    <a:cubicBezTo>
                      <a:pt x="550" y="582"/>
                      <a:pt x="597" y="572"/>
                      <a:pt x="632" y="550"/>
                    </a:cubicBezTo>
                    <a:lnTo>
                      <a:pt x="970" y="355"/>
                    </a:lnTo>
                    <a:cubicBezTo>
                      <a:pt x="1043" y="312"/>
                      <a:pt x="1043" y="248"/>
                      <a:pt x="970" y="205"/>
                    </a:cubicBezTo>
                    <a:lnTo>
                      <a:pt x="668" y="32"/>
                    </a:lnTo>
                    <a:cubicBezTo>
                      <a:pt x="632" y="11"/>
                      <a:pt x="586" y="0"/>
                      <a:pt x="53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37"/>
              <p:cNvSpPr/>
              <p:nvPr/>
            </p:nvSpPr>
            <p:spPr>
              <a:xfrm>
                <a:off x="-1381791" y="1298669"/>
                <a:ext cx="86371" cy="48278"/>
              </a:xfrm>
              <a:custGeom>
                <a:rect b="b" l="l" r="r" t="t"/>
                <a:pathLst>
                  <a:path extrusionOk="0" h="583" w="1043">
                    <a:moveTo>
                      <a:pt x="500" y="0"/>
                    </a:moveTo>
                    <a:cubicBezTo>
                      <a:pt x="451" y="0"/>
                      <a:pt x="402" y="11"/>
                      <a:pt x="366" y="33"/>
                    </a:cubicBezTo>
                    <a:lnTo>
                      <a:pt x="73" y="205"/>
                    </a:lnTo>
                    <a:cubicBezTo>
                      <a:pt x="0" y="248"/>
                      <a:pt x="0" y="312"/>
                      <a:pt x="73" y="355"/>
                    </a:cubicBezTo>
                    <a:lnTo>
                      <a:pt x="409" y="550"/>
                    </a:lnTo>
                    <a:cubicBezTo>
                      <a:pt x="445" y="572"/>
                      <a:pt x="494" y="583"/>
                      <a:pt x="543" y="583"/>
                    </a:cubicBezTo>
                    <a:cubicBezTo>
                      <a:pt x="591" y="583"/>
                      <a:pt x="640" y="572"/>
                      <a:pt x="676" y="550"/>
                    </a:cubicBezTo>
                    <a:lnTo>
                      <a:pt x="970" y="378"/>
                    </a:lnTo>
                    <a:cubicBezTo>
                      <a:pt x="1042" y="342"/>
                      <a:pt x="1042" y="269"/>
                      <a:pt x="970" y="226"/>
                    </a:cubicBezTo>
                    <a:lnTo>
                      <a:pt x="633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37"/>
              <p:cNvSpPr/>
              <p:nvPr/>
            </p:nvSpPr>
            <p:spPr>
              <a:xfrm>
                <a:off x="-1471641" y="1312333"/>
                <a:ext cx="85211" cy="47202"/>
              </a:xfrm>
              <a:custGeom>
                <a:rect b="b" l="l" r="r" t="t"/>
                <a:pathLst>
                  <a:path extrusionOk="0" h="570" w="1029">
                    <a:moveTo>
                      <a:pt x="516" y="1"/>
                    </a:moveTo>
                    <a:cubicBezTo>
                      <a:pt x="468" y="1"/>
                      <a:pt x="420" y="12"/>
                      <a:pt x="381" y="33"/>
                    </a:cubicBezTo>
                    <a:lnTo>
                      <a:pt x="79" y="213"/>
                    </a:lnTo>
                    <a:cubicBezTo>
                      <a:pt x="0" y="256"/>
                      <a:pt x="7" y="320"/>
                      <a:pt x="79" y="363"/>
                    </a:cubicBezTo>
                    <a:lnTo>
                      <a:pt x="381" y="544"/>
                    </a:lnTo>
                    <a:cubicBezTo>
                      <a:pt x="417" y="561"/>
                      <a:pt x="465" y="570"/>
                      <a:pt x="514" y="570"/>
                    </a:cubicBezTo>
                    <a:cubicBezTo>
                      <a:pt x="562" y="570"/>
                      <a:pt x="611" y="561"/>
                      <a:pt x="647" y="544"/>
                    </a:cubicBezTo>
                    <a:lnTo>
                      <a:pt x="956" y="363"/>
                    </a:lnTo>
                    <a:cubicBezTo>
                      <a:pt x="1028" y="320"/>
                      <a:pt x="1028" y="249"/>
                      <a:pt x="956" y="206"/>
                    </a:cubicBezTo>
                    <a:lnTo>
                      <a:pt x="647" y="33"/>
                    </a:lnTo>
                    <a:cubicBezTo>
                      <a:pt x="611" y="12"/>
                      <a:pt x="564" y="1"/>
                      <a:pt x="51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37"/>
              <p:cNvSpPr/>
              <p:nvPr/>
            </p:nvSpPr>
            <p:spPr>
              <a:xfrm>
                <a:off x="-1577142" y="1317053"/>
                <a:ext cx="85294" cy="47781"/>
              </a:xfrm>
              <a:custGeom>
                <a:rect b="b" l="l" r="r" t="t"/>
                <a:pathLst>
                  <a:path extrusionOk="0" h="577" w="1030">
                    <a:moveTo>
                      <a:pt x="516" y="1"/>
                    </a:moveTo>
                    <a:cubicBezTo>
                      <a:pt x="467" y="1"/>
                      <a:pt x="418" y="12"/>
                      <a:pt x="382" y="33"/>
                    </a:cubicBezTo>
                    <a:lnTo>
                      <a:pt x="73" y="213"/>
                    </a:lnTo>
                    <a:cubicBezTo>
                      <a:pt x="1" y="256"/>
                      <a:pt x="1" y="321"/>
                      <a:pt x="80" y="364"/>
                    </a:cubicBezTo>
                    <a:lnTo>
                      <a:pt x="382" y="544"/>
                    </a:lnTo>
                    <a:cubicBezTo>
                      <a:pt x="418" y="565"/>
                      <a:pt x="467" y="576"/>
                      <a:pt x="516" y="576"/>
                    </a:cubicBezTo>
                    <a:cubicBezTo>
                      <a:pt x="564" y="576"/>
                      <a:pt x="613" y="565"/>
                      <a:pt x="648" y="544"/>
                    </a:cubicBezTo>
                    <a:lnTo>
                      <a:pt x="957" y="364"/>
                    </a:lnTo>
                    <a:cubicBezTo>
                      <a:pt x="1029" y="321"/>
                      <a:pt x="1022" y="249"/>
                      <a:pt x="950" y="213"/>
                    </a:cubicBezTo>
                    <a:lnTo>
                      <a:pt x="648" y="33"/>
                    </a:lnTo>
                    <a:cubicBezTo>
                      <a:pt x="613" y="12"/>
                      <a:pt x="564" y="1"/>
                      <a:pt x="51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37"/>
              <p:cNvSpPr/>
              <p:nvPr/>
            </p:nvSpPr>
            <p:spPr>
              <a:xfrm>
                <a:off x="-1230081" y="1319538"/>
                <a:ext cx="87033" cy="48858"/>
              </a:xfrm>
              <a:custGeom>
                <a:rect b="b" l="l" r="r" t="t"/>
                <a:pathLst>
                  <a:path extrusionOk="0" h="590" w="1051">
                    <a:moveTo>
                      <a:pt x="536" y="0"/>
                    </a:moveTo>
                    <a:cubicBezTo>
                      <a:pt x="488" y="0"/>
                      <a:pt x="439" y="11"/>
                      <a:pt x="404" y="33"/>
                    </a:cubicBezTo>
                    <a:lnTo>
                      <a:pt x="73" y="226"/>
                    </a:lnTo>
                    <a:cubicBezTo>
                      <a:pt x="0" y="269"/>
                      <a:pt x="0" y="341"/>
                      <a:pt x="73" y="385"/>
                    </a:cubicBezTo>
                    <a:lnTo>
                      <a:pt x="382" y="557"/>
                    </a:lnTo>
                    <a:cubicBezTo>
                      <a:pt x="418" y="579"/>
                      <a:pt x="466" y="589"/>
                      <a:pt x="515" y="589"/>
                    </a:cubicBezTo>
                    <a:cubicBezTo>
                      <a:pt x="564" y="589"/>
                      <a:pt x="612" y="579"/>
                      <a:pt x="647" y="557"/>
                    </a:cubicBezTo>
                    <a:lnTo>
                      <a:pt x="978" y="362"/>
                    </a:lnTo>
                    <a:cubicBezTo>
                      <a:pt x="1051" y="328"/>
                      <a:pt x="1051" y="255"/>
                      <a:pt x="978" y="212"/>
                    </a:cubicBezTo>
                    <a:lnTo>
                      <a:pt x="670" y="33"/>
                    </a:lnTo>
                    <a:cubicBezTo>
                      <a:pt x="633" y="11"/>
                      <a:pt x="585" y="0"/>
                      <a:pt x="53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37"/>
              <p:cNvSpPr/>
              <p:nvPr/>
            </p:nvSpPr>
            <p:spPr>
              <a:xfrm>
                <a:off x="-1322250" y="1333202"/>
                <a:ext cx="82810" cy="46456"/>
              </a:xfrm>
              <a:custGeom>
                <a:rect b="b" l="l" r="r" t="t"/>
                <a:pathLst>
                  <a:path extrusionOk="0" h="561" w="1000">
                    <a:moveTo>
                      <a:pt x="500" y="1"/>
                    </a:moveTo>
                    <a:cubicBezTo>
                      <a:pt x="451" y="1"/>
                      <a:pt x="403" y="12"/>
                      <a:pt x="366" y="33"/>
                    </a:cubicBezTo>
                    <a:lnTo>
                      <a:pt x="71" y="206"/>
                    </a:lnTo>
                    <a:cubicBezTo>
                      <a:pt x="1" y="240"/>
                      <a:pt x="1" y="313"/>
                      <a:pt x="71" y="356"/>
                    </a:cubicBezTo>
                    <a:lnTo>
                      <a:pt x="373" y="528"/>
                    </a:lnTo>
                    <a:cubicBezTo>
                      <a:pt x="409" y="550"/>
                      <a:pt x="456" y="561"/>
                      <a:pt x="503" y="561"/>
                    </a:cubicBezTo>
                    <a:cubicBezTo>
                      <a:pt x="550" y="561"/>
                      <a:pt x="597" y="550"/>
                      <a:pt x="632" y="528"/>
                    </a:cubicBezTo>
                    <a:lnTo>
                      <a:pt x="927" y="356"/>
                    </a:lnTo>
                    <a:cubicBezTo>
                      <a:pt x="999" y="313"/>
                      <a:pt x="999" y="240"/>
                      <a:pt x="927" y="206"/>
                    </a:cubicBezTo>
                    <a:lnTo>
                      <a:pt x="632" y="33"/>
                    </a:lnTo>
                    <a:cubicBezTo>
                      <a:pt x="597" y="12"/>
                      <a:pt x="548" y="1"/>
                      <a:pt x="50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37"/>
              <p:cNvSpPr/>
              <p:nvPr/>
            </p:nvSpPr>
            <p:spPr>
              <a:xfrm>
                <a:off x="-1414501" y="1345126"/>
                <a:ext cx="87447" cy="48858"/>
              </a:xfrm>
              <a:custGeom>
                <a:rect b="b" l="l" r="r" t="t"/>
                <a:pathLst>
                  <a:path extrusionOk="0" h="590" w="1056">
                    <a:moveTo>
                      <a:pt x="511" y="0"/>
                    </a:moveTo>
                    <a:cubicBezTo>
                      <a:pt x="463" y="0"/>
                      <a:pt x="417" y="11"/>
                      <a:pt x="381" y="32"/>
                    </a:cubicBezTo>
                    <a:lnTo>
                      <a:pt x="71" y="212"/>
                    </a:lnTo>
                    <a:cubicBezTo>
                      <a:pt x="0" y="255"/>
                      <a:pt x="0" y="320"/>
                      <a:pt x="71" y="364"/>
                    </a:cubicBezTo>
                    <a:lnTo>
                      <a:pt x="409" y="557"/>
                    </a:lnTo>
                    <a:cubicBezTo>
                      <a:pt x="445" y="578"/>
                      <a:pt x="494" y="589"/>
                      <a:pt x="542" y="589"/>
                    </a:cubicBezTo>
                    <a:cubicBezTo>
                      <a:pt x="591" y="589"/>
                      <a:pt x="639" y="578"/>
                      <a:pt x="675" y="557"/>
                    </a:cubicBezTo>
                    <a:lnTo>
                      <a:pt x="985" y="377"/>
                    </a:lnTo>
                    <a:cubicBezTo>
                      <a:pt x="1056" y="334"/>
                      <a:pt x="1056" y="269"/>
                      <a:pt x="977" y="226"/>
                    </a:cubicBezTo>
                    <a:lnTo>
                      <a:pt x="647" y="32"/>
                    </a:lnTo>
                    <a:cubicBezTo>
                      <a:pt x="607" y="11"/>
                      <a:pt x="559" y="0"/>
                      <a:pt x="51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37"/>
              <p:cNvSpPr/>
              <p:nvPr/>
            </p:nvSpPr>
            <p:spPr>
              <a:xfrm>
                <a:off x="-1172941" y="1352828"/>
                <a:ext cx="82893" cy="46539"/>
              </a:xfrm>
              <a:custGeom>
                <a:rect b="b" l="l" r="r" t="t"/>
                <a:pathLst>
                  <a:path extrusionOk="0" h="562" w="1001">
                    <a:moveTo>
                      <a:pt x="536" y="0"/>
                    </a:moveTo>
                    <a:cubicBezTo>
                      <a:pt x="488" y="0"/>
                      <a:pt x="439" y="11"/>
                      <a:pt x="404" y="33"/>
                    </a:cubicBezTo>
                    <a:lnTo>
                      <a:pt x="73" y="227"/>
                    </a:lnTo>
                    <a:cubicBezTo>
                      <a:pt x="0" y="271"/>
                      <a:pt x="0" y="334"/>
                      <a:pt x="73" y="378"/>
                    </a:cubicBezTo>
                    <a:lnTo>
                      <a:pt x="332" y="529"/>
                    </a:lnTo>
                    <a:cubicBezTo>
                      <a:pt x="368" y="551"/>
                      <a:pt x="416" y="562"/>
                      <a:pt x="465" y="562"/>
                    </a:cubicBezTo>
                    <a:cubicBezTo>
                      <a:pt x="514" y="562"/>
                      <a:pt x="562" y="551"/>
                      <a:pt x="597" y="529"/>
                    </a:cubicBezTo>
                    <a:lnTo>
                      <a:pt x="928" y="334"/>
                    </a:lnTo>
                    <a:cubicBezTo>
                      <a:pt x="1001" y="291"/>
                      <a:pt x="1001" y="227"/>
                      <a:pt x="928" y="184"/>
                    </a:cubicBezTo>
                    <a:lnTo>
                      <a:pt x="670" y="33"/>
                    </a:lnTo>
                    <a:cubicBezTo>
                      <a:pt x="633" y="11"/>
                      <a:pt x="585" y="0"/>
                      <a:pt x="53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37"/>
              <p:cNvSpPr/>
              <p:nvPr/>
            </p:nvSpPr>
            <p:spPr>
              <a:xfrm>
                <a:off x="-1266352" y="1365332"/>
                <a:ext cx="84632" cy="47036"/>
              </a:xfrm>
              <a:custGeom>
                <a:rect b="b" l="l" r="r" t="t"/>
                <a:pathLst>
                  <a:path extrusionOk="0" h="568" w="1022">
                    <a:moveTo>
                      <a:pt x="503" y="1"/>
                    </a:moveTo>
                    <a:cubicBezTo>
                      <a:pt x="456" y="1"/>
                      <a:pt x="407" y="12"/>
                      <a:pt x="368" y="33"/>
                    </a:cubicBezTo>
                    <a:lnTo>
                      <a:pt x="73" y="206"/>
                    </a:lnTo>
                    <a:cubicBezTo>
                      <a:pt x="0" y="249"/>
                      <a:pt x="0" y="320"/>
                      <a:pt x="73" y="356"/>
                    </a:cubicBezTo>
                    <a:lnTo>
                      <a:pt x="388" y="535"/>
                    </a:lnTo>
                    <a:cubicBezTo>
                      <a:pt x="424" y="557"/>
                      <a:pt x="471" y="568"/>
                      <a:pt x="518" y="568"/>
                    </a:cubicBezTo>
                    <a:cubicBezTo>
                      <a:pt x="565" y="568"/>
                      <a:pt x="612" y="557"/>
                      <a:pt x="647" y="535"/>
                    </a:cubicBezTo>
                    <a:lnTo>
                      <a:pt x="949" y="363"/>
                    </a:lnTo>
                    <a:cubicBezTo>
                      <a:pt x="1021" y="327"/>
                      <a:pt x="1014" y="256"/>
                      <a:pt x="942" y="213"/>
                    </a:cubicBezTo>
                    <a:lnTo>
                      <a:pt x="633" y="33"/>
                    </a:lnTo>
                    <a:cubicBezTo>
                      <a:pt x="597" y="12"/>
                      <a:pt x="550" y="1"/>
                      <a:pt x="5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37"/>
              <p:cNvSpPr/>
              <p:nvPr/>
            </p:nvSpPr>
            <p:spPr>
              <a:xfrm>
                <a:off x="-1355126" y="1379493"/>
                <a:ext cx="84135" cy="46788"/>
              </a:xfrm>
              <a:custGeom>
                <a:rect b="b" l="l" r="r" t="t"/>
                <a:pathLst>
                  <a:path extrusionOk="0" h="565" w="1016">
                    <a:moveTo>
                      <a:pt x="512" y="0"/>
                    </a:moveTo>
                    <a:cubicBezTo>
                      <a:pt x="465" y="0"/>
                      <a:pt x="418" y="9"/>
                      <a:pt x="382" y="26"/>
                    </a:cubicBezTo>
                    <a:lnTo>
                      <a:pt x="73" y="207"/>
                    </a:lnTo>
                    <a:cubicBezTo>
                      <a:pt x="1" y="250"/>
                      <a:pt x="1" y="321"/>
                      <a:pt x="73" y="364"/>
                    </a:cubicBezTo>
                    <a:lnTo>
                      <a:pt x="368" y="537"/>
                    </a:lnTo>
                    <a:cubicBezTo>
                      <a:pt x="408" y="555"/>
                      <a:pt x="456" y="564"/>
                      <a:pt x="504" y="564"/>
                    </a:cubicBezTo>
                    <a:cubicBezTo>
                      <a:pt x="551" y="564"/>
                      <a:pt x="598" y="555"/>
                      <a:pt x="634" y="537"/>
                    </a:cubicBezTo>
                    <a:lnTo>
                      <a:pt x="943" y="357"/>
                    </a:lnTo>
                    <a:cubicBezTo>
                      <a:pt x="1015" y="314"/>
                      <a:pt x="1015" y="242"/>
                      <a:pt x="943" y="199"/>
                    </a:cubicBezTo>
                    <a:lnTo>
                      <a:pt x="641" y="26"/>
                    </a:lnTo>
                    <a:cubicBezTo>
                      <a:pt x="605" y="9"/>
                      <a:pt x="559" y="0"/>
                      <a:pt x="51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37"/>
              <p:cNvSpPr/>
              <p:nvPr/>
            </p:nvSpPr>
            <p:spPr>
              <a:xfrm>
                <a:off x="-1119942" y="1383220"/>
                <a:ext cx="89352" cy="50183"/>
              </a:xfrm>
              <a:custGeom>
                <a:rect b="b" l="l" r="r" t="t"/>
                <a:pathLst>
                  <a:path extrusionOk="0" h="606" w="1079">
                    <a:moveTo>
                      <a:pt x="539" y="1"/>
                    </a:moveTo>
                    <a:cubicBezTo>
                      <a:pt x="491" y="1"/>
                      <a:pt x="443" y="11"/>
                      <a:pt x="404" y="33"/>
                    </a:cubicBezTo>
                    <a:lnTo>
                      <a:pt x="73" y="226"/>
                    </a:lnTo>
                    <a:cubicBezTo>
                      <a:pt x="0" y="269"/>
                      <a:pt x="0" y="342"/>
                      <a:pt x="73" y="385"/>
                    </a:cubicBezTo>
                    <a:lnTo>
                      <a:pt x="411" y="578"/>
                    </a:lnTo>
                    <a:cubicBezTo>
                      <a:pt x="446" y="596"/>
                      <a:pt x="493" y="605"/>
                      <a:pt x="540" y="605"/>
                    </a:cubicBezTo>
                    <a:cubicBezTo>
                      <a:pt x="588" y="605"/>
                      <a:pt x="637" y="596"/>
                      <a:pt x="677" y="578"/>
                    </a:cubicBezTo>
                    <a:lnTo>
                      <a:pt x="1008" y="385"/>
                    </a:lnTo>
                    <a:cubicBezTo>
                      <a:pt x="1079" y="342"/>
                      <a:pt x="1079" y="269"/>
                      <a:pt x="1008" y="226"/>
                    </a:cubicBezTo>
                    <a:lnTo>
                      <a:pt x="670" y="33"/>
                    </a:lnTo>
                    <a:cubicBezTo>
                      <a:pt x="633" y="11"/>
                      <a:pt x="586" y="1"/>
                      <a:pt x="53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37"/>
              <p:cNvSpPr/>
              <p:nvPr/>
            </p:nvSpPr>
            <p:spPr>
              <a:xfrm>
                <a:off x="-1209212" y="1398623"/>
                <a:ext cx="80491" cy="44800"/>
              </a:xfrm>
              <a:custGeom>
                <a:rect b="b" l="l" r="r" t="t"/>
                <a:pathLst>
                  <a:path extrusionOk="0" h="541" w="972">
                    <a:moveTo>
                      <a:pt x="504" y="1"/>
                    </a:moveTo>
                    <a:cubicBezTo>
                      <a:pt x="457" y="1"/>
                      <a:pt x="411" y="12"/>
                      <a:pt x="374" y="33"/>
                    </a:cubicBezTo>
                    <a:lnTo>
                      <a:pt x="73" y="206"/>
                    </a:lnTo>
                    <a:cubicBezTo>
                      <a:pt x="0" y="242"/>
                      <a:pt x="0" y="313"/>
                      <a:pt x="79" y="356"/>
                    </a:cubicBezTo>
                    <a:lnTo>
                      <a:pt x="338" y="508"/>
                    </a:lnTo>
                    <a:cubicBezTo>
                      <a:pt x="374" y="529"/>
                      <a:pt x="421" y="540"/>
                      <a:pt x="468" y="540"/>
                    </a:cubicBezTo>
                    <a:cubicBezTo>
                      <a:pt x="516" y="540"/>
                      <a:pt x="564" y="529"/>
                      <a:pt x="604" y="508"/>
                    </a:cubicBezTo>
                    <a:lnTo>
                      <a:pt x="899" y="335"/>
                    </a:lnTo>
                    <a:cubicBezTo>
                      <a:pt x="971" y="292"/>
                      <a:pt x="971" y="220"/>
                      <a:pt x="899" y="183"/>
                    </a:cubicBezTo>
                    <a:lnTo>
                      <a:pt x="633" y="33"/>
                    </a:lnTo>
                    <a:cubicBezTo>
                      <a:pt x="597" y="12"/>
                      <a:pt x="550" y="1"/>
                      <a:pt x="50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37"/>
              <p:cNvSpPr/>
              <p:nvPr/>
            </p:nvSpPr>
            <p:spPr>
              <a:xfrm>
                <a:off x="-1299063" y="1411790"/>
                <a:ext cx="85211" cy="47616"/>
              </a:xfrm>
              <a:custGeom>
                <a:rect b="b" l="l" r="r" t="t"/>
                <a:pathLst>
                  <a:path extrusionOk="0" h="575" w="1029">
                    <a:moveTo>
                      <a:pt x="514" y="1"/>
                    </a:moveTo>
                    <a:cubicBezTo>
                      <a:pt x="466" y="1"/>
                      <a:pt x="418" y="11"/>
                      <a:pt x="381" y="33"/>
                    </a:cubicBezTo>
                    <a:lnTo>
                      <a:pt x="72" y="212"/>
                    </a:lnTo>
                    <a:cubicBezTo>
                      <a:pt x="0" y="256"/>
                      <a:pt x="0" y="319"/>
                      <a:pt x="72" y="362"/>
                    </a:cubicBezTo>
                    <a:lnTo>
                      <a:pt x="388" y="542"/>
                    </a:lnTo>
                    <a:cubicBezTo>
                      <a:pt x="424" y="563"/>
                      <a:pt x="471" y="574"/>
                      <a:pt x="518" y="574"/>
                    </a:cubicBezTo>
                    <a:cubicBezTo>
                      <a:pt x="564" y="574"/>
                      <a:pt x="611" y="563"/>
                      <a:pt x="647" y="542"/>
                    </a:cubicBezTo>
                    <a:lnTo>
                      <a:pt x="956" y="362"/>
                    </a:lnTo>
                    <a:cubicBezTo>
                      <a:pt x="1028" y="319"/>
                      <a:pt x="1028" y="256"/>
                      <a:pt x="956" y="212"/>
                    </a:cubicBezTo>
                    <a:lnTo>
                      <a:pt x="647" y="33"/>
                    </a:lnTo>
                    <a:cubicBezTo>
                      <a:pt x="611" y="11"/>
                      <a:pt x="562" y="1"/>
                      <a:pt x="51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37"/>
              <p:cNvSpPr/>
              <p:nvPr/>
            </p:nvSpPr>
            <p:spPr>
              <a:xfrm>
                <a:off x="-1155634" y="1428931"/>
                <a:ext cx="85791" cy="48278"/>
              </a:xfrm>
              <a:custGeom>
                <a:rect b="b" l="l" r="r" t="t"/>
                <a:pathLst>
                  <a:path extrusionOk="0" h="583" w="1036">
                    <a:moveTo>
                      <a:pt x="496" y="1"/>
                    </a:moveTo>
                    <a:cubicBezTo>
                      <a:pt x="449" y="1"/>
                      <a:pt x="403" y="11"/>
                      <a:pt x="367" y="33"/>
                    </a:cubicBezTo>
                    <a:lnTo>
                      <a:pt x="72" y="206"/>
                    </a:lnTo>
                    <a:cubicBezTo>
                      <a:pt x="0" y="249"/>
                      <a:pt x="0" y="321"/>
                      <a:pt x="72" y="357"/>
                    </a:cubicBezTo>
                    <a:lnTo>
                      <a:pt x="411" y="551"/>
                    </a:lnTo>
                    <a:cubicBezTo>
                      <a:pt x="446" y="572"/>
                      <a:pt x="493" y="583"/>
                      <a:pt x="539" y="583"/>
                    </a:cubicBezTo>
                    <a:cubicBezTo>
                      <a:pt x="586" y="583"/>
                      <a:pt x="633" y="572"/>
                      <a:pt x="669" y="551"/>
                    </a:cubicBezTo>
                    <a:lnTo>
                      <a:pt x="964" y="378"/>
                    </a:lnTo>
                    <a:cubicBezTo>
                      <a:pt x="1035" y="344"/>
                      <a:pt x="1035" y="271"/>
                      <a:pt x="964" y="228"/>
                    </a:cubicBezTo>
                    <a:lnTo>
                      <a:pt x="626" y="33"/>
                    </a:lnTo>
                    <a:cubicBezTo>
                      <a:pt x="590" y="11"/>
                      <a:pt x="543" y="1"/>
                      <a:pt x="49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37"/>
              <p:cNvSpPr/>
              <p:nvPr/>
            </p:nvSpPr>
            <p:spPr>
              <a:xfrm>
                <a:off x="-1241923" y="1445080"/>
                <a:ext cx="81071" cy="44883"/>
              </a:xfrm>
              <a:custGeom>
                <a:rect b="b" l="l" r="r" t="t"/>
                <a:pathLst>
                  <a:path extrusionOk="0" h="542" w="979">
                    <a:moveTo>
                      <a:pt x="514" y="1"/>
                    </a:moveTo>
                    <a:cubicBezTo>
                      <a:pt x="466" y="1"/>
                      <a:pt x="418" y="11"/>
                      <a:pt x="381" y="33"/>
                    </a:cubicBezTo>
                    <a:lnTo>
                      <a:pt x="73" y="205"/>
                    </a:lnTo>
                    <a:cubicBezTo>
                      <a:pt x="0" y="249"/>
                      <a:pt x="0" y="321"/>
                      <a:pt x="73" y="364"/>
                    </a:cubicBezTo>
                    <a:lnTo>
                      <a:pt x="338" y="514"/>
                    </a:lnTo>
                    <a:cubicBezTo>
                      <a:pt x="374" y="532"/>
                      <a:pt x="421" y="541"/>
                      <a:pt x="468" y="541"/>
                    </a:cubicBezTo>
                    <a:cubicBezTo>
                      <a:pt x="514" y="541"/>
                      <a:pt x="561" y="532"/>
                      <a:pt x="597" y="514"/>
                    </a:cubicBezTo>
                    <a:lnTo>
                      <a:pt x="906" y="335"/>
                    </a:lnTo>
                    <a:cubicBezTo>
                      <a:pt x="978" y="292"/>
                      <a:pt x="978" y="219"/>
                      <a:pt x="906" y="176"/>
                    </a:cubicBezTo>
                    <a:lnTo>
                      <a:pt x="647" y="33"/>
                    </a:lnTo>
                    <a:cubicBezTo>
                      <a:pt x="611" y="11"/>
                      <a:pt x="562" y="1"/>
                      <a:pt x="51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37"/>
              <p:cNvSpPr/>
              <p:nvPr/>
            </p:nvSpPr>
            <p:spPr>
              <a:xfrm>
                <a:off x="-1096672" y="1463547"/>
                <a:ext cx="83390" cy="46539"/>
              </a:xfrm>
              <a:custGeom>
                <a:rect b="b" l="l" r="r" t="t"/>
                <a:pathLst>
                  <a:path extrusionOk="0" h="562" w="1007">
                    <a:moveTo>
                      <a:pt x="503" y="0"/>
                    </a:moveTo>
                    <a:cubicBezTo>
                      <a:pt x="456" y="0"/>
                      <a:pt x="409" y="11"/>
                      <a:pt x="373" y="32"/>
                    </a:cubicBezTo>
                    <a:lnTo>
                      <a:pt x="71" y="205"/>
                    </a:lnTo>
                    <a:cubicBezTo>
                      <a:pt x="1" y="248"/>
                      <a:pt x="1" y="314"/>
                      <a:pt x="80" y="357"/>
                    </a:cubicBezTo>
                    <a:lnTo>
                      <a:pt x="373" y="529"/>
                    </a:lnTo>
                    <a:cubicBezTo>
                      <a:pt x="409" y="551"/>
                      <a:pt x="458" y="562"/>
                      <a:pt x="507" y="562"/>
                    </a:cubicBezTo>
                    <a:cubicBezTo>
                      <a:pt x="556" y="562"/>
                      <a:pt x="604" y="551"/>
                      <a:pt x="641" y="529"/>
                    </a:cubicBezTo>
                    <a:lnTo>
                      <a:pt x="934" y="357"/>
                    </a:lnTo>
                    <a:cubicBezTo>
                      <a:pt x="1006" y="314"/>
                      <a:pt x="1006" y="248"/>
                      <a:pt x="934" y="205"/>
                    </a:cubicBezTo>
                    <a:lnTo>
                      <a:pt x="632" y="32"/>
                    </a:lnTo>
                    <a:cubicBezTo>
                      <a:pt x="597" y="11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37"/>
              <p:cNvSpPr/>
              <p:nvPr/>
            </p:nvSpPr>
            <p:spPr>
              <a:xfrm>
                <a:off x="-1188924" y="1475389"/>
                <a:ext cx="87447" cy="49024"/>
              </a:xfrm>
              <a:custGeom>
                <a:rect b="b" l="l" r="r" t="t"/>
                <a:pathLst>
                  <a:path extrusionOk="0" h="592" w="1056">
                    <a:moveTo>
                      <a:pt x="517" y="0"/>
                    </a:moveTo>
                    <a:cubicBezTo>
                      <a:pt x="469" y="0"/>
                      <a:pt x="421" y="11"/>
                      <a:pt x="381" y="33"/>
                    </a:cubicBezTo>
                    <a:lnTo>
                      <a:pt x="79" y="214"/>
                    </a:lnTo>
                    <a:cubicBezTo>
                      <a:pt x="0" y="257"/>
                      <a:pt x="7" y="321"/>
                      <a:pt x="79" y="364"/>
                    </a:cubicBezTo>
                    <a:lnTo>
                      <a:pt x="409" y="559"/>
                    </a:lnTo>
                    <a:cubicBezTo>
                      <a:pt x="449" y="580"/>
                      <a:pt x="497" y="591"/>
                      <a:pt x="545" y="591"/>
                    </a:cubicBezTo>
                    <a:cubicBezTo>
                      <a:pt x="593" y="591"/>
                      <a:pt x="640" y="580"/>
                      <a:pt x="676" y="559"/>
                    </a:cubicBezTo>
                    <a:lnTo>
                      <a:pt x="985" y="378"/>
                    </a:lnTo>
                    <a:cubicBezTo>
                      <a:pt x="1056" y="335"/>
                      <a:pt x="1056" y="271"/>
                      <a:pt x="985" y="228"/>
                    </a:cubicBezTo>
                    <a:lnTo>
                      <a:pt x="647" y="33"/>
                    </a:lnTo>
                    <a:cubicBezTo>
                      <a:pt x="611" y="11"/>
                      <a:pt x="564" y="0"/>
                      <a:pt x="51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>
                <a:off x="-1520003" y="1349764"/>
                <a:ext cx="362128" cy="207439"/>
              </a:xfrm>
              <a:custGeom>
                <a:rect b="b" l="l" r="r" t="t"/>
                <a:pathLst>
                  <a:path extrusionOk="0" h="2505" w="4373">
                    <a:moveTo>
                      <a:pt x="512" y="1"/>
                    </a:moveTo>
                    <a:cubicBezTo>
                      <a:pt x="465" y="1"/>
                      <a:pt x="418" y="12"/>
                      <a:pt x="382" y="33"/>
                    </a:cubicBezTo>
                    <a:lnTo>
                      <a:pt x="73" y="213"/>
                    </a:lnTo>
                    <a:cubicBezTo>
                      <a:pt x="1" y="256"/>
                      <a:pt x="1" y="321"/>
                      <a:pt x="73" y="365"/>
                    </a:cubicBezTo>
                    <a:lnTo>
                      <a:pt x="3726" y="2478"/>
                    </a:lnTo>
                    <a:cubicBezTo>
                      <a:pt x="3761" y="2496"/>
                      <a:pt x="3809" y="2505"/>
                      <a:pt x="3858" y="2505"/>
                    </a:cubicBezTo>
                    <a:cubicBezTo>
                      <a:pt x="3906" y="2505"/>
                      <a:pt x="3955" y="2496"/>
                      <a:pt x="3991" y="2478"/>
                    </a:cubicBezTo>
                    <a:lnTo>
                      <a:pt x="4300" y="2298"/>
                    </a:lnTo>
                    <a:cubicBezTo>
                      <a:pt x="4372" y="2255"/>
                      <a:pt x="4372" y="2183"/>
                      <a:pt x="4293" y="2147"/>
                    </a:cubicBezTo>
                    <a:lnTo>
                      <a:pt x="641" y="33"/>
                    </a:lnTo>
                    <a:cubicBezTo>
                      <a:pt x="605" y="12"/>
                      <a:pt x="558" y="1"/>
                      <a:pt x="51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37"/>
              <p:cNvSpPr/>
              <p:nvPr/>
            </p:nvSpPr>
            <p:spPr>
              <a:xfrm>
                <a:off x="-1185943" y="1542632"/>
                <a:ext cx="83887" cy="47202"/>
              </a:xfrm>
              <a:custGeom>
                <a:rect b="b" l="l" r="r" t="t"/>
                <a:pathLst>
                  <a:path extrusionOk="0" h="570" w="1013">
                    <a:moveTo>
                      <a:pt x="510" y="1"/>
                    </a:moveTo>
                    <a:cubicBezTo>
                      <a:pt x="464" y="1"/>
                      <a:pt x="417" y="12"/>
                      <a:pt x="382" y="33"/>
                    </a:cubicBezTo>
                    <a:lnTo>
                      <a:pt x="71" y="213"/>
                    </a:lnTo>
                    <a:cubicBezTo>
                      <a:pt x="0" y="256"/>
                      <a:pt x="0" y="321"/>
                      <a:pt x="71" y="364"/>
                    </a:cubicBezTo>
                    <a:lnTo>
                      <a:pt x="366" y="537"/>
                    </a:lnTo>
                    <a:cubicBezTo>
                      <a:pt x="406" y="558"/>
                      <a:pt x="454" y="569"/>
                      <a:pt x="502" y="569"/>
                    </a:cubicBezTo>
                    <a:cubicBezTo>
                      <a:pt x="550" y="569"/>
                      <a:pt x="596" y="558"/>
                      <a:pt x="632" y="537"/>
                    </a:cubicBezTo>
                    <a:lnTo>
                      <a:pt x="942" y="358"/>
                    </a:lnTo>
                    <a:cubicBezTo>
                      <a:pt x="1013" y="314"/>
                      <a:pt x="1013" y="249"/>
                      <a:pt x="942" y="206"/>
                    </a:cubicBezTo>
                    <a:lnTo>
                      <a:pt x="640" y="33"/>
                    </a:lnTo>
                    <a:cubicBezTo>
                      <a:pt x="604" y="12"/>
                      <a:pt x="557" y="1"/>
                      <a:pt x="51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37"/>
              <p:cNvSpPr/>
              <p:nvPr/>
            </p:nvSpPr>
            <p:spPr>
              <a:xfrm>
                <a:off x="-1591966" y="1541224"/>
                <a:ext cx="272693" cy="154855"/>
              </a:xfrm>
              <a:custGeom>
                <a:rect b="b" l="l" r="r" t="t"/>
                <a:pathLst>
                  <a:path extrusionOk="0" h="1870" w="3293">
                    <a:moveTo>
                      <a:pt x="756" y="0"/>
                    </a:moveTo>
                    <a:lnTo>
                      <a:pt x="1" y="438"/>
                    </a:lnTo>
                    <a:lnTo>
                      <a:pt x="2438" y="1848"/>
                    </a:lnTo>
                    <a:cubicBezTo>
                      <a:pt x="2467" y="1862"/>
                      <a:pt x="2502" y="1870"/>
                      <a:pt x="2537" y="1870"/>
                    </a:cubicBezTo>
                    <a:cubicBezTo>
                      <a:pt x="2572" y="1870"/>
                      <a:pt x="2606" y="1862"/>
                      <a:pt x="2631" y="1848"/>
                    </a:cubicBezTo>
                    <a:lnTo>
                      <a:pt x="3292" y="1460"/>
                    </a:lnTo>
                    <a:lnTo>
                      <a:pt x="75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37"/>
              <p:cNvSpPr/>
              <p:nvPr/>
            </p:nvSpPr>
            <p:spPr>
              <a:xfrm>
                <a:off x="-1769927" y="1436467"/>
                <a:ext cx="240646" cy="141108"/>
              </a:xfrm>
              <a:custGeom>
                <a:rect b="b" l="l" r="r" t="t"/>
                <a:pathLst>
                  <a:path extrusionOk="0" h="1704" w="2906">
                    <a:moveTo>
                      <a:pt x="719" y="1"/>
                    </a:moveTo>
                    <a:lnTo>
                      <a:pt x="59" y="382"/>
                    </a:lnTo>
                    <a:cubicBezTo>
                      <a:pt x="0" y="416"/>
                      <a:pt x="0" y="468"/>
                      <a:pt x="59" y="496"/>
                    </a:cubicBezTo>
                    <a:lnTo>
                      <a:pt x="2150" y="1703"/>
                    </a:lnTo>
                    <a:lnTo>
                      <a:pt x="2905" y="1265"/>
                    </a:lnTo>
                    <a:lnTo>
                      <a:pt x="719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37"/>
              <p:cNvSpPr/>
              <p:nvPr/>
            </p:nvSpPr>
            <p:spPr>
              <a:xfrm>
                <a:off x="-1710386" y="1363842"/>
                <a:ext cx="517397" cy="298282"/>
              </a:xfrm>
              <a:custGeom>
                <a:rect b="b" l="l" r="r" t="t"/>
                <a:pathLst>
                  <a:path extrusionOk="0" h="3602" w="6248">
                    <a:moveTo>
                      <a:pt x="1560" y="0"/>
                    </a:moveTo>
                    <a:cubicBezTo>
                      <a:pt x="1524" y="0"/>
                      <a:pt x="1488" y="7"/>
                      <a:pt x="1460" y="22"/>
                    </a:cubicBezTo>
                    <a:lnTo>
                      <a:pt x="0" y="878"/>
                    </a:lnTo>
                    <a:lnTo>
                      <a:pt x="2186" y="2142"/>
                    </a:lnTo>
                    <a:lnTo>
                      <a:pt x="4722" y="3602"/>
                    </a:lnTo>
                    <a:lnTo>
                      <a:pt x="6188" y="2753"/>
                    </a:lnTo>
                    <a:cubicBezTo>
                      <a:pt x="6247" y="2725"/>
                      <a:pt x="6240" y="2674"/>
                      <a:pt x="6188" y="2639"/>
                    </a:cubicBezTo>
                    <a:lnTo>
                      <a:pt x="1660" y="22"/>
                    </a:lnTo>
                    <a:cubicBezTo>
                      <a:pt x="1632" y="7"/>
                      <a:pt x="1596" y="0"/>
                      <a:pt x="156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37"/>
              <p:cNvSpPr/>
              <p:nvPr/>
            </p:nvSpPr>
            <p:spPr>
              <a:xfrm>
                <a:off x="-1130128" y="1575342"/>
                <a:ext cx="81651" cy="45463"/>
              </a:xfrm>
              <a:custGeom>
                <a:rect b="b" l="l" r="r" t="t"/>
                <a:pathLst>
                  <a:path extrusionOk="0" h="549" w="986">
                    <a:moveTo>
                      <a:pt x="516" y="1"/>
                    </a:moveTo>
                    <a:cubicBezTo>
                      <a:pt x="467" y="1"/>
                      <a:pt x="418" y="12"/>
                      <a:pt x="382" y="33"/>
                    </a:cubicBezTo>
                    <a:lnTo>
                      <a:pt x="73" y="206"/>
                    </a:lnTo>
                    <a:cubicBezTo>
                      <a:pt x="1" y="249"/>
                      <a:pt x="1" y="321"/>
                      <a:pt x="73" y="364"/>
                    </a:cubicBezTo>
                    <a:lnTo>
                      <a:pt x="346" y="516"/>
                    </a:lnTo>
                    <a:cubicBezTo>
                      <a:pt x="382" y="538"/>
                      <a:pt x="429" y="549"/>
                      <a:pt x="476" y="549"/>
                    </a:cubicBezTo>
                    <a:cubicBezTo>
                      <a:pt x="523" y="549"/>
                      <a:pt x="569" y="538"/>
                      <a:pt x="605" y="516"/>
                    </a:cubicBezTo>
                    <a:lnTo>
                      <a:pt x="915" y="335"/>
                    </a:lnTo>
                    <a:cubicBezTo>
                      <a:pt x="986" y="292"/>
                      <a:pt x="986" y="228"/>
                      <a:pt x="915" y="185"/>
                    </a:cubicBezTo>
                    <a:lnTo>
                      <a:pt x="648" y="33"/>
                    </a:lnTo>
                    <a:cubicBezTo>
                      <a:pt x="612" y="12"/>
                      <a:pt x="564" y="1"/>
                      <a:pt x="51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37"/>
              <p:cNvSpPr/>
              <p:nvPr/>
            </p:nvSpPr>
            <p:spPr>
              <a:xfrm>
                <a:off x="-1634282" y="1284260"/>
                <a:ext cx="85294" cy="47450"/>
              </a:xfrm>
              <a:custGeom>
                <a:rect b="b" l="l" r="r" t="t"/>
                <a:pathLst>
                  <a:path extrusionOk="0" h="573" w="1030">
                    <a:moveTo>
                      <a:pt x="509" y="1"/>
                    </a:moveTo>
                    <a:cubicBezTo>
                      <a:pt x="463" y="1"/>
                      <a:pt x="417" y="10"/>
                      <a:pt x="382" y="27"/>
                    </a:cubicBezTo>
                    <a:lnTo>
                      <a:pt x="73" y="207"/>
                    </a:lnTo>
                    <a:cubicBezTo>
                      <a:pt x="1" y="250"/>
                      <a:pt x="1" y="322"/>
                      <a:pt x="73" y="365"/>
                    </a:cubicBezTo>
                    <a:lnTo>
                      <a:pt x="389" y="545"/>
                    </a:lnTo>
                    <a:cubicBezTo>
                      <a:pt x="425" y="563"/>
                      <a:pt x="472" y="572"/>
                      <a:pt x="519" y="572"/>
                    </a:cubicBezTo>
                    <a:cubicBezTo>
                      <a:pt x="566" y="572"/>
                      <a:pt x="612" y="563"/>
                      <a:pt x="648" y="545"/>
                    </a:cubicBezTo>
                    <a:lnTo>
                      <a:pt x="957" y="365"/>
                    </a:lnTo>
                    <a:cubicBezTo>
                      <a:pt x="1029" y="322"/>
                      <a:pt x="1029" y="250"/>
                      <a:pt x="957" y="214"/>
                    </a:cubicBezTo>
                    <a:lnTo>
                      <a:pt x="648" y="34"/>
                    </a:lnTo>
                    <a:cubicBezTo>
                      <a:pt x="611" y="12"/>
                      <a:pt x="560" y="1"/>
                      <a:pt x="50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37"/>
              <p:cNvSpPr/>
              <p:nvPr/>
            </p:nvSpPr>
            <p:spPr>
              <a:xfrm>
                <a:off x="-1690097" y="1251632"/>
                <a:ext cx="83969" cy="47036"/>
              </a:xfrm>
              <a:custGeom>
                <a:rect b="b" l="l" r="r" t="t"/>
                <a:pathLst>
                  <a:path extrusionOk="0" h="568" w="1014">
                    <a:moveTo>
                      <a:pt x="510" y="1"/>
                    </a:moveTo>
                    <a:cubicBezTo>
                      <a:pt x="463" y="1"/>
                      <a:pt x="416" y="12"/>
                      <a:pt x="380" y="33"/>
                    </a:cubicBezTo>
                    <a:lnTo>
                      <a:pt x="71" y="213"/>
                    </a:lnTo>
                    <a:cubicBezTo>
                      <a:pt x="0" y="256"/>
                      <a:pt x="0" y="320"/>
                      <a:pt x="71" y="363"/>
                    </a:cubicBezTo>
                    <a:lnTo>
                      <a:pt x="366" y="535"/>
                    </a:lnTo>
                    <a:cubicBezTo>
                      <a:pt x="406" y="557"/>
                      <a:pt x="455" y="568"/>
                      <a:pt x="502" y="568"/>
                    </a:cubicBezTo>
                    <a:cubicBezTo>
                      <a:pt x="550" y="568"/>
                      <a:pt x="596" y="557"/>
                      <a:pt x="632" y="535"/>
                    </a:cubicBezTo>
                    <a:lnTo>
                      <a:pt x="941" y="356"/>
                    </a:lnTo>
                    <a:cubicBezTo>
                      <a:pt x="1013" y="313"/>
                      <a:pt x="1013" y="249"/>
                      <a:pt x="941" y="206"/>
                    </a:cubicBezTo>
                    <a:lnTo>
                      <a:pt x="639" y="33"/>
                    </a:lnTo>
                    <a:cubicBezTo>
                      <a:pt x="603" y="12"/>
                      <a:pt x="557" y="1"/>
                      <a:pt x="51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37"/>
              <p:cNvSpPr/>
              <p:nvPr/>
            </p:nvSpPr>
            <p:spPr>
              <a:xfrm>
                <a:off x="-1749638" y="1217514"/>
                <a:ext cx="87447" cy="48609"/>
              </a:xfrm>
              <a:custGeom>
                <a:rect b="b" l="l" r="r" t="t"/>
                <a:pathLst>
                  <a:path extrusionOk="0" h="587" w="1056">
                    <a:moveTo>
                      <a:pt x="511" y="1"/>
                    </a:moveTo>
                    <a:cubicBezTo>
                      <a:pt x="463" y="1"/>
                      <a:pt x="417" y="10"/>
                      <a:pt x="381" y="28"/>
                    </a:cubicBezTo>
                    <a:lnTo>
                      <a:pt x="72" y="207"/>
                    </a:lnTo>
                    <a:cubicBezTo>
                      <a:pt x="0" y="250"/>
                      <a:pt x="0" y="323"/>
                      <a:pt x="72" y="366"/>
                    </a:cubicBezTo>
                    <a:lnTo>
                      <a:pt x="409" y="559"/>
                    </a:lnTo>
                    <a:cubicBezTo>
                      <a:pt x="445" y="577"/>
                      <a:pt x="494" y="586"/>
                      <a:pt x="543" y="586"/>
                    </a:cubicBezTo>
                    <a:cubicBezTo>
                      <a:pt x="591" y="586"/>
                      <a:pt x="640" y="577"/>
                      <a:pt x="676" y="559"/>
                    </a:cubicBezTo>
                    <a:lnTo>
                      <a:pt x="978" y="380"/>
                    </a:lnTo>
                    <a:cubicBezTo>
                      <a:pt x="1056" y="336"/>
                      <a:pt x="1049" y="266"/>
                      <a:pt x="978" y="223"/>
                    </a:cubicBezTo>
                    <a:lnTo>
                      <a:pt x="647" y="28"/>
                    </a:lnTo>
                    <a:cubicBezTo>
                      <a:pt x="607" y="10"/>
                      <a:pt x="559" y="1"/>
                      <a:pt x="51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37"/>
              <p:cNvSpPr/>
              <p:nvPr/>
            </p:nvSpPr>
            <p:spPr>
              <a:xfrm>
                <a:off x="-844346" y="1609378"/>
                <a:ext cx="89352" cy="49438"/>
              </a:xfrm>
              <a:custGeom>
                <a:rect b="b" l="l" r="r" t="t"/>
                <a:pathLst>
                  <a:path extrusionOk="0" h="597" w="1079">
                    <a:moveTo>
                      <a:pt x="500" y="0"/>
                    </a:moveTo>
                    <a:cubicBezTo>
                      <a:pt x="452" y="0"/>
                      <a:pt x="404" y="11"/>
                      <a:pt x="368" y="33"/>
                    </a:cubicBezTo>
                    <a:lnTo>
                      <a:pt x="73" y="198"/>
                    </a:lnTo>
                    <a:cubicBezTo>
                      <a:pt x="0" y="242"/>
                      <a:pt x="0" y="312"/>
                      <a:pt x="73" y="355"/>
                    </a:cubicBezTo>
                    <a:lnTo>
                      <a:pt x="447" y="564"/>
                    </a:lnTo>
                    <a:cubicBezTo>
                      <a:pt x="482" y="586"/>
                      <a:pt x="529" y="597"/>
                      <a:pt x="576" y="597"/>
                    </a:cubicBezTo>
                    <a:cubicBezTo>
                      <a:pt x="622" y="597"/>
                      <a:pt x="669" y="586"/>
                      <a:pt x="706" y="564"/>
                    </a:cubicBezTo>
                    <a:lnTo>
                      <a:pt x="1008" y="392"/>
                    </a:lnTo>
                    <a:cubicBezTo>
                      <a:pt x="1078" y="355"/>
                      <a:pt x="1078" y="285"/>
                      <a:pt x="1001" y="242"/>
                    </a:cubicBezTo>
                    <a:lnTo>
                      <a:pt x="633" y="33"/>
                    </a:lnTo>
                    <a:cubicBezTo>
                      <a:pt x="597" y="11"/>
                      <a:pt x="549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37"/>
              <p:cNvSpPr/>
              <p:nvPr/>
            </p:nvSpPr>
            <p:spPr>
              <a:xfrm>
                <a:off x="-900824" y="1641508"/>
                <a:ext cx="89932" cy="50763"/>
              </a:xfrm>
              <a:custGeom>
                <a:rect b="b" l="l" r="r" t="t"/>
                <a:pathLst>
                  <a:path extrusionOk="0" h="613" w="1086">
                    <a:moveTo>
                      <a:pt x="510" y="1"/>
                    </a:moveTo>
                    <a:cubicBezTo>
                      <a:pt x="463" y="1"/>
                      <a:pt x="416" y="11"/>
                      <a:pt x="380" y="33"/>
                    </a:cubicBezTo>
                    <a:lnTo>
                      <a:pt x="71" y="212"/>
                    </a:lnTo>
                    <a:cubicBezTo>
                      <a:pt x="1" y="256"/>
                      <a:pt x="1" y="321"/>
                      <a:pt x="71" y="364"/>
                    </a:cubicBezTo>
                    <a:lnTo>
                      <a:pt x="439" y="580"/>
                    </a:lnTo>
                    <a:cubicBezTo>
                      <a:pt x="474" y="601"/>
                      <a:pt x="522" y="612"/>
                      <a:pt x="571" y="612"/>
                    </a:cubicBezTo>
                    <a:cubicBezTo>
                      <a:pt x="620" y="612"/>
                      <a:pt x="668" y="601"/>
                      <a:pt x="704" y="580"/>
                    </a:cubicBezTo>
                    <a:lnTo>
                      <a:pt x="1013" y="399"/>
                    </a:lnTo>
                    <a:cubicBezTo>
                      <a:pt x="1086" y="356"/>
                      <a:pt x="1086" y="292"/>
                      <a:pt x="1013" y="249"/>
                    </a:cubicBezTo>
                    <a:lnTo>
                      <a:pt x="639" y="33"/>
                    </a:lnTo>
                    <a:cubicBezTo>
                      <a:pt x="604" y="11"/>
                      <a:pt x="557" y="1"/>
                      <a:pt x="51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37"/>
              <p:cNvSpPr/>
              <p:nvPr/>
            </p:nvSpPr>
            <p:spPr>
              <a:xfrm>
                <a:off x="-1528781" y="1278960"/>
                <a:ext cx="85211" cy="47699"/>
              </a:xfrm>
              <a:custGeom>
                <a:rect b="b" l="l" r="r" t="t"/>
                <a:pathLst>
                  <a:path extrusionOk="0" h="576" w="1029">
                    <a:moveTo>
                      <a:pt x="513" y="0"/>
                    </a:moveTo>
                    <a:cubicBezTo>
                      <a:pt x="465" y="0"/>
                      <a:pt x="417" y="11"/>
                      <a:pt x="381" y="33"/>
                    </a:cubicBezTo>
                    <a:lnTo>
                      <a:pt x="71" y="214"/>
                    </a:lnTo>
                    <a:cubicBezTo>
                      <a:pt x="0" y="257"/>
                      <a:pt x="0" y="328"/>
                      <a:pt x="71" y="364"/>
                    </a:cubicBezTo>
                    <a:lnTo>
                      <a:pt x="388" y="543"/>
                    </a:lnTo>
                    <a:cubicBezTo>
                      <a:pt x="424" y="565"/>
                      <a:pt x="470" y="576"/>
                      <a:pt x="517" y="576"/>
                    </a:cubicBezTo>
                    <a:cubicBezTo>
                      <a:pt x="564" y="576"/>
                      <a:pt x="611" y="565"/>
                      <a:pt x="647" y="543"/>
                    </a:cubicBezTo>
                    <a:lnTo>
                      <a:pt x="956" y="364"/>
                    </a:lnTo>
                    <a:cubicBezTo>
                      <a:pt x="1028" y="328"/>
                      <a:pt x="1028" y="257"/>
                      <a:pt x="956" y="214"/>
                    </a:cubicBezTo>
                    <a:lnTo>
                      <a:pt x="647" y="33"/>
                    </a:lnTo>
                    <a:cubicBezTo>
                      <a:pt x="611" y="11"/>
                      <a:pt x="562" y="0"/>
                      <a:pt x="51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37"/>
              <p:cNvSpPr/>
              <p:nvPr/>
            </p:nvSpPr>
            <p:spPr>
              <a:xfrm>
                <a:off x="-1474705" y="1058268"/>
                <a:ext cx="65503" cy="36271"/>
              </a:xfrm>
              <a:custGeom>
                <a:rect b="b" l="l" r="r" t="t"/>
                <a:pathLst>
                  <a:path extrusionOk="0" h="438" w="791">
                    <a:moveTo>
                      <a:pt x="249" y="0"/>
                    </a:moveTo>
                    <a:cubicBezTo>
                      <a:pt x="200" y="0"/>
                      <a:pt x="152" y="11"/>
                      <a:pt x="116" y="32"/>
                    </a:cubicBezTo>
                    <a:lnTo>
                      <a:pt x="73" y="60"/>
                    </a:lnTo>
                    <a:cubicBezTo>
                      <a:pt x="1" y="103"/>
                      <a:pt x="1" y="176"/>
                      <a:pt x="73" y="212"/>
                    </a:cubicBezTo>
                    <a:lnTo>
                      <a:pt x="410" y="405"/>
                    </a:lnTo>
                    <a:cubicBezTo>
                      <a:pt x="446" y="427"/>
                      <a:pt x="493" y="437"/>
                      <a:pt x="540" y="437"/>
                    </a:cubicBezTo>
                    <a:cubicBezTo>
                      <a:pt x="587" y="437"/>
                      <a:pt x="633" y="427"/>
                      <a:pt x="668" y="405"/>
                    </a:cubicBezTo>
                    <a:lnTo>
                      <a:pt x="720" y="377"/>
                    </a:lnTo>
                    <a:cubicBezTo>
                      <a:pt x="791" y="341"/>
                      <a:pt x="791" y="269"/>
                      <a:pt x="720" y="226"/>
                    </a:cubicBezTo>
                    <a:lnTo>
                      <a:pt x="382" y="32"/>
                    </a:lnTo>
                    <a:cubicBezTo>
                      <a:pt x="346" y="11"/>
                      <a:pt x="297" y="0"/>
                      <a:pt x="24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37"/>
              <p:cNvSpPr/>
              <p:nvPr/>
            </p:nvSpPr>
            <p:spPr>
              <a:xfrm>
                <a:off x="-1536565" y="1022907"/>
                <a:ext cx="67987" cy="37761"/>
              </a:xfrm>
              <a:custGeom>
                <a:rect b="b" l="l" r="r" t="t"/>
                <a:pathLst>
                  <a:path extrusionOk="0" h="456" w="821">
                    <a:moveTo>
                      <a:pt x="252" y="1"/>
                    </a:moveTo>
                    <a:cubicBezTo>
                      <a:pt x="205" y="1"/>
                      <a:pt x="158" y="10"/>
                      <a:pt x="122" y="28"/>
                    </a:cubicBezTo>
                    <a:lnTo>
                      <a:pt x="72" y="56"/>
                    </a:lnTo>
                    <a:cubicBezTo>
                      <a:pt x="1" y="99"/>
                      <a:pt x="1" y="171"/>
                      <a:pt x="72" y="214"/>
                    </a:cubicBezTo>
                    <a:lnTo>
                      <a:pt x="439" y="423"/>
                    </a:lnTo>
                    <a:cubicBezTo>
                      <a:pt x="474" y="445"/>
                      <a:pt x="521" y="455"/>
                      <a:pt x="568" y="455"/>
                    </a:cubicBezTo>
                    <a:cubicBezTo>
                      <a:pt x="615" y="455"/>
                      <a:pt x="662" y="445"/>
                      <a:pt x="698" y="423"/>
                    </a:cubicBezTo>
                    <a:lnTo>
                      <a:pt x="748" y="394"/>
                    </a:lnTo>
                    <a:cubicBezTo>
                      <a:pt x="820" y="351"/>
                      <a:pt x="820" y="287"/>
                      <a:pt x="748" y="244"/>
                    </a:cubicBezTo>
                    <a:lnTo>
                      <a:pt x="380" y="28"/>
                    </a:lnTo>
                    <a:cubicBezTo>
                      <a:pt x="345" y="10"/>
                      <a:pt x="298" y="1"/>
                      <a:pt x="25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37"/>
              <p:cNvSpPr/>
              <p:nvPr/>
            </p:nvSpPr>
            <p:spPr>
              <a:xfrm>
                <a:off x="-1593125" y="1043776"/>
                <a:ext cx="88855" cy="49603"/>
              </a:xfrm>
              <a:custGeom>
                <a:rect b="b" l="l" r="r" t="t"/>
                <a:pathLst>
                  <a:path extrusionOk="0" h="599" w="1073">
                    <a:moveTo>
                      <a:pt x="500" y="0"/>
                    </a:moveTo>
                    <a:cubicBezTo>
                      <a:pt x="451" y="0"/>
                      <a:pt x="403" y="9"/>
                      <a:pt x="366" y="26"/>
                    </a:cubicBezTo>
                    <a:lnTo>
                      <a:pt x="71" y="207"/>
                    </a:lnTo>
                    <a:cubicBezTo>
                      <a:pt x="1" y="242"/>
                      <a:pt x="1" y="314"/>
                      <a:pt x="71" y="357"/>
                    </a:cubicBezTo>
                    <a:lnTo>
                      <a:pt x="439" y="566"/>
                    </a:lnTo>
                    <a:cubicBezTo>
                      <a:pt x="475" y="588"/>
                      <a:pt x="522" y="599"/>
                      <a:pt x="568" y="599"/>
                    </a:cubicBezTo>
                    <a:cubicBezTo>
                      <a:pt x="615" y="599"/>
                      <a:pt x="661" y="588"/>
                      <a:pt x="698" y="566"/>
                    </a:cubicBezTo>
                    <a:lnTo>
                      <a:pt x="1000" y="394"/>
                    </a:lnTo>
                    <a:cubicBezTo>
                      <a:pt x="1072" y="351"/>
                      <a:pt x="1072" y="285"/>
                      <a:pt x="1000" y="242"/>
                    </a:cubicBezTo>
                    <a:lnTo>
                      <a:pt x="632" y="26"/>
                    </a:lnTo>
                    <a:cubicBezTo>
                      <a:pt x="597" y="9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37"/>
              <p:cNvSpPr/>
              <p:nvPr/>
            </p:nvSpPr>
            <p:spPr>
              <a:xfrm>
                <a:off x="-1531265" y="1078971"/>
                <a:ext cx="86371" cy="48444"/>
              </a:xfrm>
              <a:custGeom>
                <a:rect b="b" l="l" r="r" t="t"/>
                <a:pathLst>
                  <a:path extrusionOk="0" h="585" w="1043">
                    <a:moveTo>
                      <a:pt x="500" y="0"/>
                    </a:moveTo>
                    <a:cubicBezTo>
                      <a:pt x="452" y="0"/>
                      <a:pt x="404" y="11"/>
                      <a:pt x="368" y="32"/>
                    </a:cubicBezTo>
                    <a:lnTo>
                      <a:pt x="73" y="205"/>
                    </a:lnTo>
                    <a:cubicBezTo>
                      <a:pt x="1" y="248"/>
                      <a:pt x="1" y="321"/>
                      <a:pt x="73" y="364"/>
                    </a:cubicBezTo>
                    <a:lnTo>
                      <a:pt x="411" y="559"/>
                    </a:lnTo>
                    <a:cubicBezTo>
                      <a:pt x="447" y="576"/>
                      <a:pt x="493" y="585"/>
                      <a:pt x="540" y="585"/>
                    </a:cubicBezTo>
                    <a:cubicBezTo>
                      <a:pt x="587" y="585"/>
                      <a:pt x="634" y="576"/>
                      <a:pt x="670" y="559"/>
                    </a:cubicBezTo>
                    <a:lnTo>
                      <a:pt x="972" y="378"/>
                    </a:lnTo>
                    <a:cubicBezTo>
                      <a:pt x="1043" y="343"/>
                      <a:pt x="1043" y="271"/>
                      <a:pt x="972" y="227"/>
                    </a:cubicBezTo>
                    <a:lnTo>
                      <a:pt x="634" y="32"/>
                    </a:lnTo>
                    <a:cubicBezTo>
                      <a:pt x="598" y="11"/>
                      <a:pt x="549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37"/>
              <p:cNvSpPr/>
              <p:nvPr/>
            </p:nvSpPr>
            <p:spPr>
              <a:xfrm>
                <a:off x="-1652087" y="1076072"/>
                <a:ext cx="106659" cy="60203"/>
              </a:xfrm>
              <a:custGeom>
                <a:rect b="b" l="l" r="r" t="t"/>
                <a:pathLst>
                  <a:path extrusionOk="0" h="727" w="1288">
                    <a:moveTo>
                      <a:pt x="536" y="1"/>
                    </a:moveTo>
                    <a:cubicBezTo>
                      <a:pt x="488" y="1"/>
                      <a:pt x="439" y="11"/>
                      <a:pt x="404" y="33"/>
                    </a:cubicBezTo>
                    <a:lnTo>
                      <a:pt x="73" y="226"/>
                    </a:lnTo>
                    <a:cubicBezTo>
                      <a:pt x="0" y="269"/>
                      <a:pt x="0" y="342"/>
                      <a:pt x="73" y="378"/>
                    </a:cubicBezTo>
                    <a:lnTo>
                      <a:pt x="620" y="694"/>
                    </a:lnTo>
                    <a:cubicBezTo>
                      <a:pt x="655" y="715"/>
                      <a:pt x="702" y="726"/>
                      <a:pt x="749" y="726"/>
                    </a:cubicBezTo>
                    <a:cubicBezTo>
                      <a:pt x="797" y="726"/>
                      <a:pt x="846" y="715"/>
                      <a:pt x="885" y="694"/>
                    </a:cubicBezTo>
                    <a:lnTo>
                      <a:pt x="1215" y="499"/>
                    </a:lnTo>
                    <a:cubicBezTo>
                      <a:pt x="1287" y="456"/>
                      <a:pt x="1287" y="392"/>
                      <a:pt x="1215" y="349"/>
                    </a:cubicBezTo>
                    <a:lnTo>
                      <a:pt x="670" y="33"/>
                    </a:lnTo>
                    <a:cubicBezTo>
                      <a:pt x="633" y="11"/>
                      <a:pt x="585" y="1"/>
                      <a:pt x="53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7"/>
              <p:cNvSpPr/>
              <p:nvPr/>
            </p:nvSpPr>
            <p:spPr>
              <a:xfrm>
                <a:off x="-1575238" y="1120542"/>
                <a:ext cx="89352" cy="50266"/>
              </a:xfrm>
              <a:custGeom>
                <a:rect b="b" l="l" r="r" t="t"/>
                <a:pathLst>
                  <a:path extrusionOk="0" h="607" w="1079">
                    <a:moveTo>
                      <a:pt x="536" y="0"/>
                    </a:moveTo>
                    <a:cubicBezTo>
                      <a:pt x="487" y="0"/>
                      <a:pt x="439" y="9"/>
                      <a:pt x="402" y="27"/>
                    </a:cubicBezTo>
                    <a:lnTo>
                      <a:pt x="71" y="229"/>
                    </a:lnTo>
                    <a:cubicBezTo>
                      <a:pt x="0" y="264"/>
                      <a:pt x="0" y="336"/>
                      <a:pt x="71" y="379"/>
                    </a:cubicBezTo>
                    <a:lnTo>
                      <a:pt x="409" y="574"/>
                    </a:lnTo>
                    <a:cubicBezTo>
                      <a:pt x="445" y="596"/>
                      <a:pt x="492" y="607"/>
                      <a:pt x="539" y="607"/>
                    </a:cubicBezTo>
                    <a:cubicBezTo>
                      <a:pt x="586" y="607"/>
                      <a:pt x="633" y="596"/>
                      <a:pt x="668" y="574"/>
                    </a:cubicBezTo>
                    <a:lnTo>
                      <a:pt x="1006" y="379"/>
                    </a:lnTo>
                    <a:cubicBezTo>
                      <a:pt x="1079" y="336"/>
                      <a:pt x="1079" y="264"/>
                      <a:pt x="1006" y="229"/>
                    </a:cubicBezTo>
                    <a:lnTo>
                      <a:pt x="668" y="27"/>
                    </a:lnTo>
                    <a:cubicBezTo>
                      <a:pt x="633" y="9"/>
                      <a:pt x="584" y="0"/>
                      <a:pt x="53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37"/>
              <p:cNvSpPr/>
              <p:nvPr/>
            </p:nvSpPr>
            <p:spPr>
              <a:xfrm>
                <a:off x="-1707984" y="1110522"/>
                <a:ext cx="123221" cy="69726"/>
              </a:xfrm>
              <a:custGeom>
                <a:rect b="b" l="l" r="r" t="t"/>
                <a:pathLst>
                  <a:path extrusionOk="0" h="842" w="1488">
                    <a:moveTo>
                      <a:pt x="500" y="0"/>
                    </a:moveTo>
                    <a:cubicBezTo>
                      <a:pt x="451" y="0"/>
                      <a:pt x="403" y="11"/>
                      <a:pt x="366" y="33"/>
                    </a:cubicBezTo>
                    <a:lnTo>
                      <a:pt x="71" y="205"/>
                    </a:lnTo>
                    <a:cubicBezTo>
                      <a:pt x="1" y="241"/>
                      <a:pt x="1" y="314"/>
                      <a:pt x="71" y="357"/>
                    </a:cubicBezTo>
                    <a:lnTo>
                      <a:pt x="863" y="809"/>
                    </a:lnTo>
                    <a:cubicBezTo>
                      <a:pt x="899" y="831"/>
                      <a:pt x="945" y="841"/>
                      <a:pt x="992" y="841"/>
                    </a:cubicBezTo>
                    <a:cubicBezTo>
                      <a:pt x="1039" y="841"/>
                      <a:pt x="1086" y="831"/>
                      <a:pt x="1122" y="809"/>
                    </a:cubicBezTo>
                    <a:lnTo>
                      <a:pt x="1415" y="637"/>
                    </a:lnTo>
                    <a:cubicBezTo>
                      <a:pt x="1488" y="593"/>
                      <a:pt x="1488" y="530"/>
                      <a:pt x="1415" y="486"/>
                    </a:cubicBezTo>
                    <a:lnTo>
                      <a:pt x="632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37"/>
              <p:cNvSpPr/>
              <p:nvPr/>
            </p:nvSpPr>
            <p:spPr>
              <a:xfrm>
                <a:off x="-1821684" y="1176108"/>
                <a:ext cx="100117" cy="55980"/>
              </a:xfrm>
              <a:custGeom>
                <a:rect b="b" l="l" r="r" t="t"/>
                <a:pathLst>
                  <a:path extrusionOk="0" h="676" w="1209">
                    <a:moveTo>
                      <a:pt x="514" y="0"/>
                    </a:moveTo>
                    <a:cubicBezTo>
                      <a:pt x="465" y="0"/>
                      <a:pt x="417" y="11"/>
                      <a:pt x="382" y="33"/>
                    </a:cubicBezTo>
                    <a:lnTo>
                      <a:pt x="71" y="205"/>
                    </a:lnTo>
                    <a:cubicBezTo>
                      <a:pt x="1" y="248"/>
                      <a:pt x="1" y="319"/>
                      <a:pt x="71" y="362"/>
                    </a:cubicBezTo>
                    <a:lnTo>
                      <a:pt x="561" y="643"/>
                    </a:lnTo>
                    <a:cubicBezTo>
                      <a:pt x="597" y="665"/>
                      <a:pt x="645" y="676"/>
                      <a:pt x="693" y="676"/>
                    </a:cubicBezTo>
                    <a:cubicBezTo>
                      <a:pt x="742" y="676"/>
                      <a:pt x="791" y="665"/>
                      <a:pt x="827" y="643"/>
                    </a:cubicBezTo>
                    <a:lnTo>
                      <a:pt x="1136" y="464"/>
                    </a:lnTo>
                    <a:cubicBezTo>
                      <a:pt x="1208" y="421"/>
                      <a:pt x="1208" y="355"/>
                      <a:pt x="1136" y="312"/>
                    </a:cubicBezTo>
                    <a:lnTo>
                      <a:pt x="647" y="33"/>
                    </a:lnTo>
                    <a:cubicBezTo>
                      <a:pt x="611" y="11"/>
                      <a:pt x="563" y="0"/>
                      <a:pt x="51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37"/>
              <p:cNvSpPr/>
              <p:nvPr/>
            </p:nvSpPr>
            <p:spPr>
              <a:xfrm>
                <a:off x="-1764544" y="1142653"/>
                <a:ext cx="148230" cy="84549"/>
              </a:xfrm>
              <a:custGeom>
                <a:rect b="b" l="l" r="r" t="t"/>
                <a:pathLst>
                  <a:path extrusionOk="0" h="1021" w="1790">
                    <a:moveTo>
                      <a:pt x="511" y="1"/>
                    </a:moveTo>
                    <a:cubicBezTo>
                      <a:pt x="464" y="1"/>
                      <a:pt x="417" y="11"/>
                      <a:pt x="382" y="33"/>
                    </a:cubicBezTo>
                    <a:lnTo>
                      <a:pt x="71" y="212"/>
                    </a:lnTo>
                    <a:cubicBezTo>
                      <a:pt x="1" y="255"/>
                      <a:pt x="1" y="321"/>
                      <a:pt x="71" y="364"/>
                    </a:cubicBezTo>
                    <a:lnTo>
                      <a:pt x="1143" y="989"/>
                    </a:lnTo>
                    <a:cubicBezTo>
                      <a:pt x="1182" y="1010"/>
                      <a:pt x="1231" y="1021"/>
                      <a:pt x="1279" y="1021"/>
                    </a:cubicBezTo>
                    <a:cubicBezTo>
                      <a:pt x="1326" y="1021"/>
                      <a:pt x="1373" y="1010"/>
                      <a:pt x="1408" y="989"/>
                    </a:cubicBezTo>
                    <a:lnTo>
                      <a:pt x="1719" y="809"/>
                    </a:lnTo>
                    <a:cubicBezTo>
                      <a:pt x="1790" y="766"/>
                      <a:pt x="1790" y="695"/>
                      <a:pt x="1719" y="659"/>
                    </a:cubicBezTo>
                    <a:lnTo>
                      <a:pt x="641" y="33"/>
                    </a:lnTo>
                    <a:cubicBezTo>
                      <a:pt x="604" y="11"/>
                      <a:pt x="557" y="1"/>
                      <a:pt x="51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-1644385" y="1212380"/>
                <a:ext cx="87613" cy="48858"/>
              </a:xfrm>
              <a:custGeom>
                <a:rect b="b" l="l" r="r" t="t"/>
                <a:pathLst>
                  <a:path extrusionOk="0" h="590" w="1058">
                    <a:moveTo>
                      <a:pt x="515" y="0"/>
                    </a:moveTo>
                    <a:cubicBezTo>
                      <a:pt x="467" y="0"/>
                      <a:pt x="418" y="11"/>
                      <a:pt x="382" y="33"/>
                    </a:cubicBezTo>
                    <a:lnTo>
                      <a:pt x="73" y="212"/>
                    </a:lnTo>
                    <a:cubicBezTo>
                      <a:pt x="0" y="255"/>
                      <a:pt x="0" y="319"/>
                      <a:pt x="73" y="362"/>
                    </a:cubicBezTo>
                    <a:lnTo>
                      <a:pt x="411" y="557"/>
                    </a:lnTo>
                    <a:cubicBezTo>
                      <a:pt x="447" y="579"/>
                      <a:pt x="496" y="590"/>
                      <a:pt x="544" y="590"/>
                    </a:cubicBezTo>
                    <a:cubicBezTo>
                      <a:pt x="592" y="590"/>
                      <a:pt x="640" y="579"/>
                      <a:pt x="677" y="557"/>
                    </a:cubicBezTo>
                    <a:lnTo>
                      <a:pt x="985" y="378"/>
                    </a:lnTo>
                    <a:cubicBezTo>
                      <a:pt x="1058" y="342"/>
                      <a:pt x="1058" y="269"/>
                      <a:pt x="985" y="226"/>
                    </a:cubicBezTo>
                    <a:lnTo>
                      <a:pt x="647" y="33"/>
                    </a:lnTo>
                    <a:cubicBezTo>
                      <a:pt x="612" y="11"/>
                      <a:pt x="564" y="0"/>
                      <a:pt x="515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-1584844" y="1246829"/>
                <a:ext cx="84135" cy="47119"/>
              </a:xfrm>
              <a:custGeom>
                <a:rect b="b" l="l" r="r" t="t"/>
                <a:pathLst>
                  <a:path extrusionOk="0" h="569" w="1016">
                    <a:moveTo>
                      <a:pt x="512" y="0"/>
                    </a:moveTo>
                    <a:cubicBezTo>
                      <a:pt x="465" y="0"/>
                      <a:pt x="418" y="11"/>
                      <a:pt x="382" y="32"/>
                    </a:cubicBezTo>
                    <a:lnTo>
                      <a:pt x="73" y="214"/>
                    </a:lnTo>
                    <a:cubicBezTo>
                      <a:pt x="1" y="257"/>
                      <a:pt x="1" y="321"/>
                      <a:pt x="73" y="364"/>
                    </a:cubicBezTo>
                    <a:lnTo>
                      <a:pt x="375" y="536"/>
                    </a:lnTo>
                    <a:cubicBezTo>
                      <a:pt x="411" y="558"/>
                      <a:pt x="457" y="569"/>
                      <a:pt x="504" y="569"/>
                    </a:cubicBezTo>
                    <a:cubicBezTo>
                      <a:pt x="551" y="569"/>
                      <a:pt x="598" y="558"/>
                      <a:pt x="634" y="536"/>
                    </a:cubicBezTo>
                    <a:lnTo>
                      <a:pt x="943" y="357"/>
                    </a:lnTo>
                    <a:cubicBezTo>
                      <a:pt x="1015" y="314"/>
                      <a:pt x="1015" y="248"/>
                      <a:pt x="943" y="205"/>
                    </a:cubicBezTo>
                    <a:lnTo>
                      <a:pt x="648" y="32"/>
                    </a:lnTo>
                    <a:cubicBezTo>
                      <a:pt x="608" y="11"/>
                      <a:pt x="560" y="0"/>
                      <a:pt x="51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-888982" y="1516960"/>
                <a:ext cx="130426" cy="73535"/>
              </a:xfrm>
              <a:custGeom>
                <a:rect b="b" l="l" r="r" t="t"/>
                <a:pathLst>
                  <a:path extrusionOk="0" h="888" w="1575">
                    <a:moveTo>
                      <a:pt x="540" y="0"/>
                    </a:moveTo>
                    <a:cubicBezTo>
                      <a:pt x="493" y="0"/>
                      <a:pt x="446" y="9"/>
                      <a:pt x="410" y="28"/>
                    </a:cubicBezTo>
                    <a:lnTo>
                      <a:pt x="73" y="221"/>
                    </a:lnTo>
                    <a:cubicBezTo>
                      <a:pt x="1" y="264"/>
                      <a:pt x="1" y="336"/>
                      <a:pt x="73" y="379"/>
                    </a:cubicBezTo>
                    <a:lnTo>
                      <a:pt x="907" y="861"/>
                    </a:lnTo>
                    <a:cubicBezTo>
                      <a:pt x="943" y="879"/>
                      <a:pt x="991" y="888"/>
                      <a:pt x="1039" y="888"/>
                    </a:cubicBezTo>
                    <a:cubicBezTo>
                      <a:pt x="1088" y="888"/>
                      <a:pt x="1136" y="879"/>
                      <a:pt x="1172" y="861"/>
                    </a:cubicBezTo>
                    <a:lnTo>
                      <a:pt x="1503" y="668"/>
                    </a:lnTo>
                    <a:cubicBezTo>
                      <a:pt x="1574" y="624"/>
                      <a:pt x="1574" y="552"/>
                      <a:pt x="1503" y="509"/>
                    </a:cubicBezTo>
                    <a:lnTo>
                      <a:pt x="668" y="28"/>
                    </a:lnTo>
                    <a:cubicBezTo>
                      <a:pt x="633" y="9"/>
                      <a:pt x="587" y="0"/>
                      <a:pt x="54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-947281" y="1483256"/>
                <a:ext cx="88690" cy="49438"/>
              </a:xfrm>
              <a:custGeom>
                <a:rect b="b" l="l" r="r" t="t"/>
                <a:pathLst>
                  <a:path extrusionOk="0" h="597" w="1071">
                    <a:moveTo>
                      <a:pt x="539" y="0"/>
                    </a:moveTo>
                    <a:cubicBezTo>
                      <a:pt x="493" y="0"/>
                      <a:pt x="446" y="11"/>
                      <a:pt x="410" y="33"/>
                    </a:cubicBezTo>
                    <a:lnTo>
                      <a:pt x="72" y="226"/>
                    </a:lnTo>
                    <a:cubicBezTo>
                      <a:pt x="1" y="269"/>
                      <a:pt x="1" y="334"/>
                      <a:pt x="72" y="378"/>
                    </a:cubicBezTo>
                    <a:lnTo>
                      <a:pt x="396" y="564"/>
                    </a:lnTo>
                    <a:cubicBezTo>
                      <a:pt x="431" y="585"/>
                      <a:pt x="480" y="596"/>
                      <a:pt x="528" y="596"/>
                    </a:cubicBezTo>
                    <a:cubicBezTo>
                      <a:pt x="577" y="596"/>
                      <a:pt x="625" y="585"/>
                      <a:pt x="662" y="564"/>
                    </a:cubicBezTo>
                    <a:lnTo>
                      <a:pt x="993" y="369"/>
                    </a:lnTo>
                    <a:cubicBezTo>
                      <a:pt x="1071" y="326"/>
                      <a:pt x="1064" y="262"/>
                      <a:pt x="993" y="219"/>
                    </a:cubicBezTo>
                    <a:lnTo>
                      <a:pt x="669" y="33"/>
                    </a:lnTo>
                    <a:cubicBezTo>
                      <a:pt x="632" y="11"/>
                      <a:pt x="586" y="0"/>
                      <a:pt x="53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-982972" y="1528968"/>
                <a:ext cx="165537" cy="94155"/>
              </a:xfrm>
              <a:custGeom>
                <a:rect b="b" l="l" r="r" t="t"/>
                <a:pathLst>
                  <a:path extrusionOk="0" h="1137" w="1999">
                    <a:moveTo>
                      <a:pt x="500" y="0"/>
                    </a:moveTo>
                    <a:cubicBezTo>
                      <a:pt x="451" y="0"/>
                      <a:pt x="403" y="11"/>
                      <a:pt x="366" y="33"/>
                    </a:cubicBezTo>
                    <a:lnTo>
                      <a:pt x="71" y="205"/>
                    </a:lnTo>
                    <a:cubicBezTo>
                      <a:pt x="1" y="248"/>
                      <a:pt x="1" y="314"/>
                      <a:pt x="71" y="357"/>
                    </a:cubicBezTo>
                    <a:lnTo>
                      <a:pt x="1365" y="1104"/>
                    </a:lnTo>
                    <a:cubicBezTo>
                      <a:pt x="1405" y="1125"/>
                      <a:pt x="1454" y="1136"/>
                      <a:pt x="1501" y="1136"/>
                    </a:cubicBezTo>
                    <a:cubicBezTo>
                      <a:pt x="1549" y="1136"/>
                      <a:pt x="1596" y="1125"/>
                      <a:pt x="1631" y="1104"/>
                    </a:cubicBezTo>
                    <a:lnTo>
                      <a:pt x="1926" y="931"/>
                    </a:lnTo>
                    <a:cubicBezTo>
                      <a:pt x="1998" y="888"/>
                      <a:pt x="1998" y="824"/>
                      <a:pt x="1926" y="781"/>
                    </a:cubicBezTo>
                    <a:lnTo>
                      <a:pt x="632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-1040112" y="1495677"/>
                <a:ext cx="83969" cy="47119"/>
              </a:xfrm>
              <a:custGeom>
                <a:rect b="b" l="l" r="r" t="t"/>
                <a:pathLst>
                  <a:path extrusionOk="0" h="569" w="1014">
                    <a:moveTo>
                      <a:pt x="500" y="0"/>
                    </a:moveTo>
                    <a:cubicBezTo>
                      <a:pt x="451" y="0"/>
                      <a:pt x="403" y="11"/>
                      <a:pt x="366" y="33"/>
                    </a:cubicBezTo>
                    <a:lnTo>
                      <a:pt x="71" y="205"/>
                    </a:lnTo>
                    <a:cubicBezTo>
                      <a:pt x="1" y="248"/>
                      <a:pt x="1" y="321"/>
                      <a:pt x="71" y="357"/>
                    </a:cubicBezTo>
                    <a:lnTo>
                      <a:pt x="380" y="536"/>
                    </a:lnTo>
                    <a:cubicBezTo>
                      <a:pt x="416" y="558"/>
                      <a:pt x="465" y="569"/>
                      <a:pt x="514" y="569"/>
                    </a:cubicBezTo>
                    <a:cubicBezTo>
                      <a:pt x="563" y="569"/>
                      <a:pt x="611" y="558"/>
                      <a:pt x="648" y="536"/>
                    </a:cubicBezTo>
                    <a:lnTo>
                      <a:pt x="941" y="364"/>
                    </a:lnTo>
                    <a:cubicBezTo>
                      <a:pt x="1013" y="328"/>
                      <a:pt x="1013" y="255"/>
                      <a:pt x="941" y="212"/>
                    </a:cubicBezTo>
                    <a:lnTo>
                      <a:pt x="632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-1496070" y="1233083"/>
                <a:ext cx="84632" cy="46705"/>
              </a:xfrm>
              <a:custGeom>
                <a:rect b="b" l="l" r="r" t="t"/>
                <a:pathLst>
                  <a:path extrusionOk="0" h="564" w="1022">
                    <a:moveTo>
                      <a:pt x="503" y="0"/>
                    </a:moveTo>
                    <a:cubicBezTo>
                      <a:pt x="456" y="0"/>
                      <a:pt x="410" y="9"/>
                      <a:pt x="374" y="26"/>
                    </a:cubicBezTo>
                    <a:lnTo>
                      <a:pt x="79" y="198"/>
                    </a:lnTo>
                    <a:cubicBezTo>
                      <a:pt x="0" y="242"/>
                      <a:pt x="7" y="314"/>
                      <a:pt x="79" y="357"/>
                    </a:cubicBezTo>
                    <a:lnTo>
                      <a:pt x="388" y="537"/>
                    </a:lnTo>
                    <a:cubicBezTo>
                      <a:pt x="424" y="555"/>
                      <a:pt x="471" y="564"/>
                      <a:pt x="518" y="564"/>
                    </a:cubicBezTo>
                    <a:cubicBezTo>
                      <a:pt x="566" y="564"/>
                      <a:pt x="614" y="555"/>
                      <a:pt x="654" y="537"/>
                    </a:cubicBezTo>
                    <a:lnTo>
                      <a:pt x="949" y="364"/>
                    </a:lnTo>
                    <a:cubicBezTo>
                      <a:pt x="1021" y="321"/>
                      <a:pt x="1021" y="250"/>
                      <a:pt x="949" y="207"/>
                    </a:cubicBezTo>
                    <a:lnTo>
                      <a:pt x="633" y="26"/>
                    </a:lnTo>
                    <a:cubicBezTo>
                      <a:pt x="597" y="9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-729405" y="1542052"/>
                <a:ext cx="89352" cy="50183"/>
              </a:xfrm>
              <a:custGeom>
                <a:rect b="b" l="l" r="r" t="t"/>
                <a:pathLst>
                  <a:path extrusionOk="0" h="606" w="1079">
                    <a:moveTo>
                      <a:pt x="503" y="1"/>
                    </a:moveTo>
                    <a:cubicBezTo>
                      <a:pt x="457" y="1"/>
                      <a:pt x="410" y="12"/>
                      <a:pt x="373" y="33"/>
                    </a:cubicBezTo>
                    <a:lnTo>
                      <a:pt x="72" y="206"/>
                    </a:lnTo>
                    <a:cubicBezTo>
                      <a:pt x="1" y="249"/>
                      <a:pt x="1" y="321"/>
                      <a:pt x="72" y="365"/>
                    </a:cubicBezTo>
                    <a:lnTo>
                      <a:pt x="446" y="573"/>
                    </a:lnTo>
                    <a:cubicBezTo>
                      <a:pt x="482" y="595"/>
                      <a:pt x="529" y="606"/>
                      <a:pt x="575" y="606"/>
                    </a:cubicBezTo>
                    <a:cubicBezTo>
                      <a:pt x="622" y="606"/>
                      <a:pt x="668" y="595"/>
                      <a:pt x="705" y="573"/>
                    </a:cubicBezTo>
                    <a:lnTo>
                      <a:pt x="1007" y="401"/>
                    </a:lnTo>
                    <a:cubicBezTo>
                      <a:pt x="1079" y="358"/>
                      <a:pt x="1079" y="292"/>
                      <a:pt x="1007" y="249"/>
                    </a:cubicBezTo>
                    <a:lnTo>
                      <a:pt x="632" y="33"/>
                    </a:lnTo>
                    <a:cubicBezTo>
                      <a:pt x="597" y="12"/>
                      <a:pt x="550" y="1"/>
                      <a:pt x="5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-788366" y="1574845"/>
                <a:ext cx="92333" cy="51839"/>
              </a:xfrm>
              <a:custGeom>
                <a:rect b="b" l="l" r="r" t="t"/>
                <a:pathLst>
                  <a:path extrusionOk="0" h="626" w="1115">
                    <a:moveTo>
                      <a:pt x="540" y="0"/>
                    </a:moveTo>
                    <a:cubicBezTo>
                      <a:pt x="493" y="0"/>
                      <a:pt x="446" y="11"/>
                      <a:pt x="411" y="32"/>
                    </a:cubicBezTo>
                    <a:lnTo>
                      <a:pt x="73" y="227"/>
                    </a:lnTo>
                    <a:cubicBezTo>
                      <a:pt x="0" y="270"/>
                      <a:pt x="0" y="334"/>
                      <a:pt x="73" y="377"/>
                    </a:cubicBezTo>
                    <a:lnTo>
                      <a:pt x="438" y="593"/>
                    </a:lnTo>
                    <a:cubicBezTo>
                      <a:pt x="478" y="615"/>
                      <a:pt x="527" y="625"/>
                      <a:pt x="575" y="625"/>
                    </a:cubicBezTo>
                    <a:cubicBezTo>
                      <a:pt x="622" y="625"/>
                      <a:pt x="669" y="615"/>
                      <a:pt x="704" y="593"/>
                    </a:cubicBezTo>
                    <a:lnTo>
                      <a:pt x="1042" y="400"/>
                    </a:lnTo>
                    <a:cubicBezTo>
                      <a:pt x="1115" y="357"/>
                      <a:pt x="1115" y="284"/>
                      <a:pt x="1042" y="248"/>
                    </a:cubicBezTo>
                    <a:lnTo>
                      <a:pt x="670" y="32"/>
                    </a:lnTo>
                    <a:cubicBezTo>
                      <a:pt x="633" y="11"/>
                      <a:pt x="586" y="0"/>
                      <a:pt x="54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-1128803" y="1311836"/>
                <a:ext cx="79746" cy="44717"/>
              </a:xfrm>
              <a:custGeom>
                <a:rect b="b" l="l" r="r" t="t"/>
                <a:pathLst>
                  <a:path extrusionOk="0" h="540" w="963">
                    <a:moveTo>
                      <a:pt x="500" y="0"/>
                    </a:moveTo>
                    <a:cubicBezTo>
                      <a:pt x="451" y="0"/>
                      <a:pt x="402" y="11"/>
                      <a:pt x="366" y="32"/>
                    </a:cubicBezTo>
                    <a:lnTo>
                      <a:pt x="71" y="205"/>
                    </a:lnTo>
                    <a:cubicBezTo>
                      <a:pt x="0" y="239"/>
                      <a:pt x="0" y="312"/>
                      <a:pt x="71" y="355"/>
                    </a:cubicBezTo>
                    <a:lnTo>
                      <a:pt x="330" y="507"/>
                    </a:lnTo>
                    <a:cubicBezTo>
                      <a:pt x="366" y="528"/>
                      <a:pt x="415" y="539"/>
                      <a:pt x="464" y="539"/>
                    </a:cubicBezTo>
                    <a:cubicBezTo>
                      <a:pt x="512" y="539"/>
                      <a:pt x="561" y="528"/>
                      <a:pt x="597" y="507"/>
                    </a:cubicBezTo>
                    <a:lnTo>
                      <a:pt x="891" y="334"/>
                    </a:lnTo>
                    <a:cubicBezTo>
                      <a:pt x="963" y="291"/>
                      <a:pt x="963" y="219"/>
                      <a:pt x="891" y="176"/>
                    </a:cubicBezTo>
                    <a:lnTo>
                      <a:pt x="632" y="32"/>
                    </a:lnTo>
                    <a:cubicBezTo>
                      <a:pt x="596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-672927" y="1521266"/>
                <a:ext cx="68649" cy="38093"/>
              </a:xfrm>
              <a:custGeom>
                <a:rect b="b" l="l" r="r" t="t"/>
                <a:pathLst>
                  <a:path extrusionOk="0" h="460" w="829">
                    <a:moveTo>
                      <a:pt x="254" y="0"/>
                    </a:moveTo>
                    <a:cubicBezTo>
                      <a:pt x="206" y="0"/>
                      <a:pt x="159" y="11"/>
                      <a:pt x="123" y="32"/>
                    </a:cubicBezTo>
                    <a:lnTo>
                      <a:pt x="73" y="62"/>
                    </a:lnTo>
                    <a:cubicBezTo>
                      <a:pt x="0" y="105"/>
                      <a:pt x="0" y="177"/>
                      <a:pt x="73" y="212"/>
                    </a:cubicBezTo>
                    <a:lnTo>
                      <a:pt x="447" y="427"/>
                    </a:lnTo>
                    <a:cubicBezTo>
                      <a:pt x="482" y="449"/>
                      <a:pt x="529" y="460"/>
                      <a:pt x="576" y="460"/>
                    </a:cubicBezTo>
                    <a:cubicBezTo>
                      <a:pt x="623" y="460"/>
                      <a:pt x="670" y="449"/>
                      <a:pt x="706" y="427"/>
                    </a:cubicBezTo>
                    <a:lnTo>
                      <a:pt x="756" y="400"/>
                    </a:lnTo>
                    <a:cubicBezTo>
                      <a:pt x="828" y="357"/>
                      <a:pt x="828" y="291"/>
                      <a:pt x="756" y="248"/>
                    </a:cubicBezTo>
                    <a:lnTo>
                      <a:pt x="388" y="32"/>
                    </a:lnTo>
                    <a:cubicBezTo>
                      <a:pt x="350" y="11"/>
                      <a:pt x="301" y="0"/>
                      <a:pt x="25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-788366" y="1454686"/>
                <a:ext cx="65503" cy="36271"/>
              </a:xfrm>
              <a:custGeom>
                <a:rect b="b" l="l" r="r" t="t"/>
                <a:pathLst>
                  <a:path extrusionOk="0" h="438" w="791">
                    <a:moveTo>
                      <a:pt x="252" y="0"/>
                    </a:moveTo>
                    <a:cubicBezTo>
                      <a:pt x="206" y="0"/>
                      <a:pt x="159" y="11"/>
                      <a:pt x="123" y="33"/>
                    </a:cubicBezTo>
                    <a:lnTo>
                      <a:pt x="73" y="60"/>
                    </a:lnTo>
                    <a:cubicBezTo>
                      <a:pt x="0" y="103"/>
                      <a:pt x="0" y="169"/>
                      <a:pt x="73" y="212"/>
                    </a:cubicBezTo>
                    <a:lnTo>
                      <a:pt x="411" y="405"/>
                    </a:lnTo>
                    <a:cubicBezTo>
                      <a:pt x="446" y="427"/>
                      <a:pt x="493" y="438"/>
                      <a:pt x="540" y="438"/>
                    </a:cubicBezTo>
                    <a:cubicBezTo>
                      <a:pt x="588" y="438"/>
                      <a:pt x="637" y="427"/>
                      <a:pt x="677" y="405"/>
                    </a:cubicBezTo>
                    <a:lnTo>
                      <a:pt x="720" y="378"/>
                    </a:lnTo>
                    <a:cubicBezTo>
                      <a:pt x="790" y="341"/>
                      <a:pt x="790" y="269"/>
                      <a:pt x="720" y="226"/>
                    </a:cubicBezTo>
                    <a:lnTo>
                      <a:pt x="382" y="33"/>
                    </a:lnTo>
                    <a:cubicBezTo>
                      <a:pt x="345" y="11"/>
                      <a:pt x="299" y="0"/>
                      <a:pt x="25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-728825" y="1489053"/>
                <a:ext cx="62522" cy="34615"/>
              </a:xfrm>
              <a:custGeom>
                <a:rect b="b" l="l" r="r" t="t"/>
                <a:pathLst>
                  <a:path extrusionOk="0" h="418" w="755">
                    <a:moveTo>
                      <a:pt x="252" y="1"/>
                    </a:moveTo>
                    <a:cubicBezTo>
                      <a:pt x="205" y="1"/>
                      <a:pt x="159" y="12"/>
                      <a:pt x="123" y="33"/>
                    </a:cubicBezTo>
                    <a:lnTo>
                      <a:pt x="71" y="63"/>
                    </a:lnTo>
                    <a:cubicBezTo>
                      <a:pt x="1" y="106"/>
                      <a:pt x="1" y="170"/>
                      <a:pt x="71" y="213"/>
                    </a:cubicBezTo>
                    <a:lnTo>
                      <a:pt x="366" y="385"/>
                    </a:lnTo>
                    <a:cubicBezTo>
                      <a:pt x="403" y="407"/>
                      <a:pt x="451" y="418"/>
                      <a:pt x="500" y="418"/>
                    </a:cubicBezTo>
                    <a:cubicBezTo>
                      <a:pt x="548" y="418"/>
                      <a:pt x="597" y="407"/>
                      <a:pt x="632" y="385"/>
                    </a:cubicBezTo>
                    <a:lnTo>
                      <a:pt x="684" y="358"/>
                    </a:lnTo>
                    <a:cubicBezTo>
                      <a:pt x="755" y="314"/>
                      <a:pt x="755" y="242"/>
                      <a:pt x="684" y="206"/>
                    </a:cubicBezTo>
                    <a:lnTo>
                      <a:pt x="382" y="33"/>
                    </a:lnTo>
                    <a:cubicBezTo>
                      <a:pt x="346" y="12"/>
                      <a:pt x="299" y="1"/>
                      <a:pt x="25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-844926" y="1475389"/>
                <a:ext cx="142930" cy="81154"/>
              </a:xfrm>
              <a:custGeom>
                <a:rect b="b" l="l" r="r" t="t"/>
                <a:pathLst>
                  <a:path extrusionOk="0" h="980" w="1726">
                    <a:moveTo>
                      <a:pt x="504" y="0"/>
                    </a:moveTo>
                    <a:cubicBezTo>
                      <a:pt x="457" y="0"/>
                      <a:pt x="411" y="11"/>
                      <a:pt x="375" y="33"/>
                    </a:cubicBezTo>
                    <a:lnTo>
                      <a:pt x="73" y="205"/>
                    </a:lnTo>
                    <a:cubicBezTo>
                      <a:pt x="0" y="248"/>
                      <a:pt x="0" y="321"/>
                      <a:pt x="73" y="357"/>
                    </a:cubicBezTo>
                    <a:lnTo>
                      <a:pt x="1085" y="947"/>
                    </a:lnTo>
                    <a:cubicBezTo>
                      <a:pt x="1121" y="969"/>
                      <a:pt x="1170" y="979"/>
                      <a:pt x="1219" y="979"/>
                    </a:cubicBezTo>
                    <a:cubicBezTo>
                      <a:pt x="1268" y="979"/>
                      <a:pt x="1316" y="969"/>
                      <a:pt x="1353" y="947"/>
                    </a:cubicBezTo>
                    <a:lnTo>
                      <a:pt x="1646" y="774"/>
                    </a:lnTo>
                    <a:cubicBezTo>
                      <a:pt x="1725" y="731"/>
                      <a:pt x="1718" y="666"/>
                      <a:pt x="1646" y="623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-846665" y="1421230"/>
                <a:ext cx="64923" cy="35857"/>
              </a:xfrm>
              <a:custGeom>
                <a:rect b="b" l="l" r="r" t="t"/>
                <a:pathLst>
                  <a:path extrusionOk="0" h="433" w="784">
                    <a:moveTo>
                      <a:pt x="253" y="1"/>
                    </a:moveTo>
                    <a:cubicBezTo>
                      <a:pt x="205" y="1"/>
                      <a:pt x="158" y="11"/>
                      <a:pt x="123" y="33"/>
                    </a:cubicBezTo>
                    <a:lnTo>
                      <a:pt x="71" y="62"/>
                    </a:lnTo>
                    <a:cubicBezTo>
                      <a:pt x="0" y="98"/>
                      <a:pt x="0" y="169"/>
                      <a:pt x="71" y="212"/>
                    </a:cubicBezTo>
                    <a:lnTo>
                      <a:pt x="396" y="400"/>
                    </a:lnTo>
                    <a:cubicBezTo>
                      <a:pt x="432" y="422"/>
                      <a:pt x="480" y="433"/>
                      <a:pt x="528" y="433"/>
                    </a:cubicBezTo>
                    <a:cubicBezTo>
                      <a:pt x="577" y="433"/>
                      <a:pt x="625" y="422"/>
                      <a:pt x="661" y="400"/>
                    </a:cubicBezTo>
                    <a:lnTo>
                      <a:pt x="711" y="371"/>
                    </a:lnTo>
                    <a:cubicBezTo>
                      <a:pt x="784" y="328"/>
                      <a:pt x="784" y="255"/>
                      <a:pt x="704" y="221"/>
                    </a:cubicBezTo>
                    <a:lnTo>
                      <a:pt x="389" y="33"/>
                    </a:lnTo>
                    <a:cubicBezTo>
                      <a:pt x="349" y="11"/>
                      <a:pt x="300" y="1"/>
                      <a:pt x="25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-903805" y="1387940"/>
                <a:ext cx="63764" cy="35194"/>
              </a:xfrm>
              <a:custGeom>
                <a:rect b="b" l="l" r="r" t="t"/>
                <a:pathLst>
                  <a:path extrusionOk="0" h="425" w="770">
                    <a:moveTo>
                      <a:pt x="252" y="1"/>
                    </a:moveTo>
                    <a:cubicBezTo>
                      <a:pt x="205" y="1"/>
                      <a:pt x="158" y="11"/>
                      <a:pt x="123" y="33"/>
                    </a:cubicBezTo>
                    <a:lnTo>
                      <a:pt x="71" y="62"/>
                    </a:lnTo>
                    <a:cubicBezTo>
                      <a:pt x="0" y="105"/>
                      <a:pt x="0" y="169"/>
                      <a:pt x="71" y="212"/>
                    </a:cubicBezTo>
                    <a:lnTo>
                      <a:pt x="382" y="392"/>
                    </a:lnTo>
                    <a:cubicBezTo>
                      <a:pt x="417" y="413"/>
                      <a:pt x="465" y="424"/>
                      <a:pt x="514" y="424"/>
                    </a:cubicBezTo>
                    <a:cubicBezTo>
                      <a:pt x="562" y="424"/>
                      <a:pt x="611" y="413"/>
                      <a:pt x="647" y="392"/>
                    </a:cubicBezTo>
                    <a:lnTo>
                      <a:pt x="697" y="364"/>
                    </a:lnTo>
                    <a:cubicBezTo>
                      <a:pt x="770" y="321"/>
                      <a:pt x="770" y="255"/>
                      <a:pt x="697" y="212"/>
                    </a:cubicBezTo>
                    <a:lnTo>
                      <a:pt x="382" y="33"/>
                    </a:lnTo>
                    <a:cubicBezTo>
                      <a:pt x="345" y="11"/>
                      <a:pt x="298" y="1"/>
                      <a:pt x="25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-959785" y="1355809"/>
                <a:ext cx="62604" cy="34615"/>
              </a:xfrm>
              <a:custGeom>
                <a:rect b="b" l="l" r="r" t="t"/>
                <a:pathLst>
                  <a:path extrusionOk="0" h="418" w="756">
                    <a:moveTo>
                      <a:pt x="248" y="0"/>
                    </a:moveTo>
                    <a:cubicBezTo>
                      <a:pt x="199" y="0"/>
                      <a:pt x="151" y="11"/>
                      <a:pt x="116" y="33"/>
                    </a:cubicBezTo>
                    <a:lnTo>
                      <a:pt x="73" y="62"/>
                    </a:lnTo>
                    <a:cubicBezTo>
                      <a:pt x="0" y="97"/>
                      <a:pt x="0" y="169"/>
                      <a:pt x="73" y="212"/>
                    </a:cubicBezTo>
                    <a:lnTo>
                      <a:pt x="368" y="385"/>
                    </a:lnTo>
                    <a:cubicBezTo>
                      <a:pt x="403" y="406"/>
                      <a:pt x="451" y="417"/>
                      <a:pt x="500" y="417"/>
                    </a:cubicBezTo>
                    <a:cubicBezTo>
                      <a:pt x="548" y="417"/>
                      <a:pt x="597" y="406"/>
                      <a:pt x="633" y="385"/>
                    </a:cubicBezTo>
                    <a:lnTo>
                      <a:pt x="683" y="355"/>
                    </a:lnTo>
                    <a:cubicBezTo>
                      <a:pt x="756" y="312"/>
                      <a:pt x="756" y="241"/>
                      <a:pt x="676" y="205"/>
                    </a:cubicBezTo>
                    <a:lnTo>
                      <a:pt x="381" y="33"/>
                    </a:lnTo>
                    <a:cubicBezTo>
                      <a:pt x="345" y="11"/>
                      <a:pt x="296" y="0"/>
                      <a:pt x="248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-1016345" y="1376678"/>
                <a:ext cx="82727" cy="46456"/>
              </a:xfrm>
              <a:custGeom>
                <a:rect b="b" l="l" r="r" t="t"/>
                <a:pathLst>
                  <a:path extrusionOk="0" h="561" w="999">
                    <a:moveTo>
                      <a:pt x="500" y="0"/>
                    </a:moveTo>
                    <a:cubicBezTo>
                      <a:pt x="451" y="0"/>
                      <a:pt x="403" y="11"/>
                      <a:pt x="367" y="33"/>
                    </a:cubicBezTo>
                    <a:lnTo>
                      <a:pt x="72" y="205"/>
                    </a:lnTo>
                    <a:cubicBezTo>
                      <a:pt x="0" y="248"/>
                      <a:pt x="0" y="312"/>
                      <a:pt x="72" y="355"/>
                    </a:cubicBezTo>
                    <a:lnTo>
                      <a:pt x="367" y="528"/>
                    </a:lnTo>
                    <a:cubicBezTo>
                      <a:pt x="403" y="549"/>
                      <a:pt x="451" y="560"/>
                      <a:pt x="500" y="560"/>
                    </a:cubicBezTo>
                    <a:cubicBezTo>
                      <a:pt x="548" y="560"/>
                      <a:pt x="597" y="549"/>
                      <a:pt x="633" y="528"/>
                    </a:cubicBezTo>
                    <a:lnTo>
                      <a:pt x="928" y="355"/>
                    </a:lnTo>
                    <a:cubicBezTo>
                      <a:pt x="999" y="312"/>
                      <a:pt x="999" y="241"/>
                      <a:pt x="928" y="205"/>
                    </a:cubicBezTo>
                    <a:lnTo>
                      <a:pt x="633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37"/>
              <p:cNvSpPr/>
              <p:nvPr/>
            </p:nvSpPr>
            <p:spPr>
              <a:xfrm>
                <a:off x="-960365" y="1408808"/>
                <a:ext cx="84632" cy="47036"/>
              </a:xfrm>
              <a:custGeom>
                <a:rect b="b" l="l" r="r" t="t"/>
                <a:pathLst>
                  <a:path extrusionOk="0" h="568" w="1022">
                    <a:moveTo>
                      <a:pt x="502" y="0"/>
                    </a:moveTo>
                    <a:cubicBezTo>
                      <a:pt x="454" y="0"/>
                      <a:pt x="406" y="11"/>
                      <a:pt x="366" y="33"/>
                    </a:cubicBezTo>
                    <a:lnTo>
                      <a:pt x="73" y="205"/>
                    </a:lnTo>
                    <a:cubicBezTo>
                      <a:pt x="0" y="248"/>
                      <a:pt x="0" y="319"/>
                      <a:pt x="73" y="355"/>
                    </a:cubicBezTo>
                    <a:lnTo>
                      <a:pt x="382" y="535"/>
                    </a:lnTo>
                    <a:cubicBezTo>
                      <a:pt x="421" y="556"/>
                      <a:pt x="470" y="567"/>
                      <a:pt x="517" y="567"/>
                    </a:cubicBezTo>
                    <a:cubicBezTo>
                      <a:pt x="564" y="567"/>
                      <a:pt x="611" y="556"/>
                      <a:pt x="647" y="535"/>
                    </a:cubicBezTo>
                    <a:lnTo>
                      <a:pt x="942" y="362"/>
                    </a:lnTo>
                    <a:cubicBezTo>
                      <a:pt x="1022" y="319"/>
                      <a:pt x="1013" y="255"/>
                      <a:pt x="942" y="212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7"/>
              <p:cNvSpPr/>
              <p:nvPr/>
            </p:nvSpPr>
            <p:spPr>
              <a:xfrm>
                <a:off x="-903225" y="1442099"/>
                <a:ext cx="85211" cy="47699"/>
              </a:xfrm>
              <a:custGeom>
                <a:rect b="b" l="l" r="r" t="t"/>
                <a:pathLst>
                  <a:path extrusionOk="0" h="576" w="1029">
                    <a:moveTo>
                      <a:pt x="503" y="0"/>
                    </a:moveTo>
                    <a:cubicBezTo>
                      <a:pt x="457" y="0"/>
                      <a:pt x="410" y="11"/>
                      <a:pt x="375" y="33"/>
                    </a:cubicBezTo>
                    <a:lnTo>
                      <a:pt x="73" y="205"/>
                    </a:lnTo>
                    <a:cubicBezTo>
                      <a:pt x="0" y="248"/>
                      <a:pt x="0" y="314"/>
                      <a:pt x="73" y="357"/>
                    </a:cubicBezTo>
                    <a:lnTo>
                      <a:pt x="395" y="543"/>
                    </a:lnTo>
                    <a:cubicBezTo>
                      <a:pt x="432" y="565"/>
                      <a:pt x="480" y="576"/>
                      <a:pt x="529" y="576"/>
                    </a:cubicBezTo>
                    <a:cubicBezTo>
                      <a:pt x="577" y="576"/>
                      <a:pt x="626" y="565"/>
                      <a:pt x="661" y="543"/>
                    </a:cubicBezTo>
                    <a:lnTo>
                      <a:pt x="956" y="371"/>
                    </a:lnTo>
                    <a:cubicBezTo>
                      <a:pt x="1028" y="328"/>
                      <a:pt x="1028" y="255"/>
                      <a:pt x="956" y="219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7"/>
              <p:cNvSpPr/>
              <p:nvPr/>
            </p:nvSpPr>
            <p:spPr>
              <a:xfrm>
                <a:off x="-1130128" y="1257512"/>
                <a:ext cx="63847" cy="35277"/>
              </a:xfrm>
              <a:custGeom>
                <a:rect b="b" l="l" r="r" t="t"/>
                <a:pathLst>
                  <a:path extrusionOk="0" h="426" w="771">
                    <a:moveTo>
                      <a:pt x="257" y="1"/>
                    </a:moveTo>
                    <a:cubicBezTo>
                      <a:pt x="208" y="1"/>
                      <a:pt x="160" y="11"/>
                      <a:pt x="123" y="33"/>
                    </a:cubicBezTo>
                    <a:lnTo>
                      <a:pt x="73" y="62"/>
                    </a:lnTo>
                    <a:cubicBezTo>
                      <a:pt x="1" y="105"/>
                      <a:pt x="9" y="171"/>
                      <a:pt x="80" y="214"/>
                    </a:cubicBezTo>
                    <a:lnTo>
                      <a:pt x="389" y="393"/>
                    </a:lnTo>
                    <a:cubicBezTo>
                      <a:pt x="425" y="415"/>
                      <a:pt x="472" y="426"/>
                      <a:pt x="519" y="426"/>
                    </a:cubicBezTo>
                    <a:cubicBezTo>
                      <a:pt x="566" y="426"/>
                      <a:pt x="612" y="415"/>
                      <a:pt x="648" y="393"/>
                    </a:cubicBezTo>
                    <a:lnTo>
                      <a:pt x="700" y="364"/>
                    </a:lnTo>
                    <a:cubicBezTo>
                      <a:pt x="770" y="321"/>
                      <a:pt x="770" y="257"/>
                      <a:pt x="700" y="214"/>
                    </a:cubicBezTo>
                    <a:lnTo>
                      <a:pt x="389" y="33"/>
                    </a:lnTo>
                    <a:cubicBezTo>
                      <a:pt x="354" y="11"/>
                      <a:pt x="305" y="1"/>
                      <a:pt x="257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37"/>
              <p:cNvSpPr/>
              <p:nvPr/>
            </p:nvSpPr>
            <p:spPr>
              <a:xfrm>
                <a:off x="-957963" y="1674633"/>
                <a:ext cx="89932" cy="50348"/>
              </a:xfrm>
              <a:custGeom>
                <a:rect b="b" l="l" r="r" t="t"/>
                <a:pathLst>
                  <a:path extrusionOk="0" h="608" w="1086">
                    <a:moveTo>
                      <a:pt x="514" y="1"/>
                    </a:moveTo>
                    <a:cubicBezTo>
                      <a:pt x="465" y="1"/>
                      <a:pt x="416" y="10"/>
                      <a:pt x="380" y="28"/>
                    </a:cubicBezTo>
                    <a:lnTo>
                      <a:pt x="71" y="207"/>
                    </a:lnTo>
                    <a:cubicBezTo>
                      <a:pt x="1" y="251"/>
                      <a:pt x="1" y="323"/>
                      <a:pt x="78" y="366"/>
                    </a:cubicBezTo>
                    <a:lnTo>
                      <a:pt x="446" y="575"/>
                    </a:lnTo>
                    <a:cubicBezTo>
                      <a:pt x="482" y="596"/>
                      <a:pt x="530" y="607"/>
                      <a:pt x="579" y="607"/>
                    </a:cubicBezTo>
                    <a:cubicBezTo>
                      <a:pt x="627" y="607"/>
                      <a:pt x="675" y="596"/>
                      <a:pt x="711" y="575"/>
                    </a:cubicBezTo>
                    <a:lnTo>
                      <a:pt x="1013" y="395"/>
                    </a:lnTo>
                    <a:cubicBezTo>
                      <a:pt x="1086" y="359"/>
                      <a:pt x="1086" y="287"/>
                      <a:pt x="1013" y="244"/>
                    </a:cubicBezTo>
                    <a:lnTo>
                      <a:pt x="648" y="28"/>
                    </a:lnTo>
                    <a:cubicBezTo>
                      <a:pt x="611" y="10"/>
                      <a:pt x="563" y="1"/>
                      <a:pt x="51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37"/>
              <p:cNvSpPr/>
              <p:nvPr/>
            </p:nvSpPr>
            <p:spPr>
              <a:xfrm>
                <a:off x="-1942505" y="1547517"/>
                <a:ext cx="51756" cy="59872"/>
              </a:xfrm>
              <a:custGeom>
                <a:rect b="b" l="l" r="r" t="t"/>
                <a:pathLst>
                  <a:path extrusionOk="0" h="723" w="625">
                    <a:moveTo>
                      <a:pt x="294" y="0"/>
                    </a:moveTo>
                    <a:cubicBezTo>
                      <a:pt x="285" y="0"/>
                      <a:pt x="276" y="1"/>
                      <a:pt x="266" y="4"/>
                    </a:cubicBezTo>
                    <a:cubicBezTo>
                      <a:pt x="245" y="10"/>
                      <a:pt x="223" y="17"/>
                      <a:pt x="193" y="33"/>
                    </a:cubicBezTo>
                    <a:lnTo>
                      <a:pt x="0" y="147"/>
                    </a:lnTo>
                    <a:lnTo>
                      <a:pt x="223" y="276"/>
                    </a:lnTo>
                    <a:lnTo>
                      <a:pt x="338" y="571"/>
                    </a:lnTo>
                    <a:lnTo>
                      <a:pt x="230" y="723"/>
                    </a:lnTo>
                    <a:cubicBezTo>
                      <a:pt x="323" y="664"/>
                      <a:pt x="424" y="607"/>
                      <a:pt x="504" y="564"/>
                    </a:cubicBezTo>
                    <a:cubicBezTo>
                      <a:pt x="511" y="557"/>
                      <a:pt x="525" y="550"/>
                      <a:pt x="531" y="542"/>
                    </a:cubicBezTo>
                    <a:cubicBezTo>
                      <a:pt x="538" y="535"/>
                      <a:pt x="547" y="528"/>
                      <a:pt x="554" y="521"/>
                    </a:cubicBezTo>
                    <a:cubicBezTo>
                      <a:pt x="568" y="507"/>
                      <a:pt x="581" y="485"/>
                      <a:pt x="590" y="471"/>
                    </a:cubicBezTo>
                    <a:cubicBezTo>
                      <a:pt x="597" y="471"/>
                      <a:pt x="597" y="471"/>
                      <a:pt x="597" y="464"/>
                    </a:cubicBezTo>
                    <a:cubicBezTo>
                      <a:pt x="597" y="464"/>
                      <a:pt x="604" y="456"/>
                      <a:pt x="604" y="449"/>
                    </a:cubicBezTo>
                    <a:cubicBezTo>
                      <a:pt x="604" y="449"/>
                      <a:pt x="604" y="442"/>
                      <a:pt x="611" y="442"/>
                    </a:cubicBezTo>
                    <a:lnTo>
                      <a:pt x="611" y="428"/>
                    </a:lnTo>
                    <a:cubicBezTo>
                      <a:pt x="611" y="421"/>
                      <a:pt x="618" y="421"/>
                      <a:pt x="618" y="412"/>
                    </a:cubicBezTo>
                    <a:lnTo>
                      <a:pt x="618" y="405"/>
                    </a:lnTo>
                    <a:cubicBezTo>
                      <a:pt x="618" y="399"/>
                      <a:pt x="625" y="392"/>
                      <a:pt x="625" y="385"/>
                    </a:cubicBezTo>
                    <a:lnTo>
                      <a:pt x="625" y="355"/>
                    </a:lnTo>
                    <a:lnTo>
                      <a:pt x="625" y="349"/>
                    </a:lnTo>
                    <a:lnTo>
                      <a:pt x="625" y="335"/>
                    </a:lnTo>
                    <a:cubicBezTo>
                      <a:pt x="625" y="305"/>
                      <a:pt x="625" y="283"/>
                      <a:pt x="611" y="240"/>
                    </a:cubicBezTo>
                    <a:cubicBezTo>
                      <a:pt x="611" y="233"/>
                      <a:pt x="604" y="212"/>
                      <a:pt x="597" y="205"/>
                    </a:cubicBezTo>
                    <a:cubicBezTo>
                      <a:pt x="590" y="190"/>
                      <a:pt x="590" y="190"/>
                      <a:pt x="575" y="162"/>
                    </a:cubicBezTo>
                    <a:cubicBezTo>
                      <a:pt x="575" y="154"/>
                      <a:pt x="561" y="126"/>
                      <a:pt x="525" y="97"/>
                    </a:cubicBezTo>
                    <a:cubicBezTo>
                      <a:pt x="504" y="76"/>
                      <a:pt x="481" y="54"/>
                      <a:pt x="468" y="47"/>
                    </a:cubicBezTo>
                    <a:cubicBezTo>
                      <a:pt x="431" y="24"/>
                      <a:pt x="381" y="4"/>
                      <a:pt x="338" y="4"/>
                    </a:cubicBezTo>
                    <a:cubicBezTo>
                      <a:pt x="328" y="4"/>
                      <a:pt x="312" y="0"/>
                      <a:pt x="294" y="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37"/>
              <p:cNvSpPr/>
              <p:nvPr/>
            </p:nvSpPr>
            <p:spPr>
              <a:xfrm>
                <a:off x="-1945569" y="1594803"/>
                <a:ext cx="31137" cy="26168"/>
              </a:xfrm>
              <a:custGeom>
                <a:rect b="b" l="l" r="r" t="t"/>
                <a:pathLst>
                  <a:path extrusionOk="0" h="316" w="376">
                    <a:moveTo>
                      <a:pt x="375" y="0"/>
                    </a:moveTo>
                    <a:lnTo>
                      <a:pt x="116" y="152"/>
                    </a:lnTo>
                    <a:lnTo>
                      <a:pt x="73" y="216"/>
                    </a:lnTo>
                    <a:lnTo>
                      <a:pt x="1" y="316"/>
                    </a:lnTo>
                    <a:lnTo>
                      <a:pt x="260" y="166"/>
                    </a:lnTo>
                    <a:lnTo>
                      <a:pt x="267" y="152"/>
                    </a:lnTo>
                    <a:lnTo>
                      <a:pt x="375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37"/>
              <p:cNvSpPr/>
              <p:nvPr/>
            </p:nvSpPr>
            <p:spPr>
              <a:xfrm>
                <a:off x="-2344388" y="1571616"/>
                <a:ext cx="398896" cy="230957"/>
              </a:xfrm>
              <a:custGeom>
                <a:rect b="b" l="l" r="r" t="t"/>
                <a:pathLst>
                  <a:path extrusionOk="0" h="2789" w="4817">
                    <a:moveTo>
                      <a:pt x="4594" y="1"/>
                    </a:moveTo>
                    <a:lnTo>
                      <a:pt x="0" y="2659"/>
                    </a:lnTo>
                    <a:lnTo>
                      <a:pt x="232" y="2788"/>
                    </a:lnTo>
                    <a:lnTo>
                      <a:pt x="4644" y="237"/>
                    </a:lnTo>
                    <a:lnTo>
                      <a:pt x="4817" y="137"/>
                    </a:lnTo>
                    <a:lnTo>
                      <a:pt x="4631" y="21"/>
                    </a:lnTo>
                    <a:lnTo>
                      <a:pt x="4594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37"/>
              <p:cNvSpPr/>
              <p:nvPr/>
            </p:nvSpPr>
            <p:spPr>
              <a:xfrm>
                <a:off x="-2325259" y="1582878"/>
                <a:ext cx="389373" cy="244704"/>
              </a:xfrm>
              <a:custGeom>
                <a:rect b="b" l="l" r="r" t="t"/>
                <a:pathLst>
                  <a:path extrusionOk="0" h="2955" w="4702">
                    <a:moveTo>
                      <a:pt x="4586" y="1"/>
                    </a:moveTo>
                    <a:lnTo>
                      <a:pt x="4413" y="101"/>
                    </a:lnTo>
                    <a:lnTo>
                      <a:pt x="1" y="2652"/>
                    </a:lnTo>
                    <a:lnTo>
                      <a:pt x="114" y="2954"/>
                    </a:lnTo>
                    <a:lnTo>
                      <a:pt x="4622" y="346"/>
                    </a:lnTo>
                    <a:lnTo>
                      <a:pt x="4701" y="296"/>
                    </a:lnTo>
                    <a:lnTo>
                      <a:pt x="4586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7"/>
              <p:cNvSpPr/>
              <p:nvPr/>
            </p:nvSpPr>
            <p:spPr>
              <a:xfrm>
                <a:off x="-1945569" y="1570373"/>
                <a:ext cx="31137" cy="37016"/>
              </a:xfrm>
              <a:custGeom>
                <a:rect b="b" l="l" r="r" t="t"/>
                <a:pathLst>
                  <a:path extrusionOk="0" h="447" w="376">
                    <a:moveTo>
                      <a:pt x="260" y="0"/>
                    </a:moveTo>
                    <a:lnTo>
                      <a:pt x="1" y="152"/>
                    </a:lnTo>
                    <a:lnTo>
                      <a:pt x="116" y="447"/>
                    </a:lnTo>
                    <a:lnTo>
                      <a:pt x="375" y="295"/>
                    </a:lnTo>
                    <a:lnTo>
                      <a:pt x="26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7"/>
              <p:cNvSpPr/>
              <p:nvPr/>
            </p:nvSpPr>
            <p:spPr>
              <a:xfrm>
                <a:off x="-1963953" y="1559608"/>
                <a:ext cx="39914" cy="23352"/>
              </a:xfrm>
              <a:custGeom>
                <a:rect b="b" l="l" r="r" t="t"/>
                <a:pathLst>
                  <a:path extrusionOk="0" h="282" w="482">
                    <a:moveTo>
                      <a:pt x="252" y="1"/>
                    </a:moveTo>
                    <a:lnTo>
                      <a:pt x="0" y="146"/>
                    </a:lnTo>
                    <a:lnTo>
                      <a:pt x="37" y="166"/>
                    </a:lnTo>
                    <a:lnTo>
                      <a:pt x="223" y="282"/>
                    </a:lnTo>
                    <a:lnTo>
                      <a:pt x="482" y="130"/>
                    </a:lnTo>
                    <a:lnTo>
                      <a:pt x="259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37"/>
              <p:cNvSpPr/>
              <p:nvPr/>
            </p:nvSpPr>
            <p:spPr>
              <a:xfrm>
                <a:off x="-2377678" y="1791811"/>
                <a:ext cx="61942" cy="57222"/>
              </a:xfrm>
              <a:custGeom>
                <a:rect b="b" l="l" r="r" t="t"/>
                <a:pathLst>
                  <a:path extrusionOk="0" h="691" w="748">
                    <a:moveTo>
                      <a:pt x="402" y="0"/>
                    </a:moveTo>
                    <a:cubicBezTo>
                      <a:pt x="402" y="0"/>
                      <a:pt x="180" y="223"/>
                      <a:pt x="0" y="404"/>
                    </a:cubicBezTo>
                    <a:lnTo>
                      <a:pt x="0" y="411"/>
                    </a:lnTo>
                    <a:cubicBezTo>
                      <a:pt x="0" y="411"/>
                      <a:pt x="173" y="490"/>
                      <a:pt x="152" y="690"/>
                    </a:cubicBezTo>
                    <a:cubicBezTo>
                      <a:pt x="375" y="647"/>
                      <a:pt x="634" y="590"/>
                      <a:pt x="634" y="590"/>
                    </a:cubicBezTo>
                    <a:lnTo>
                      <a:pt x="747" y="431"/>
                    </a:lnTo>
                    <a:lnTo>
                      <a:pt x="634" y="129"/>
                    </a:lnTo>
                    <a:lnTo>
                      <a:pt x="402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37"/>
              <p:cNvSpPr/>
              <p:nvPr/>
            </p:nvSpPr>
            <p:spPr>
              <a:xfrm>
                <a:off x="-2400037" y="1825184"/>
                <a:ext cx="36685" cy="28735"/>
              </a:xfrm>
              <a:custGeom>
                <a:rect b="b" l="l" r="r" t="t"/>
                <a:pathLst>
                  <a:path extrusionOk="0" h="347" w="443">
                    <a:moveTo>
                      <a:pt x="270" y="1"/>
                    </a:moveTo>
                    <a:cubicBezTo>
                      <a:pt x="170" y="101"/>
                      <a:pt x="91" y="194"/>
                      <a:pt x="55" y="230"/>
                    </a:cubicBezTo>
                    <a:cubicBezTo>
                      <a:pt x="1" y="284"/>
                      <a:pt x="23" y="346"/>
                      <a:pt x="99" y="346"/>
                    </a:cubicBezTo>
                    <a:cubicBezTo>
                      <a:pt x="103" y="346"/>
                      <a:pt x="107" y="346"/>
                      <a:pt x="112" y="346"/>
                    </a:cubicBezTo>
                    <a:cubicBezTo>
                      <a:pt x="148" y="337"/>
                      <a:pt x="277" y="316"/>
                      <a:pt x="422" y="287"/>
                    </a:cubicBezTo>
                    <a:cubicBezTo>
                      <a:pt x="443" y="87"/>
                      <a:pt x="270" y="8"/>
                      <a:pt x="270" y="8"/>
                    </a:cubicBezTo>
                    <a:lnTo>
                      <a:pt x="270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37"/>
              <p:cNvSpPr/>
              <p:nvPr/>
            </p:nvSpPr>
            <p:spPr>
              <a:xfrm>
                <a:off x="-2365091" y="1848951"/>
                <a:ext cx="83" cy="83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7"/>
              <p:cNvSpPr/>
              <p:nvPr/>
            </p:nvSpPr>
            <p:spPr>
              <a:xfrm>
                <a:off x="-2365091" y="1848951"/>
                <a:ext cx="83" cy="83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37"/>
              <p:cNvSpPr/>
              <p:nvPr/>
            </p:nvSpPr>
            <p:spPr>
              <a:xfrm>
                <a:off x="-2325259" y="1607307"/>
                <a:ext cx="389373" cy="233359"/>
              </a:xfrm>
              <a:custGeom>
                <a:rect b="b" l="l" r="r" t="t"/>
                <a:pathLst>
                  <a:path extrusionOk="0" h="2818" w="4702">
                    <a:moveTo>
                      <a:pt x="4701" y="1"/>
                    </a:moveTo>
                    <a:lnTo>
                      <a:pt x="4622" y="51"/>
                    </a:lnTo>
                    <a:lnTo>
                      <a:pt x="114" y="2659"/>
                    </a:lnTo>
                    <a:lnTo>
                      <a:pt x="1" y="2818"/>
                    </a:lnTo>
                    <a:lnTo>
                      <a:pt x="4586" y="165"/>
                    </a:lnTo>
                    <a:lnTo>
                      <a:pt x="4658" y="65"/>
                    </a:lnTo>
                    <a:lnTo>
                      <a:pt x="470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37"/>
              <p:cNvSpPr/>
              <p:nvPr/>
            </p:nvSpPr>
            <p:spPr>
              <a:xfrm>
                <a:off x="-2271100" y="1785931"/>
                <a:ext cx="781064" cy="307308"/>
              </a:xfrm>
              <a:custGeom>
                <a:rect b="b" l="l" r="r" t="t"/>
                <a:pathLst>
                  <a:path extrusionOk="0" h="3711" w="9432">
                    <a:moveTo>
                      <a:pt x="9432" y="0"/>
                    </a:moveTo>
                    <a:cubicBezTo>
                      <a:pt x="9432" y="35"/>
                      <a:pt x="9409" y="71"/>
                      <a:pt x="9366" y="93"/>
                    </a:cubicBezTo>
                    <a:lnTo>
                      <a:pt x="3875" y="3285"/>
                    </a:lnTo>
                    <a:cubicBezTo>
                      <a:pt x="3828" y="3310"/>
                      <a:pt x="3769" y="3322"/>
                      <a:pt x="3709" y="3322"/>
                    </a:cubicBezTo>
                    <a:cubicBezTo>
                      <a:pt x="3650" y="3322"/>
                      <a:pt x="3590" y="3310"/>
                      <a:pt x="3544" y="3285"/>
                    </a:cubicBezTo>
                    <a:lnTo>
                      <a:pt x="7" y="1242"/>
                    </a:lnTo>
                    <a:lnTo>
                      <a:pt x="7" y="1624"/>
                    </a:lnTo>
                    <a:lnTo>
                      <a:pt x="0" y="1631"/>
                    </a:lnTo>
                    <a:lnTo>
                      <a:pt x="107" y="1689"/>
                    </a:lnTo>
                    <a:lnTo>
                      <a:pt x="116" y="1380"/>
                    </a:lnTo>
                    <a:lnTo>
                      <a:pt x="332" y="1510"/>
                    </a:lnTo>
                    <a:lnTo>
                      <a:pt x="332" y="1819"/>
                    </a:lnTo>
                    <a:lnTo>
                      <a:pt x="3544" y="3673"/>
                    </a:lnTo>
                    <a:cubicBezTo>
                      <a:pt x="3590" y="3698"/>
                      <a:pt x="3650" y="3711"/>
                      <a:pt x="3709" y="3711"/>
                    </a:cubicBezTo>
                    <a:cubicBezTo>
                      <a:pt x="3769" y="3711"/>
                      <a:pt x="3828" y="3698"/>
                      <a:pt x="3875" y="3673"/>
                    </a:cubicBezTo>
                    <a:lnTo>
                      <a:pt x="9366" y="482"/>
                    </a:lnTo>
                    <a:cubicBezTo>
                      <a:pt x="9409" y="459"/>
                      <a:pt x="9432" y="423"/>
                      <a:pt x="9432" y="388"/>
                    </a:cubicBezTo>
                    <a:lnTo>
                      <a:pt x="9432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7"/>
              <p:cNvSpPr/>
              <p:nvPr/>
            </p:nvSpPr>
            <p:spPr>
              <a:xfrm>
                <a:off x="-2279381" y="1879922"/>
                <a:ext cx="8943" cy="41074"/>
              </a:xfrm>
              <a:custGeom>
                <a:rect b="b" l="l" r="r" t="t"/>
                <a:pathLst>
                  <a:path extrusionOk="0" h="496" w="108">
                    <a:moveTo>
                      <a:pt x="0" y="0"/>
                    </a:moveTo>
                    <a:lnTo>
                      <a:pt x="0" y="382"/>
                    </a:lnTo>
                    <a:cubicBezTo>
                      <a:pt x="0" y="409"/>
                      <a:pt x="21" y="445"/>
                      <a:pt x="64" y="468"/>
                    </a:cubicBezTo>
                    <a:lnTo>
                      <a:pt x="100" y="496"/>
                    </a:lnTo>
                    <a:lnTo>
                      <a:pt x="107" y="489"/>
                    </a:lnTo>
                    <a:lnTo>
                      <a:pt x="107" y="107"/>
                    </a:lnTo>
                    <a:lnTo>
                      <a:pt x="64" y="87"/>
                    </a:lnTo>
                    <a:cubicBezTo>
                      <a:pt x="28" y="57"/>
                      <a:pt x="7" y="30"/>
                      <a:pt x="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37"/>
              <p:cNvSpPr/>
              <p:nvPr/>
            </p:nvSpPr>
            <p:spPr>
              <a:xfrm>
                <a:off x="-2279381" y="1878763"/>
                <a:ext cx="83" cy="1242"/>
              </a:xfrm>
              <a:custGeom>
                <a:rect b="b" l="l" r="r" t="t"/>
                <a:pathLst>
                  <a:path extrusionOk="0" h="15" w="1">
                    <a:moveTo>
                      <a:pt x="0" y="14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37"/>
              <p:cNvSpPr/>
              <p:nvPr/>
            </p:nvSpPr>
            <p:spPr>
              <a:xfrm>
                <a:off x="-2279381" y="1878763"/>
                <a:ext cx="83" cy="1242"/>
              </a:xfrm>
              <a:custGeom>
                <a:rect b="b" l="l" r="r" t="t"/>
                <a:pathLst>
                  <a:path extrusionOk="0" fill="none" h="15" w="1">
                    <a:moveTo>
                      <a:pt x="0" y="14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7"/>
              <p:cNvSpPr/>
              <p:nvPr/>
            </p:nvSpPr>
            <p:spPr>
              <a:xfrm>
                <a:off x="-2279381" y="1598820"/>
                <a:ext cx="789345" cy="457856"/>
              </a:xfrm>
              <a:custGeom>
                <a:rect b="b" l="l" r="r" t="t"/>
                <a:pathLst>
                  <a:path extrusionOk="0" h="5529" w="9532">
                    <a:moveTo>
                      <a:pt x="5860" y="667"/>
                    </a:moveTo>
                    <a:cubicBezTo>
                      <a:pt x="5910" y="667"/>
                      <a:pt x="5959" y="678"/>
                      <a:pt x="5995" y="699"/>
                    </a:cubicBezTo>
                    <a:lnTo>
                      <a:pt x="8143" y="1936"/>
                    </a:lnTo>
                    <a:cubicBezTo>
                      <a:pt x="8222" y="1979"/>
                      <a:pt x="8222" y="2050"/>
                      <a:pt x="8143" y="2093"/>
                    </a:cubicBezTo>
                    <a:lnTo>
                      <a:pt x="7108" y="2697"/>
                    </a:lnTo>
                    <a:cubicBezTo>
                      <a:pt x="7069" y="2718"/>
                      <a:pt x="7019" y="2729"/>
                      <a:pt x="6970" y="2729"/>
                    </a:cubicBezTo>
                    <a:cubicBezTo>
                      <a:pt x="6920" y="2729"/>
                      <a:pt x="6871" y="2718"/>
                      <a:pt x="6835" y="2697"/>
                    </a:cubicBezTo>
                    <a:lnTo>
                      <a:pt x="4686" y="1462"/>
                    </a:lnTo>
                    <a:cubicBezTo>
                      <a:pt x="4606" y="1418"/>
                      <a:pt x="4606" y="1346"/>
                      <a:pt x="4686" y="1303"/>
                    </a:cubicBezTo>
                    <a:lnTo>
                      <a:pt x="5721" y="699"/>
                    </a:lnTo>
                    <a:cubicBezTo>
                      <a:pt x="5760" y="678"/>
                      <a:pt x="5811" y="667"/>
                      <a:pt x="5860" y="667"/>
                    </a:cubicBezTo>
                    <a:close/>
                    <a:moveTo>
                      <a:pt x="5721" y="1"/>
                    </a:moveTo>
                    <a:cubicBezTo>
                      <a:pt x="5662" y="1"/>
                      <a:pt x="5603" y="13"/>
                      <a:pt x="5555" y="38"/>
                    </a:cubicBezTo>
                    <a:lnTo>
                      <a:pt x="64" y="3230"/>
                    </a:lnTo>
                    <a:cubicBezTo>
                      <a:pt x="21" y="3257"/>
                      <a:pt x="0" y="3294"/>
                      <a:pt x="0" y="3323"/>
                    </a:cubicBezTo>
                    <a:cubicBezTo>
                      <a:pt x="0" y="3359"/>
                      <a:pt x="21" y="3395"/>
                      <a:pt x="64" y="3423"/>
                    </a:cubicBezTo>
                    <a:lnTo>
                      <a:pt x="3651" y="5486"/>
                    </a:lnTo>
                    <a:cubicBezTo>
                      <a:pt x="3694" y="5515"/>
                      <a:pt x="3752" y="5529"/>
                      <a:pt x="3810" y="5529"/>
                    </a:cubicBezTo>
                    <a:cubicBezTo>
                      <a:pt x="3869" y="5529"/>
                      <a:pt x="3928" y="5515"/>
                      <a:pt x="3975" y="5486"/>
                    </a:cubicBezTo>
                    <a:lnTo>
                      <a:pt x="9466" y="2295"/>
                    </a:lnTo>
                    <a:cubicBezTo>
                      <a:pt x="9509" y="2274"/>
                      <a:pt x="9532" y="2238"/>
                      <a:pt x="9532" y="2202"/>
                    </a:cubicBezTo>
                    <a:cubicBezTo>
                      <a:pt x="9532" y="2172"/>
                      <a:pt x="9509" y="2136"/>
                      <a:pt x="9466" y="2109"/>
                    </a:cubicBezTo>
                    <a:lnTo>
                      <a:pt x="5886" y="38"/>
                    </a:lnTo>
                    <a:cubicBezTo>
                      <a:pt x="5840" y="13"/>
                      <a:pt x="5781" y="1"/>
                      <a:pt x="572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37"/>
              <p:cNvSpPr/>
              <p:nvPr/>
            </p:nvSpPr>
            <p:spPr>
              <a:xfrm>
                <a:off x="-2262239" y="1900211"/>
                <a:ext cx="18632" cy="44635"/>
              </a:xfrm>
              <a:custGeom>
                <a:rect b="b" l="l" r="r" t="t"/>
                <a:pathLst>
                  <a:path extrusionOk="0" h="539" w="225">
                    <a:moveTo>
                      <a:pt x="9" y="0"/>
                    </a:moveTo>
                    <a:lnTo>
                      <a:pt x="0" y="309"/>
                    </a:lnTo>
                    <a:lnTo>
                      <a:pt x="0" y="409"/>
                    </a:lnTo>
                    <a:lnTo>
                      <a:pt x="116" y="395"/>
                    </a:lnTo>
                    <a:lnTo>
                      <a:pt x="225" y="539"/>
                    </a:lnTo>
                    <a:lnTo>
                      <a:pt x="225" y="439"/>
                    </a:lnTo>
                    <a:lnTo>
                      <a:pt x="225" y="13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97" name="Google Shape;997;p37"/>
              <p:cNvGrpSpPr/>
              <p:nvPr/>
            </p:nvGrpSpPr>
            <p:grpSpPr>
              <a:xfrm>
                <a:off x="-1841973" y="1685233"/>
                <a:ext cx="179782" cy="101940"/>
                <a:chOff x="-1841973" y="1685233"/>
                <a:chExt cx="179782" cy="101940"/>
              </a:xfrm>
            </p:grpSpPr>
            <p:sp>
              <p:nvSpPr>
                <p:cNvPr id="998" name="Google Shape;998;p37"/>
                <p:cNvSpPr/>
                <p:nvPr/>
              </p:nvSpPr>
              <p:spPr>
                <a:xfrm>
                  <a:off x="-1716928" y="1759597"/>
                  <a:ext cx="54737" cy="27576"/>
                </a:xfrm>
                <a:custGeom>
                  <a:rect b="b" l="l" r="r" t="t"/>
                  <a:pathLst>
                    <a:path extrusionOk="0" h="333" w="661">
                      <a:moveTo>
                        <a:pt x="370" y="1"/>
                      </a:moveTo>
                      <a:cubicBezTo>
                        <a:pt x="332" y="1"/>
                        <a:pt x="294" y="10"/>
                        <a:pt x="259" y="30"/>
                      </a:cubicBezTo>
                      <a:cubicBezTo>
                        <a:pt x="173" y="80"/>
                        <a:pt x="195" y="116"/>
                        <a:pt x="266" y="173"/>
                      </a:cubicBezTo>
                      <a:cubicBezTo>
                        <a:pt x="324" y="223"/>
                        <a:pt x="324" y="232"/>
                        <a:pt x="309" y="239"/>
                      </a:cubicBezTo>
                      <a:cubicBezTo>
                        <a:pt x="300" y="245"/>
                        <a:pt x="292" y="248"/>
                        <a:pt x="281" y="248"/>
                      </a:cubicBezTo>
                      <a:cubicBezTo>
                        <a:pt x="265" y="248"/>
                        <a:pt x="245" y="241"/>
                        <a:pt x="216" y="223"/>
                      </a:cubicBezTo>
                      <a:cubicBezTo>
                        <a:pt x="173" y="203"/>
                        <a:pt x="93" y="137"/>
                        <a:pt x="93" y="137"/>
                      </a:cubicBezTo>
                      <a:lnTo>
                        <a:pt x="0" y="189"/>
                      </a:lnTo>
                      <a:cubicBezTo>
                        <a:pt x="7" y="189"/>
                        <a:pt x="79" y="246"/>
                        <a:pt x="129" y="282"/>
                      </a:cubicBezTo>
                      <a:cubicBezTo>
                        <a:pt x="185" y="314"/>
                        <a:pt x="240" y="332"/>
                        <a:pt x="292" y="332"/>
                      </a:cubicBezTo>
                      <a:cubicBezTo>
                        <a:pt x="333" y="332"/>
                        <a:pt x="373" y="321"/>
                        <a:pt x="411" y="296"/>
                      </a:cubicBezTo>
                      <a:cubicBezTo>
                        <a:pt x="488" y="253"/>
                        <a:pt x="481" y="223"/>
                        <a:pt x="411" y="160"/>
                      </a:cubicBezTo>
                      <a:cubicBezTo>
                        <a:pt x="352" y="110"/>
                        <a:pt x="345" y="103"/>
                        <a:pt x="359" y="87"/>
                      </a:cubicBezTo>
                      <a:cubicBezTo>
                        <a:pt x="367" y="85"/>
                        <a:pt x="375" y="83"/>
                        <a:pt x="383" y="83"/>
                      </a:cubicBezTo>
                      <a:cubicBezTo>
                        <a:pt x="399" y="83"/>
                        <a:pt x="417" y="88"/>
                        <a:pt x="445" y="103"/>
                      </a:cubicBezTo>
                      <a:cubicBezTo>
                        <a:pt x="488" y="130"/>
                        <a:pt x="568" y="189"/>
                        <a:pt x="575" y="189"/>
                      </a:cubicBezTo>
                      <a:lnTo>
                        <a:pt x="661" y="146"/>
                      </a:lnTo>
                      <a:cubicBezTo>
                        <a:pt x="654" y="137"/>
                        <a:pt x="583" y="80"/>
                        <a:pt x="531" y="44"/>
                      </a:cubicBezTo>
                      <a:cubicBezTo>
                        <a:pt x="481" y="19"/>
                        <a:pt x="425" y="1"/>
                        <a:pt x="3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9" name="Google Shape;999;p37"/>
                <p:cNvSpPr/>
                <p:nvPr/>
              </p:nvSpPr>
              <p:spPr>
                <a:xfrm>
                  <a:off x="-1747237" y="1741793"/>
                  <a:ext cx="52916" cy="29894"/>
                </a:xfrm>
                <a:custGeom>
                  <a:rect b="b" l="l" r="r" t="t"/>
                  <a:pathLst>
                    <a:path extrusionOk="0" h="361" w="639">
                      <a:moveTo>
                        <a:pt x="378" y="76"/>
                      </a:moveTo>
                      <a:cubicBezTo>
                        <a:pt x="398" y="76"/>
                        <a:pt x="417" y="81"/>
                        <a:pt x="439" y="93"/>
                      </a:cubicBezTo>
                      <a:cubicBezTo>
                        <a:pt x="489" y="123"/>
                        <a:pt x="489" y="145"/>
                        <a:pt x="423" y="180"/>
                      </a:cubicBezTo>
                      <a:lnTo>
                        <a:pt x="287" y="102"/>
                      </a:lnTo>
                      <a:cubicBezTo>
                        <a:pt x="324" y="85"/>
                        <a:pt x="352" y="76"/>
                        <a:pt x="378" y="76"/>
                      </a:cubicBezTo>
                      <a:close/>
                      <a:moveTo>
                        <a:pt x="361" y="0"/>
                      </a:moveTo>
                      <a:cubicBezTo>
                        <a:pt x="292" y="0"/>
                        <a:pt x="219" y="22"/>
                        <a:pt x="144" y="66"/>
                      </a:cubicBezTo>
                      <a:cubicBezTo>
                        <a:pt x="7" y="145"/>
                        <a:pt x="0" y="209"/>
                        <a:pt x="114" y="275"/>
                      </a:cubicBezTo>
                      <a:cubicBezTo>
                        <a:pt x="187" y="318"/>
                        <a:pt x="294" y="352"/>
                        <a:pt x="302" y="361"/>
                      </a:cubicBezTo>
                      <a:lnTo>
                        <a:pt x="373" y="309"/>
                      </a:lnTo>
                      <a:cubicBezTo>
                        <a:pt x="366" y="309"/>
                        <a:pt x="287" y="266"/>
                        <a:pt x="223" y="231"/>
                      </a:cubicBezTo>
                      <a:cubicBezTo>
                        <a:pt x="173" y="202"/>
                        <a:pt x="164" y="173"/>
                        <a:pt x="216" y="152"/>
                      </a:cubicBezTo>
                      <a:lnTo>
                        <a:pt x="216" y="152"/>
                      </a:lnTo>
                      <a:lnTo>
                        <a:pt x="439" y="281"/>
                      </a:lnTo>
                      <a:lnTo>
                        <a:pt x="518" y="245"/>
                      </a:lnTo>
                      <a:cubicBezTo>
                        <a:pt x="632" y="173"/>
                        <a:pt x="639" y="109"/>
                        <a:pt x="525" y="43"/>
                      </a:cubicBezTo>
                      <a:cubicBezTo>
                        <a:pt x="473" y="15"/>
                        <a:pt x="418" y="0"/>
                        <a:pt x="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0" name="Google Shape;1000;p37"/>
                <p:cNvSpPr/>
                <p:nvPr/>
              </p:nvSpPr>
              <p:spPr>
                <a:xfrm>
                  <a:off x="-1769430" y="1720924"/>
                  <a:ext cx="47864" cy="32958"/>
                </a:xfrm>
                <a:custGeom>
                  <a:rect b="b" l="l" r="r" t="t"/>
                  <a:pathLst>
                    <a:path extrusionOk="0" h="398" w="578">
                      <a:moveTo>
                        <a:pt x="475" y="0"/>
                      </a:moveTo>
                      <a:lnTo>
                        <a:pt x="368" y="59"/>
                      </a:lnTo>
                      <a:lnTo>
                        <a:pt x="318" y="37"/>
                      </a:lnTo>
                      <a:lnTo>
                        <a:pt x="232" y="87"/>
                      </a:lnTo>
                      <a:lnTo>
                        <a:pt x="275" y="109"/>
                      </a:lnTo>
                      <a:lnTo>
                        <a:pt x="117" y="202"/>
                      </a:lnTo>
                      <a:cubicBezTo>
                        <a:pt x="10" y="268"/>
                        <a:pt x="1" y="302"/>
                        <a:pt x="96" y="361"/>
                      </a:cubicBezTo>
                      <a:cubicBezTo>
                        <a:pt x="117" y="375"/>
                        <a:pt x="182" y="397"/>
                        <a:pt x="182" y="397"/>
                      </a:cubicBezTo>
                      <a:lnTo>
                        <a:pt x="260" y="345"/>
                      </a:lnTo>
                      <a:cubicBezTo>
                        <a:pt x="260" y="345"/>
                        <a:pt x="225" y="325"/>
                        <a:pt x="203" y="318"/>
                      </a:cubicBezTo>
                      <a:cubicBezTo>
                        <a:pt x="167" y="295"/>
                        <a:pt x="189" y="288"/>
                        <a:pt x="225" y="268"/>
                      </a:cubicBezTo>
                      <a:lnTo>
                        <a:pt x="382" y="173"/>
                      </a:lnTo>
                      <a:lnTo>
                        <a:pt x="475" y="225"/>
                      </a:lnTo>
                      <a:lnTo>
                        <a:pt x="562" y="173"/>
                      </a:lnTo>
                      <a:lnTo>
                        <a:pt x="468" y="123"/>
                      </a:lnTo>
                      <a:lnTo>
                        <a:pt x="577" y="59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1" name="Google Shape;1001;p37"/>
                <p:cNvSpPr/>
                <p:nvPr/>
              </p:nvSpPr>
              <p:spPr>
                <a:xfrm>
                  <a:off x="-1805122" y="1708503"/>
                  <a:ext cx="55566" cy="27576"/>
                </a:xfrm>
                <a:custGeom>
                  <a:rect b="b" l="l" r="r" t="t"/>
                  <a:pathLst>
                    <a:path extrusionOk="0" h="333" w="671">
                      <a:moveTo>
                        <a:pt x="381" y="80"/>
                      </a:moveTo>
                      <a:cubicBezTo>
                        <a:pt x="404" y="80"/>
                        <a:pt x="425" y="86"/>
                        <a:pt x="447" y="100"/>
                      </a:cubicBezTo>
                      <a:cubicBezTo>
                        <a:pt x="504" y="137"/>
                        <a:pt x="484" y="166"/>
                        <a:pt x="411" y="209"/>
                      </a:cubicBezTo>
                      <a:cubicBezTo>
                        <a:pt x="363" y="235"/>
                        <a:pt x="326" y="250"/>
                        <a:pt x="291" y="250"/>
                      </a:cubicBezTo>
                      <a:cubicBezTo>
                        <a:pt x="269" y="250"/>
                        <a:pt x="247" y="244"/>
                        <a:pt x="225" y="230"/>
                      </a:cubicBezTo>
                      <a:cubicBezTo>
                        <a:pt x="166" y="202"/>
                        <a:pt x="189" y="166"/>
                        <a:pt x="259" y="123"/>
                      </a:cubicBezTo>
                      <a:cubicBezTo>
                        <a:pt x="308" y="96"/>
                        <a:pt x="346" y="80"/>
                        <a:pt x="381" y="80"/>
                      </a:cubicBezTo>
                      <a:close/>
                      <a:moveTo>
                        <a:pt x="364" y="0"/>
                      </a:moveTo>
                      <a:cubicBezTo>
                        <a:pt x="293" y="0"/>
                        <a:pt x="224" y="25"/>
                        <a:pt x="159" y="64"/>
                      </a:cubicBezTo>
                      <a:cubicBezTo>
                        <a:pt x="37" y="130"/>
                        <a:pt x="1" y="209"/>
                        <a:pt x="130" y="288"/>
                      </a:cubicBezTo>
                      <a:cubicBezTo>
                        <a:pt x="189" y="319"/>
                        <a:pt x="246" y="332"/>
                        <a:pt x="301" y="332"/>
                      </a:cubicBezTo>
                      <a:cubicBezTo>
                        <a:pt x="376" y="332"/>
                        <a:pt x="446" y="308"/>
                        <a:pt x="511" y="266"/>
                      </a:cubicBezTo>
                      <a:cubicBezTo>
                        <a:pt x="634" y="202"/>
                        <a:pt x="670" y="130"/>
                        <a:pt x="534" y="50"/>
                      </a:cubicBezTo>
                      <a:cubicBezTo>
                        <a:pt x="477" y="15"/>
                        <a:pt x="420" y="0"/>
                        <a:pt x="36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2" name="Google Shape;1002;p37"/>
                <p:cNvSpPr/>
                <p:nvPr/>
              </p:nvSpPr>
              <p:spPr>
                <a:xfrm>
                  <a:off x="-1841973" y="1685233"/>
                  <a:ext cx="58381" cy="34615"/>
                </a:xfrm>
                <a:custGeom>
                  <a:rect b="b" l="l" r="r" t="t"/>
                  <a:pathLst>
                    <a:path extrusionOk="0" h="418" w="705">
                      <a:moveTo>
                        <a:pt x="389" y="0"/>
                      </a:moveTo>
                      <a:lnTo>
                        <a:pt x="1" y="224"/>
                      </a:lnTo>
                      <a:lnTo>
                        <a:pt x="109" y="281"/>
                      </a:lnTo>
                      <a:lnTo>
                        <a:pt x="396" y="116"/>
                      </a:lnTo>
                      <a:cubicBezTo>
                        <a:pt x="396" y="116"/>
                        <a:pt x="439" y="123"/>
                        <a:pt x="475" y="145"/>
                      </a:cubicBezTo>
                      <a:cubicBezTo>
                        <a:pt x="525" y="173"/>
                        <a:pt x="497" y="202"/>
                        <a:pt x="439" y="238"/>
                      </a:cubicBezTo>
                      <a:lnTo>
                        <a:pt x="230" y="354"/>
                      </a:lnTo>
                      <a:lnTo>
                        <a:pt x="339" y="418"/>
                      </a:lnTo>
                      <a:lnTo>
                        <a:pt x="547" y="295"/>
                      </a:lnTo>
                      <a:cubicBezTo>
                        <a:pt x="661" y="224"/>
                        <a:pt x="704" y="173"/>
                        <a:pt x="597" y="109"/>
                      </a:cubicBezTo>
                      <a:cubicBezTo>
                        <a:pt x="554" y="79"/>
                        <a:pt x="475" y="73"/>
                        <a:pt x="468" y="73"/>
                      </a:cubicBezTo>
                      <a:lnTo>
                        <a:pt x="489" y="59"/>
                      </a:lnTo>
                      <a:lnTo>
                        <a:pt x="3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03" name="Google Shape;1003;p37"/>
              <p:cNvSpPr/>
              <p:nvPr/>
            </p:nvSpPr>
            <p:spPr>
              <a:xfrm>
                <a:off x="-1091952" y="697624"/>
                <a:ext cx="301925" cy="296460"/>
              </a:xfrm>
              <a:custGeom>
                <a:rect b="b" l="l" r="r" t="t"/>
                <a:pathLst>
                  <a:path extrusionOk="0" h="3580" w="3646">
                    <a:moveTo>
                      <a:pt x="1576" y="957"/>
                    </a:moveTo>
                    <a:cubicBezTo>
                      <a:pt x="1594" y="957"/>
                      <a:pt x="1613" y="962"/>
                      <a:pt x="1632" y="972"/>
                    </a:cubicBezTo>
                    <a:cubicBezTo>
                      <a:pt x="1669" y="994"/>
                      <a:pt x="1705" y="1030"/>
                      <a:pt x="1739" y="1087"/>
                    </a:cubicBezTo>
                    <a:lnTo>
                      <a:pt x="2272" y="1877"/>
                    </a:lnTo>
                    <a:cubicBezTo>
                      <a:pt x="2402" y="2058"/>
                      <a:pt x="2372" y="2222"/>
                      <a:pt x="2214" y="2245"/>
                    </a:cubicBezTo>
                    <a:lnTo>
                      <a:pt x="1524" y="2331"/>
                    </a:lnTo>
                    <a:cubicBezTo>
                      <a:pt x="1513" y="2333"/>
                      <a:pt x="1502" y="2334"/>
                      <a:pt x="1492" y="2334"/>
                    </a:cubicBezTo>
                    <a:cubicBezTo>
                      <a:pt x="1460" y="2334"/>
                      <a:pt x="1429" y="2326"/>
                      <a:pt x="1403" y="2309"/>
                    </a:cubicBezTo>
                    <a:cubicBezTo>
                      <a:pt x="1324" y="2259"/>
                      <a:pt x="1280" y="2145"/>
                      <a:pt x="1301" y="2000"/>
                    </a:cubicBezTo>
                    <a:lnTo>
                      <a:pt x="1453" y="1123"/>
                    </a:lnTo>
                    <a:cubicBezTo>
                      <a:pt x="1469" y="1013"/>
                      <a:pt x="1516" y="957"/>
                      <a:pt x="1576" y="957"/>
                    </a:cubicBezTo>
                    <a:close/>
                    <a:moveTo>
                      <a:pt x="814" y="1"/>
                    </a:moveTo>
                    <a:cubicBezTo>
                      <a:pt x="487" y="1"/>
                      <a:pt x="218" y="255"/>
                      <a:pt x="144" y="685"/>
                    </a:cubicBezTo>
                    <a:lnTo>
                      <a:pt x="101" y="929"/>
                    </a:lnTo>
                    <a:cubicBezTo>
                      <a:pt x="0" y="1525"/>
                      <a:pt x="309" y="2231"/>
                      <a:pt x="784" y="2504"/>
                    </a:cubicBezTo>
                    <a:lnTo>
                      <a:pt x="2452" y="3466"/>
                    </a:lnTo>
                    <a:cubicBezTo>
                      <a:pt x="2584" y="3543"/>
                      <a:pt x="2715" y="3580"/>
                      <a:pt x="2838" y="3580"/>
                    </a:cubicBezTo>
                    <a:cubicBezTo>
                      <a:pt x="3162" y="3580"/>
                      <a:pt x="3428" y="3325"/>
                      <a:pt x="3501" y="2892"/>
                    </a:cubicBezTo>
                    <a:lnTo>
                      <a:pt x="3544" y="2654"/>
                    </a:lnTo>
                    <a:cubicBezTo>
                      <a:pt x="3646" y="2058"/>
                      <a:pt x="3335" y="1346"/>
                      <a:pt x="2861" y="1073"/>
                    </a:cubicBezTo>
                    <a:lnTo>
                      <a:pt x="1194" y="109"/>
                    </a:lnTo>
                    <a:cubicBezTo>
                      <a:pt x="1064" y="35"/>
                      <a:pt x="935" y="1"/>
                      <a:pt x="8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8"/>
          <p:cNvSpPr txBox="1"/>
          <p:nvPr>
            <p:ph type="title"/>
          </p:nvPr>
        </p:nvSpPr>
        <p:spPr>
          <a:xfrm>
            <a:off x="720000" y="3688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Overview</a:t>
            </a:r>
            <a:endParaRPr/>
          </a:p>
        </p:txBody>
      </p:sp>
      <p:sp>
        <p:nvSpPr>
          <p:cNvPr id="1009" name="Google Shape;1009;p38"/>
          <p:cNvSpPr txBox="1"/>
          <p:nvPr>
            <p:ph idx="7" type="title"/>
          </p:nvPr>
        </p:nvSpPr>
        <p:spPr>
          <a:xfrm>
            <a:off x="720000" y="1197989"/>
            <a:ext cx="1471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0" name="Google Shape;1010;p38"/>
          <p:cNvSpPr txBox="1"/>
          <p:nvPr>
            <p:ph idx="8" type="title"/>
          </p:nvPr>
        </p:nvSpPr>
        <p:spPr>
          <a:xfrm>
            <a:off x="720000" y="3067942"/>
            <a:ext cx="1605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1" name="Google Shape;1011;p38"/>
          <p:cNvSpPr txBox="1"/>
          <p:nvPr>
            <p:ph idx="9" type="title"/>
          </p:nvPr>
        </p:nvSpPr>
        <p:spPr>
          <a:xfrm>
            <a:off x="3419275" y="1197989"/>
            <a:ext cx="1981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2" name="Google Shape;1012;p38"/>
          <p:cNvSpPr txBox="1"/>
          <p:nvPr>
            <p:ph idx="13" type="title"/>
          </p:nvPr>
        </p:nvSpPr>
        <p:spPr>
          <a:xfrm>
            <a:off x="3419275" y="3067942"/>
            <a:ext cx="1757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3" name="Google Shape;1013;p38"/>
          <p:cNvSpPr txBox="1"/>
          <p:nvPr>
            <p:ph idx="14" type="title"/>
          </p:nvPr>
        </p:nvSpPr>
        <p:spPr>
          <a:xfrm>
            <a:off x="6118550" y="1197989"/>
            <a:ext cx="155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4" name="Google Shape;1014;p38"/>
          <p:cNvSpPr txBox="1"/>
          <p:nvPr>
            <p:ph idx="15" type="title"/>
          </p:nvPr>
        </p:nvSpPr>
        <p:spPr>
          <a:xfrm>
            <a:off x="6118550" y="3067942"/>
            <a:ext cx="1981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5" name="Google Shape;1015;p38"/>
          <p:cNvSpPr txBox="1"/>
          <p:nvPr>
            <p:ph idx="16" type="subTitle"/>
          </p:nvPr>
        </p:nvSpPr>
        <p:spPr>
          <a:xfrm>
            <a:off x="720000" y="1909330"/>
            <a:ext cx="2305500" cy="8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Array &amp; Linked List Questions</a:t>
            </a:r>
            <a:endParaRPr b="0"/>
          </a:p>
        </p:txBody>
      </p:sp>
      <p:sp>
        <p:nvSpPr>
          <p:cNvPr id="1016" name="Google Shape;1016;p38"/>
          <p:cNvSpPr txBox="1"/>
          <p:nvPr>
            <p:ph idx="17" type="subTitle"/>
          </p:nvPr>
        </p:nvSpPr>
        <p:spPr>
          <a:xfrm>
            <a:off x="3419275" y="1904273"/>
            <a:ext cx="2305500" cy="8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Stack &amp; Queue Questions</a:t>
            </a:r>
            <a:endParaRPr b="0"/>
          </a:p>
        </p:txBody>
      </p:sp>
      <p:sp>
        <p:nvSpPr>
          <p:cNvPr id="1017" name="Google Shape;1017;p38"/>
          <p:cNvSpPr txBox="1"/>
          <p:nvPr>
            <p:ph idx="18" type="subTitle"/>
          </p:nvPr>
        </p:nvSpPr>
        <p:spPr>
          <a:xfrm>
            <a:off x="6118550" y="1881910"/>
            <a:ext cx="2305500" cy="8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Cracking the Code Questions</a:t>
            </a:r>
            <a:endParaRPr b="0"/>
          </a:p>
        </p:txBody>
      </p:sp>
      <p:sp>
        <p:nvSpPr>
          <p:cNvPr id="1018" name="Google Shape;1018;p38"/>
          <p:cNvSpPr txBox="1"/>
          <p:nvPr>
            <p:ph idx="19" type="subTitle"/>
          </p:nvPr>
        </p:nvSpPr>
        <p:spPr>
          <a:xfrm>
            <a:off x="720000" y="3696996"/>
            <a:ext cx="2305500" cy="89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AVL Trees Questions</a:t>
            </a:r>
            <a:endParaRPr b="0"/>
          </a:p>
        </p:txBody>
      </p:sp>
      <p:sp>
        <p:nvSpPr>
          <p:cNvPr id="1019" name="Google Shape;1019;p38"/>
          <p:cNvSpPr txBox="1"/>
          <p:nvPr>
            <p:ph idx="20" type="subTitle"/>
          </p:nvPr>
        </p:nvSpPr>
        <p:spPr>
          <a:xfrm>
            <a:off x="3419275" y="3652270"/>
            <a:ext cx="2126700" cy="89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Graphs Questions</a:t>
            </a:r>
            <a:endParaRPr b="0"/>
          </a:p>
        </p:txBody>
      </p:sp>
      <p:sp>
        <p:nvSpPr>
          <p:cNvPr id="1020" name="Google Shape;1020;p38"/>
          <p:cNvSpPr txBox="1"/>
          <p:nvPr>
            <p:ph idx="21" type="subTitle"/>
          </p:nvPr>
        </p:nvSpPr>
        <p:spPr>
          <a:xfrm>
            <a:off x="6118550" y="3719359"/>
            <a:ext cx="2305500" cy="8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Main Menu Question</a:t>
            </a:r>
            <a:endParaRPr b="0"/>
          </a:p>
        </p:txBody>
      </p:sp>
      <p:grpSp>
        <p:nvGrpSpPr>
          <p:cNvPr id="1021" name="Google Shape;1021;p38"/>
          <p:cNvGrpSpPr/>
          <p:nvPr/>
        </p:nvGrpSpPr>
        <p:grpSpPr>
          <a:xfrm>
            <a:off x="7677477" y="589763"/>
            <a:ext cx="1005813" cy="827222"/>
            <a:chOff x="13476366" y="422025"/>
            <a:chExt cx="545127" cy="448335"/>
          </a:xfrm>
        </p:grpSpPr>
        <p:sp>
          <p:nvSpPr>
            <p:cNvPr id="1022" name="Google Shape;1022;p38"/>
            <p:cNvSpPr/>
            <p:nvPr/>
          </p:nvSpPr>
          <p:spPr>
            <a:xfrm>
              <a:off x="13476366" y="422025"/>
              <a:ext cx="545127" cy="168620"/>
            </a:xfrm>
            <a:custGeom>
              <a:rect b="b" l="l" r="r" t="t"/>
              <a:pathLst>
                <a:path extrusionOk="0" h="554" w="1791">
                  <a:moveTo>
                    <a:pt x="837" y="1"/>
                  </a:moveTo>
                  <a:cubicBezTo>
                    <a:pt x="532" y="1"/>
                    <a:pt x="241" y="118"/>
                    <a:pt x="36" y="351"/>
                  </a:cubicBezTo>
                  <a:cubicBezTo>
                    <a:pt x="0" y="395"/>
                    <a:pt x="7" y="467"/>
                    <a:pt x="57" y="517"/>
                  </a:cubicBezTo>
                  <a:cubicBezTo>
                    <a:pt x="86" y="539"/>
                    <a:pt x="119" y="549"/>
                    <a:pt x="149" y="549"/>
                  </a:cubicBezTo>
                  <a:cubicBezTo>
                    <a:pt x="179" y="549"/>
                    <a:pt x="208" y="539"/>
                    <a:pt x="230" y="517"/>
                  </a:cubicBezTo>
                  <a:cubicBezTo>
                    <a:pt x="392" y="330"/>
                    <a:pt x="624" y="236"/>
                    <a:pt x="868" y="236"/>
                  </a:cubicBezTo>
                  <a:cubicBezTo>
                    <a:pt x="1113" y="236"/>
                    <a:pt x="1370" y="330"/>
                    <a:pt x="1582" y="517"/>
                  </a:cubicBezTo>
                  <a:cubicBezTo>
                    <a:pt x="1610" y="538"/>
                    <a:pt x="1639" y="553"/>
                    <a:pt x="1675" y="553"/>
                  </a:cubicBezTo>
                  <a:cubicBezTo>
                    <a:pt x="1704" y="553"/>
                    <a:pt x="1732" y="538"/>
                    <a:pt x="1755" y="517"/>
                  </a:cubicBezTo>
                  <a:cubicBezTo>
                    <a:pt x="1791" y="467"/>
                    <a:pt x="1782" y="395"/>
                    <a:pt x="1725" y="351"/>
                  </a:cubicBezTo>
                  <a:cubicBezTo>
                    <a:pt x="1463" y="118"/>
                    <a:pt x="1143" y="1"/>
                    <a:pt x="83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13561894" y="541642"/>
              <a:ext cx="395985" cy="138183"/>
            </a:xfrm>
            <a:custGeom>
              <a:rect b="b" l="l" r="r" t="t"/>
              <a:pathLst>
                <a:path extrusionOk="0" h="454" w="1301">
                  <a:moveTo>
                    <a:pt x="614" y="1"/>
                  </a:moveTo>
                  <a:cubicBezTo>
                    <a:pt x="395" y="1"/>
                    <a:pt x="187" y="83"/>
                    <a:pt x="43" y="246"/>
                  </a:cubicBezTo>
                  <a:cubicBezTo>
                    <a:pt x="0" y="297"/>
                    <a:pt x="14" y="367"/>
                    <a:pt x="64" y="419"/>
                  </a:cubicBezTo>
                  <a:cubicBezTo>
                    <a:pt x="89" y="441"/>
                    <a:pt x="121" y="451"/>
                    <a:pt x="153" y="451"/>
                  </a:cubicBezTo>
                  <a:cubicBezTo>
                    <a:pt x="184" y="451"/>
                    <a:pt x="215" y="441"/>
                    <a:pt x="237" y="419"/>
                  </a:cubicBezTo>
                  <a:cubicBezTo>
                    <a:pt x="338" y="300"/>
                    <a:pt x="485" y="240"/>
                    <a:pt x="640" y="240"/>
                  </a:cubicBezTo>
                  <a:cubicBezTo>
                    <a:pt x="796" y="240"/>
                    <a:pt x="959" y="300"/>
                    <a:pt x="1092" y="419"/>
                  </a:cubicBezTo>
                  <a:cubicBezTo>
                    <a:pt x="1122" y="440"/>
                    <a:pt x="1149" y="454"/>
                    <a:pt x="1185" y="454"/>
                  </a:cubicBezTo>
                  <a:cubicBezTo>
                    <a:pt x="1215" y="454"/>
                    <a:pt x="1242" y="440"/>
                    <a:pt x="1265" y="419"/>
                  </a:cubicBezTo>
                  <a:cubicBezTo>
                    <a:pt x="1301" y="367"/>
                    <a:pt x="1294" y="297"/>
                    <a:pt x="1242" y="246"/>
                  </a:cubicBezTo>
                  <a:cubicBezTo>
                    <a:pt x="1057" y="82"/>
                    <a:pt x="830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13648943" y="661563"/>
              <a:ext cx="247757" cy="108050"/>
            </a:xfrm>
            <a:custGeom>
              <a:rect b="b" l="l" r="r" t="t"/>
              <a:pathLst>
                <a:path extrusionOk="0" h="355" w="814">
                  <a:moveTo>
                    <a:pt x="375" y="1"/>
                  </a:moveTo>
                  <a:cubicBezTo>
                    <a:pt x="247" y="1"/>
                    <a:pt x="127" y="49"/>
                    <a:pt x="44" y="146"/>
                  </a:cubicBezTo>
                  <a:cubicBezTo>
                    <a:pt x="1" y="198"/>
                    <a:pt x="8" y="268"/>
                    <a:pt x="66" y="318"/>
                  </a:cubicBezTo>
                  <a:cubicBezTo>
                    <a:pt x="91" y="340"/>
                    <a:pt x="124" y="351"/>
                    <a:pt x="154" y="351"/>
                  </a:cubicBezTo>
                  <a:cubicBezTo>
                    <a:pt x="185" y="351"/>
                    <a:pt x="214" y="340"/>
                    <a:pt x="232" y="318"/>
                  </a:cubicBezTo>
                  <a:cubicBezTo>
                    <a:pt x="275" y="268"/>
                    <a:pt x="337" y="243"/>
                    <a:pt x="405" y="243"/>
                  </a:cubicBezTo>
                  <a:cubicBezTo>
                    <a:pt x="472" y="243"/>
                    <a:pt x="543" y="268"/>
                    <a:pt x="604" y="318"/>
                  </a:cubicBezTo>
                  <a:cubicBezTo>
                    <a:pt x="627" y="341"/>
                    <a:pt x="663" y="354"/>
                    <a:pt x="691" y="354"/>
                  </a:cubicBezTo>
                  <a:cubicBezTo>
                    <a:pt x="720" y="354"/>
                    <a:pt x="749" y="341"/>
                    <a:pt x="770" y="318"/>
                  </a:cubicBezTo>
                  <a:cubicBezTo>
                    <a:pt x="813" y="268"/>
                    <a:pt x="799" y="198"/>
                    <a:pt x="749" y="146"/>
                  </a:cubicBezTo>
                  <a:cubicBezTo>
                    <a:pt x="637" y="49"/>
                    <a:pt x="502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13738732" y="787267"/>
              <a:ext cx="92224" cy="83092"/>
            </a:xfrm>
            <a:custGeom>
              <a:rect b="b" l="l" r="r" t="t"/>
              <a:pathLst>
                <a:path extrusionOk="0" h="273" w="303">
                  <a:moveTo>
                    <a:pt x="137" y="0"/>
                  </a:moveTo>
                  <a:cubicBezTo>
                    <a:pt x="58" y="0"/>
                    <a:pt x="1" y="57"/>
                    <a:pt x="14" y="136"/>
                  </a:cubicBezTo>
                  <a:cubicBezTo>
                    <a:pt x="23" y="216"/>
                    <a:pt x="94" y="273"/>
                    <a:pt x="173" y="273"/>
                  </a:cubicBezTo>
                  <a:cubicBezTo>
                    <a:pt x="246" y="273"/>
                    <a:pt x="303" y="216"/>
                    <a:pt x="296" y="136"/>
                  </a:cubicBezTo>
                  <a:cubicBezTo>
                    <a:pt x="282" y="57"/>
                    <a:pt x="209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9"/>
          <p:cNvSpPr txBox="1"/>
          <p:nvPr>
            <p:ph type="title"/>
          </p:nvPr>
        </p:nvSpPr>
        <p:spPr>
          <a:xfrm>
            <a:off x="720000" y="346462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Summary</a:t>
            </a:r>
            <a:endParaRPr/>
          </a:p>
        </p:txBody>
      </p:sp>
      <p:sp>
        <p:nvSpPr>
          <p:cNvPr id="1031" name="Google Shape;1031;p39"/>
          <p:cNvSpPr/>
          <p:nvPr/>
        </p:nvSpPr>
        <p:spPr>
          <a:xfrm>
            <a:off x="7466210" y="3402035"/>
            <a:ext cx="105061" cy="100776"/>
          </a:xfrm>
          <a:custGeom>
            <a:rect b="b" l="l" r="r" t="t"/>
            <a:pathLst>
              <a:path extrusionOk="0" h="635" w="662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2" name="Google Shape;1032;p39"/>
          <p:cNvGrpSpPr/>
          <p:nvPr/>
        </p:nvGrpSpPr>
        <p:grpSpPr>
          <a:xfrm>
            <a:off x="7465982" y="2633329"/>
            <a:ext cx="1215611" cy="2327215"/>
            <a:chOff x="7465982" y="2633329"/>
            <a:chExt cx="1215611" cy="2327215"/>
          </a:xfrm>
        </p:grpSpPr>
        <p:grpSp>
          <p:nvGrpSpPr>
            <p:cNvPr id="1033" name="Google Shape;1033;p39"/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1034" name="Google Shape;1034;p39"/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rect b="b" l="l" r="r" t="t"/>
                <a:pathLst>
                  <a:path extrusionOk="0" h="1446" w="568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39"/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rect b="b" l="l" r="r" t="t"/>
                <a:pathLst>
                  <a:path extrusionOk="0" h="1381" w="568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39"/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rect b="b" l="l" r="r" t="t"/>
                <a:pathLst>
                  <a:path extrusionOk="0" h="1229" w="504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39"/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rect b="b" l="l" r="r" t="t"/>
                <a:pathLst>
                  <a:path extrusionOk="0" h="871" w="352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39"/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rect b="b" l="l" r="r" t="t"/>
                <a:pathLst>
                  <a:path extrusionOk="0" h="871" w="353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39"/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rect b="b" l="l" r="r" t="t"/>
                <a:pathLst>
                  <a:path extrusionOk="0" h="1229" w="505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39"/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rect b="b" l="l" r="r" t="t"/>
                <a:pathLst>
                  <a:path extrusionOk="0" h="1381" w="569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39"/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rect b="b" l="l" r="r" t="t"/>
                <a:pathLst>
                  <a:path extrusionOk="0" h="1446" w="569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39"/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rect b="b" l="l" r="r" t="t"/>
                <a:pathLst>
                  <a:path extrusionOk="0" h="296" w="26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39"/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rect b="b" l="l" r="r" t="t"/>
                <a:pathLst>
                  <a:path extrusionOk="0" h="369" w="196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39"/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rect b="b" l="l" r="r" t="t"/>
                <a:pathLst>
                  <a:path extrusionOk="0" h="1238" w="503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39"/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rect b="b" l="l" r="r" t="t"/>
                <a:pathLst>
                  <a:path extrusionOk="0" h="389" w="352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39"/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rect b="b" l="l" r="r" t="t"/>
                <a:pathLst>
                  <a:path extrusionOk="0" h="2078" w="3134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39"/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rect b="b" l="l" r="r" t="t"/>
                <a:pathLst>
                  <a:path extrusionOk="0" h="1222" w="541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39"/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rect b="b" l="l" r="r" t="t"/>
                <a:pathLst>
                  <a:path extrusionOk="0" h="1065" w="505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39"/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rect b="b" l="l" r="r" t="t"/>
                <a:pathLst>
                  <a:path extrusionOk="0" h="686" w="439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39"/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rect b="b" l="l" r="r" t="t"/>
                <a:pathLst>
                  <a:path extrusionOk="0" h="677" w="403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39"/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rect b="b" l="l" r="r" t="t"/>
                <a:pathLst>
                  <a:path extrusionOk="0" h="850" w="648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39"/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rect b="b" l="l" r="r" t="t"/>
                <a:pathLst>
                  <a:path extrusionOk="0" h="913" w="82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9"/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rect b="b" l="l" r="r" t="t"/>
                <a:pathLst>
                  <a:path extrusionOk="0" h="893" w="87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39"/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rect b="b" l="l" r="r" t="t"/>
                <a:pathLst>
                  <a:path extrusionOk="0" h="181" w="411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39"/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rect b="b" l="l" r="r" t="t"/>
                <a:pathLst>
                  <a:path extrusionOk="0" h="491" w="253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9"/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rect b="b" l="l" r="r" t="t"/>
                <a:pathLst>
                  <a:path extrusionOk="0" h="714" w="712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39"/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rect b="b" l="l" r="r" t="t"/>
                <a:pathLst>
                  <a:path extrusionOk="0" h="103" w="245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39"/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rect b="b" l="l" r="r" t="t"/>
                <a:pathLst>
                  <a:path extrusionOk="0" h="1051" w="461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39"/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rect b="b" l="l" r="r" t="t"/>
                <a:pathLst>
                  <a:path extrusionOk="0" h="906" w="432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39"/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rect b="b" l="l" r="r" t="t"/>
                <a:pathLst>
                  <a:path extrusionOk="0" h="720" w="553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39"/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rect b="b" l="l" r="r" t="t"/>
                <a:pathLst>
                  <a:path extrusionOk="0" h="584" w="373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39"/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rect b="b" l="l" r="r" t="t"/>
                <a:pathLst>
                  <a:path extrusionOk="0" h="577" w="346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39"/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rect b="b" l="l" r="r" t="t"/>
                <a:pathLst>
                  <a:path extrusionOk="0" h="1016" w="425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9"/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rect b="b" l="l" r="r" t="t"/>
                <a:pathLst>
                  <a:path extrusionOk="0" h="786" w="698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5" name="Google Shape;1065;p39"/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1066" name="Google Shape;1066;p39"/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rect b="b" l="l" r="r" t="t"/>
                <a:pathLst>
                  <a:path extrusionOk="0" h="669" w="240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39"/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rect b="b" l="l" r="r" t="t"/>
                <a:pathLst>
                  <a:path extrusionOk="0" h="475" w="2768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9"/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rect b="b" l="l" r="r" t="t"/>
                <a:pathLst>
                  <a:path extrusionOk="0" h="353" w="2582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9"/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rect b="b" l="l" r="r" t="t"/>
                <a:pathLst>
                  <a:path extrusionOk="0" h="1" w="2739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39"/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rect b="b" l="l" r="r" t="t"/>
                <a:pathLst>
                  <a:path extrusionOk="0" h="605" w="3294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39"/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rect b="b" l="l" r="r" t="t"/>
                <a:pathLst>
                  <a:path extrusionOk="0" h="203" w="3113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39"/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rect b="b" l="l" r="r" t="t"/>
                <a:pathLst>
                  <a:path extrusionOk="0" h="1769" w="2855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39"/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39"/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39"/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9"/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39"/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9"/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9"/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9"/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39"/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39"/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9"/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4" name="Google Shape;1084;p39"/>
            <p:cNvSpPr/>
            <p:nvPr/>
          </p:nvSpPr>
          <p:spPr>
            <a:xfrm>
              <a:off x="8164165" y="26333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9"/>
            <p:cNvSpPr/>
            <p:nvPr/>
          </p:nvSpPr>
          <p:spPr>
            <a:xfrm>
              <a:off x="7865040" y="31168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6" name="Google Shape;1086;p39"/>
          <p:cNvSpPr txBox="1"/>
          <p:nvPr/>
        </p:nvSpPr>
        <p:spPr>
          <a:xfrm>
            <a:off x="720000" y="1230007"/>
            <a:ext cx="56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Programming Language: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C++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87" name="Google Shape;1087;p39"/>
          <p:cNvSpPr txBox="1"/>
          <p:nvPr/>
        </p:nvSpPr>
        <p:spPr>
          <a:xfrm>
            <a:off x="720000" y="1763407"/>
            <a:ext cx="5658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 Data Structures Implemented: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Dynamic arrays with recursive operations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Singly and doubly linked lists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Stack and queue variations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Self-balancing AVL trees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Weighted directed and undirected graphs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88" name="Google Shape;1088;p39"/>
          <p:cNvSpPr txBox="1"/>
          <p:nvPr/>
        </p:nvSpPr>
        <p:spPr>
          <a:xfrm>
            <a:off x="720000" y="3897007"/>
            <a:ext cx="659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Total Functions: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28 complete implementations with comprehensive testing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0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Implementation</a:t>
            </a:r>
            <a:endParaRPr/>
          </a:p>
        </p:txBody>
      </p:sp>
      <p:grpSp>
        <p:nvGrpSpPr>
          <p:cNvPr id="1094" name="Google Shape;1094;p40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1095" name="Google Shape;1095;p40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1096" name="Google Shape;1096;p40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40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40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40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40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40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40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40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40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40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40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40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40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40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40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40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40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40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40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40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40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40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40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40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40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40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40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40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40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40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40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40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40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40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40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40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40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40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40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40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40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40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40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40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40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40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40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40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40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40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40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40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40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40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40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40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40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40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40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40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40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40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40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40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40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40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40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40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40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40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40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40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40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40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40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40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40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40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40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40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40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40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40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40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40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40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40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40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40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40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40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40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40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40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40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40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40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40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40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40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40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40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40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40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40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40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40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40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40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40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40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40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40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40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40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40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0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40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40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40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40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40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0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40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40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40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40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40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40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40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40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40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40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40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40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40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40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40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40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40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40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40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40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40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40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40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40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40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40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40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40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40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40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40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40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40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40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40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40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40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40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40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40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40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40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40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40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40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40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40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40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40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40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40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40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40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40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40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40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40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40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40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40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40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40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40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40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40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0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40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40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40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40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40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40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40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40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40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40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40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40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40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40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40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40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0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40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40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0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0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0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0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40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40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40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40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40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40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40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40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40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40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40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40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40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40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40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40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40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40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40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40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40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40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40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40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40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40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40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40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40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40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40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40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40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40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40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40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40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40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0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40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40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40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40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40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40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40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40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40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40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40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40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40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40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40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40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40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40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40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40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40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40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40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40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0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0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0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0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40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40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77" name="Google Shape;1377;p40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2" name="Google Shape;1382;p40"/>
          <p:cNvSpPr txBox="1"/>
          <p:nvPr/>
        </p:nvSpPr>
        <p:spPr>
          <a:xfrm>
            <a:off x="3443275" y="921050"/>
            <a:ext cx="53565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Operations Implemented: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Recursive array reversal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Right rotation by k positions using three-reversal technique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Rearranging negative numbers before positives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 Advantage: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O(n) time complexity with O(1) space complexity for rotation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Limitation: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Recursive approach may cause stack overflow for very large arrays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41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 Implementation</a:t>
            </a:r>
            <a:endParaRPr/>
          </a:p>
        </p:txBody>
      </p:sp>
      <p:grpSp>
        <p:nvGrpSpPr>
          <p:cNvPr id="1388" name="Google Shape;1388;p41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1389" name="Google Shape;1389;p41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1390" name="Google Shape;1390;p41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41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41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41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41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41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41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41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41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41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41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41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41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41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41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41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1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1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1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1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1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41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41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1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1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1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1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1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1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41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41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41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41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41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41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41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41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41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41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41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41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41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41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41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41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41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41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41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41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41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41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41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41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41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41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41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41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1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41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41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41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41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41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41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41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41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41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41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41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41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41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41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41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41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41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41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41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41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41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41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41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41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41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41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41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41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41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41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41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41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41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41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41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41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1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41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41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1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41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41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1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41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41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41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41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41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41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41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41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41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41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41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41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41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41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41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41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41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41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41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41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41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41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41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41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41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41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41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41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41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41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41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41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41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41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41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41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41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41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41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41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41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41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41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41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41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41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41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41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41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41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41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41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41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41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41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41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41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41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41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41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41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41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41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41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41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41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41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41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41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41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41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41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41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41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41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41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41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41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41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41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41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41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41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41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41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41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41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41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41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41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41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41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41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41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41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41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41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41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41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41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41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41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41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41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41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41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41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41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41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41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41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41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41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41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41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41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41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41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41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41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41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41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41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41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41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41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41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41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41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41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41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41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41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41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41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41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41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41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1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41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41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41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41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41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41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41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41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41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41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41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41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41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41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41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41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41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41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41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41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41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41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41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41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41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41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41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41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41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41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41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41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41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41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41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41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41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41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41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41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41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71" name="Google Shape;1671;p41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1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1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1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6" name="Google Shape;1676;p41"/>
          <p:cNvSpPr txBox="1"/>
          <p:nvPr/>
        </p:nvSpPr>
        <p:spPr>
          <a:xfrm>
            <a:off x="3443275" y="921050"/>
            <a:ext cx="5356500" cy="3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Operations Implemented: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List reversal (iterative), palindrome detection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Merging sorted lists, cycle detection (Floyd's)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Removing consecutive absent nodes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Merge sort implementation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Finding Nth node from end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Advantages: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Dynamic size, efficient insertion/deletion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Limitations: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 random access, extra memory for pointers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42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Implementation</a:t>
            </a:r>
            <a:endParaRPr/>
          </a:p>
        </p:txBody>
      </p:sp>
      <p:grpSp>
        <p:nvGrpSpPr>
          <p:cNvPr id="1682" name="Google Shape;1682;p42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1683" name="Google Shape;1683;p42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1684" name="Google Shape;1684;p42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42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42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42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42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42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42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42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42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42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42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42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42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42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42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42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42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42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42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42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42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42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42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42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42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42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42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42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42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42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42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42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42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42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42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42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42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42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42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42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42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42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42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42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42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42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42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42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42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42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42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42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42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42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42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42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42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42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42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42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42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42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42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42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42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42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42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42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42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42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42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42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42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42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42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42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42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42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42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42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42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42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42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42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42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42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42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42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42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42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42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42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42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42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42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42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42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42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42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42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42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42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42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42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42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42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42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42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42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42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42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42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42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42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42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42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42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42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42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42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42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42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42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42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42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42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42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42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42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42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42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42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42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42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42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42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42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42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42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42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42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42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42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42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42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42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42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42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42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42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42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42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42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42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42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42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42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42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42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42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42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42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42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42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42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42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42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42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42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42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42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42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42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42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42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42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42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42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42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42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42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42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42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42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42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42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42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42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42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42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42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42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42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42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42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42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42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42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42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42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42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42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42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42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42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42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42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42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42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42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42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42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42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42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42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42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42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42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42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42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42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42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42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42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42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42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42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42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42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42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42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42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42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42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42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42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42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42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42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42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42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42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42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42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42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42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42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42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42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42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42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42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42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42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42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42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42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42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42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42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42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42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42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42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42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42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42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42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42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42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65" name="Google Shape;1965;p42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0" name="Google Shape;1970;p42"/>
          <p:cNvSpPr txBox="1"/>
          <p:nvPr/>
        </p:nvSpPr>
        <p:spPr>
          <a:xfrm>
            <a:off x="3443275" y="1073450"/>
            <a:ext cx="53565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Operations Implemented: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Recursive stack sorting without auxiliary structures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Balanced bracket checking (4 types: (), {}, [], &lt;&gt;)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Min-Stack with O(1) minimum retrieval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Applications: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Expression evaluation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Backtracking algorithms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Function call management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43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 Implementation</a:t>
            </a:r>
            <a:endParaRPr/>
          </a:p>
        </p:txBody>
      </p:sp>
      <p:grpSp>
        <p:nvGrpSpPr>
          <p:cNvPr id="1976" name="Google Shape;1976;p43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1977" name="Google Shape;1977;p43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1978" name="Google Shape;1978;p43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43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43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43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43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43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43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43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43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43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43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43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43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43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43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43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43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43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43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43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43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43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43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43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43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43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43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43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43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43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43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43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43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43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43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43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43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43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43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43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43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43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43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43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43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43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43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43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43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43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43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43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43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43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43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43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43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43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43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43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43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43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43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43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43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43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43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43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43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43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43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43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43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43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43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43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43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43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43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43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43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43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43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43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43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43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43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43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43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43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43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43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43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43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43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43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43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43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43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43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43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43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43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43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43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43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43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43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43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43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43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43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43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43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43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43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43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43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43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43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43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43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43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43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43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43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43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43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43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43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43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43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43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43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43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43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43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43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43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43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43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43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43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43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43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43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43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43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43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43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43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43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0" name="Google Shape;2130;p43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43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43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43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43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43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43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43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43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43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43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43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43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43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43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43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43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43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43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43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43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43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43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43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43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43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43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43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43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43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43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43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43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43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43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43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43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43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43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43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43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43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43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43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43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43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43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43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43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43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43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43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43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43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43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43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43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43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43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43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43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43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43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43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43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43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43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43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43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43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43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43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43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3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3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43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43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3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3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3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43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43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43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43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43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43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43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43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43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3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43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43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43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43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43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43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43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43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43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43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43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43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43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43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43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43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43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43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43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43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43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43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43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43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43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43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43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43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43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43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43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43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43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43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43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43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43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43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43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59" name="Google Shape;2259;p43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4" name="Google Shape;2264;p43"/>
          <p:cNvSpPr txBox="1"/>
          <p:nvPr/>
        </p:nvSpPr>
        <p:spPr>
          <a:xfrm>
            <a:off x="3443275" y="1073450"/>
            <a:ext cx="53565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Operations Implemented: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Priority queue based on emergency levels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Queue sorting using stack and auxiliary queue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Stack implementation using two queues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Applications: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Hospital emergency management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Task scheduling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BFS graph traversal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44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Cracking the Code</a:t>
            </a:r>
            <a:endParaRPr/>
          </a:p>
        </p:txBody>
      </p:sp>
      <p:grpSp>
        <p:nvGrpSpPr>
          <p:cNvPr id="2270" name="Google Shape;2270;p44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2271" name="Google Shape;2271;p44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2272" name="Google Shape;2272;p44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44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44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44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44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44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44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44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44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44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44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44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44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44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44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44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44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44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44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1" name="Google Shape;2291;p44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44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44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44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44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44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44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44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44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44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44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44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44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44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44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44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44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44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44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44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44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44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4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44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44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44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44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44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4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44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44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44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44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44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44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44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44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44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44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44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44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44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44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44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44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44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44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44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44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44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44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44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44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44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44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44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44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44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44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44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44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44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44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44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44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44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44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44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44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44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44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44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44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44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44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44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44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44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44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44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44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44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44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44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44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44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44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44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44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44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44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44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44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44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44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44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44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44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44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44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44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44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44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44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44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44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44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44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44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44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44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44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44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44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5" name="Google Shape;2405;p44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6" name="Google Shape;2406;p44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7" name="Google Shape;2407;p44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8" name="Google Shape;2408;p44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9" name="Google Shape;2409;p44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0" name="Google Shape;2410;p44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44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44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44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44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44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44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44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44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44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44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44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44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44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44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44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44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44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44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44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44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44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44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44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4" name="Google Shape;2434;p44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5" name="Google Shape;2435;p44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6" name="Google Shape;2436;p44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44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44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44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44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1" name="Google Shape;2441;p44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44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44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44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44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6" name="Google Shape;2446;p44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7" name="Google Shape;2447;p44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8" name="Google Shape;2448;p44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9" name="Google Shape;2449;p44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0" name="Google Shape;2450;p44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1" name="Google Shape;2451;p44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2" name="Google Shape;2452;p44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3" name="Google Shape;2453;p44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4" name="Google Shape;2454;p44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5" name="Google Shape;2455;p44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6" name="Google Shape;2456;p44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44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8" name="Google Shape;2458;p44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44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0" name="Google Shape;2460;p44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44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44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44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44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44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44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44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44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44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44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44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44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44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44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44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44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44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44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44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44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44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44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44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44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44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44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44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44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44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44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44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44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44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44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44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44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7" name="Google Shape;2497;p44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8" name="Google Shape;2498;p44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44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0" name="Google Shape;2500;p44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1" name="Google Shape;2501;p44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2" name="Google Shape;2502;p44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3" name="Google Shape;2503;p44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44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44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44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44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44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44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44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44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44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44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4" name="Google Shape;2514;p44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44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44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44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44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44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44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44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44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44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44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44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44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44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44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9" name="Google Shape;2529;p44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44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44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2" name="Google Shape;2532;p44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3" name="Google Shape;2533;p44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44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44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44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44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44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44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44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44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44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44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44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44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44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44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44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44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44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44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44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53" name="Google Shape;2553;p44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44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44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44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44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8" name="Google Shape;2558;p44"/>
          <p:cNvSpPr txBox="1"/>
          <p:nvPr/>
        </p:nvSpPr>
        <p:spPr>
          <a:xfrm>
            <a:off x="3443275" y="1174084"/>
            <a:ext cx="5356500" cy="3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Problem-Solving Strategies: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Two-pointer technique for Nth from end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Hash set for O(n) duplicate removal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In-place node deletion by data copying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Carry propagation for adding numbers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 Logic: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Efficient algorithms with optimal time/space complexity trade-offs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45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AVL Tree Construction</a:t>
            </a:r>
            <a:endParaRPr/>
          </a:p>
        </p:txBody>
      </p:sp>
      <p:grpSp>
        <p:nvGrpSpPr>
          <p:cNvPr id="2564" name="Google Shape;2564;p45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2565" name="Google Shape;2565;p45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2566" name="Google Shape;2566;p45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45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45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9" name="Google Shape;2569;p45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0" name="Google Shape;2570;p45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1" name="Google Shape;2571;p45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45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3" name="Google Shape;2573;p45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45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5" name="Google Shape;2575;p45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6" name="Google Shape;2576;p45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7" name="Google Shape;2577;p45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8" name="Google Shape;2578;p45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9" name="Google Shape;2579;p45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0" name="Google Shape;2580;p45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45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2" name="Google Shape;2582;p45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3" name="Google Shape;2583;p45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4" name="Google Shape;2584;p45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5" name="Google Shape;2585;p45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45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7" name="Google Shape;2587;p45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45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45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45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45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45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45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45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45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45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45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45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45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45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45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45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3" name="Google Shape;2603;p45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45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45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45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45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45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9" name="Google Shape;2609;p45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45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45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45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3" name="Google Shape;2613;p45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4" name="Google Shape;2614;p45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45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45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45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45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45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45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1" name="Google Shape;2621;p45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45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45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45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45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45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45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45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45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45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45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45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45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4" name="Google Shape;2634;p45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5" name="Google Shape;2635;p45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6" name="Google Shape;2636;p45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45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45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9" name="Google Shape;2639;p45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0" name="Google Shape;2640;p45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45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45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45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45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45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45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45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45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45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45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1" name="Google Shape;2651;p45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2" name="Google Shape;2652;p45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45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45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45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45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7" name="Google Shape;2657;p45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8" name="Google Shape;2658;p45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9" name="Google Shape;2659;p45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45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45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45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45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4" name="Google Shape;2664;p45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5" name="Google Shape;2665;p45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6" name="Google Shape;2666;p45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7" name="Google Shape;2667;p45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8" name="Google Shape;2668;p45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9" name="Google Shape;2669;p45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0" name="Google Shape;2670;p45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1" name="Google Shape;2671;p45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2" name="Google Shape;2672;p45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45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4" name="Google Shape;2674;p45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5" name="Google Shape;2675;p45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6" name="Google Shape;2676;p45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7" name="Google Shape;2677;p45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45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45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45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45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45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45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45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45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45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45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45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45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45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45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45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45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45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45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45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45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45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45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0" name="Google Shape;2700;p45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45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45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45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4" name="Google Shape;2704;p45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5" name="Google Shape;2705;p45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6" name="Google Shape;2706;p45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45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45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9" name="Google Shape;2709;p45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0" name="Google Shape;2710;p45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1" name="Google Shape;2711;p45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2" name="Google Shape;2712;p45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3" name="Google Shape;2713;p45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4" name="Google Shape;2714;p45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5" name="Google Shape;2715;p45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6" name="Google Shape;2716;p45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45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45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45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45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45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45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45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45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45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45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45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45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45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45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45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45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45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45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45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45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7" name="Google Shape;2737;p45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45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45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45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45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45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3" name="Google Shape;2743;p45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45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45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45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45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45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45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0" name="Google Shape;2750;p45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45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2" name="Google Shape;2752;p45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45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45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45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45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45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45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45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45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45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45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45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45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45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45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45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8" name="Google Shape;2768;p45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45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45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45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2" name="Google Shape;2772;p45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3" name="Google Shape;2773;p45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45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5" name="Google Shape;2775;p45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6" name="Google Shape;2776;p45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7" name="Google Shape;2777;p45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45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9" name="Google Shape;2779;p45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45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45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2" name="Google Shape;2782;p45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3" name="Google Shape;2783;p45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4" name="Google Shape;2784;p45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45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45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45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45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9" name="Google Shape;2789;p45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0" name="Google Shape;2790;p45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45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45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45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45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5" name="Google Shape;2795;p45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6" name="Google Shape;2796;p45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7" name="Google Shape;2797;p45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8" name="Google Shape;2798;p45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45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0" name="Google Shape;2800;p45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1" name="Google Shape;2801;p45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2" name="Google Shape;2802;p45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45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45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5" name="Google Shape;2805;p45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6" name="Google Shape;2806;p45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7" name="Google Shape;2807;p45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8" name="Google Shape;2808;p45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45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45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45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45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3" name="Google Shape;2813;p45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45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45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45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45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45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45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45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1" name="Google Shape;2821;p45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2" name="Google Shape;2822;p45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45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45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5" name="Google Shape;2825;p45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45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7" name="Google Shape;2827;p45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45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45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45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45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2" name="Google Shape;2832;p45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45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45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45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45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45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45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45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45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45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45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45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45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45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45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47" name="Google Shape;2847;p45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45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45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45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45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2" name="Google Shape;2852;p45"/>
          <p:cNvSpPr txBox="1"/>
          <p:nvPr/>
        </p:nvSpPr>
        <p:spPr>
          <a:xfrm>
            <a:off x="3443275" y="1174084"/>
            <a:ext cx="5356500" cy="3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Steps for Construction: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Insert node as in BST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Update balance factors of ancestors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Check for imbalance (|BF| &gt; 1)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Perform appropriate rotation (LL, RR, LR, RL)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Importance of Balance Factor: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Maintains O(log n) search, insert, delete operations by keeping tree height balanced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46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Traversals and Operations</a:t>
            </a:r>
            <a:endParaRPr/>
          </a:p>
        </p:txBody>
      </p:sp>
      <p:grpSp>
        <p:nvGrpSpPr>
          <p:cNvPr id="2858" name="Google Shape;2858;p46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2859" name="Google Shape;2859;p46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2860" name="Google Shape;2860;p46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46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2" name="Google Shape;2862;p46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46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46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5" name="Google Shape;2865;p46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6" name="Google Shape;2866;p46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7" name="Google Shape;2867;p46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8" name="Google Shape;2868;p46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9" name="Google Shape;2869;p46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0" name="Google Shape;2870;p46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1" name="Google Shape;2871;p46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2" name="Google Shape;2872;p46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3" name="Google Shape;2873;p46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4" name="Google Shape;2874;p46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5" name="Google Shape;2875;p46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6" name="Google Shape;2876;p46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7" name="Google Shape;2877;p46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8" name="Google Shape;2878;p46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9" name="Google Shape;2879;p46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0" name="Google Shape;2880;p46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1" name="Google Shape;2881;p46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2" name="Google Shape;2882;p46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3" name="Google Shape;2883;p46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4" name="Google Shape;2884;p46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5" name="Google Shape;2885;p46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6" name="Google Shape;2886;p46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7" name="Google Shape;2887;p46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8" name="Google Shape;2888;p46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9" name="Google Shape;2889;p46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0" name="Google Shape;2890;p46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1" name="Google Shape;2891;p46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2" name="Google Shape;2892;p46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3" name="Google Shape;2893;p46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4" name="Google Shape;2894;p46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5" name="Google Shape;2895;p46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6" name="Google Shape;2896;p46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7" name="Google Shape;2897;p46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8" name="Google Shape;2898;p46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9" name="Google Shape;2899;p46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0" name="Google Shape;2900;p46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1" name="Google Shape;2901;p46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2" name="Google Shape;2902;p46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3" name="Google Shape;2903;p46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4" name="Google Shape;2904;p46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46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6" name="Google Shape;2906;p46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7" name="Google Shape;2907;p46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8" name="Google Shape;2908;p46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9" name="Google Shape;2909;p46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0" name="Google Shape;2910;p46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1" name="Google Shape;2911;p46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2" name="Google Shape;2912;p46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3" name="Google Shape;2913;p46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4" name="Google Shape;2914;p46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5" name="Google Shape;2915;p46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6" name="Google Shape;2916;p46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7" name="Google Shape;2917;p46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8" name="Google Shape;2918;p46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9" name="Google Shape;2919;p46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46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46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46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46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4" name="Google Shape;2924;p46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5" name="Google Shape;2925;p46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6" name="Google Shape;2926;p46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46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8" name="Google Shape;2928;p46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9" name="Google Shape;2929;p46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46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46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2" name="Google Shape;2932;p46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46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4" name="Google Shape;2934;p46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46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46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7" name="Google Shape;2937;p46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8" name="Google Shape;2938;p46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9" name="Google Shape;2939;p46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0" name="Google Shape;2940;p46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1" name="Google Shape;2941;p46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2" name="Google Shape;2942;p46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3" name="Google Shape;2943;p46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4" name="Google Shape;2944;p46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5" name="Google Shape;2945;p46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46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46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46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46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0" name="Google Shape;2950;p46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1" name="Google Shape;2951;p46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2" name="Google Shape;2952;p46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3" name="Google Shape;2953;p46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4" name="Google Shape;2954;p46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46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46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46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8" name="Google Shape;2958;p46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9" name="Google Shape;2959;p46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46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46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46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46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46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46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46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46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46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46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46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46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46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46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4" name="Google Shape;2974;p46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5" name="Google Shape;2975;p46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46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46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46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46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46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46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46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46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46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46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46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46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46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46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46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46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46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46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46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46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46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46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46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46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46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46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46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46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46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46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6" name="Google Shape;3006;p46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46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46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46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46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46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46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46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46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46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46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46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46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46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46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46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46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46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46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46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46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46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46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46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46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46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46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46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46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46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46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46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46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46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46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46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46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46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46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46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46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46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46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46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46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46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46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46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46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46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46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46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46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46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46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46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46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3" name="Google Shape;3063;p46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4" name="Google Shape;3064;p46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46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46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46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46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9" name="Google Shape;3069;p46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0" name="Google Shape;3070;p46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1" name="Google Shape;3071;p46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2" name="Google Shape;3072;p46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46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46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46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46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46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46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46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46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46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46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46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46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46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46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46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46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46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46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46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46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3" name="Google Shape;3093;p46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4" name="Google Shape;3094;p46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5" name="Google Shape;3095;p46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6" name="Google Shape;3096;p46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7" name="Google Shape;3097;p46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8" name="Google Shape;3098;p46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9" name="Google Shape;3099;p46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0" name="Google Shape;3100;p46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1" name="Google Shape;3101;p46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2" name="Google Shape;3102;p46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3" name="Google Shape;3103;p46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46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46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6" name="Google Shape;3106;p46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7" name="Google Shape;3107;p46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46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46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46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46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2" name="Google Shape;3112;p46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3" name="Google Shape;3113;p46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4" name="Google Shape;3114;p46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46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46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46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46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46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46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46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46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46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4" name="Google Shape;3124;p46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5" name="Google Shape;3125;p46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6" name="Google Shape;3126;p46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7" name="Google Shape;3127;p46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8" name="Google Shape;3128;p46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9" name="Google Shape;3129;p46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0" name="Google Shape;3130;p46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1" name="Google Shape;3131;p46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2" name="Google Shape;3132;p46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3" name="Google Shape;3133;p46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4" name="Google Shape;3134;p46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5" name="Google Shape;3135;p46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46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46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8" name="Google Shape;3138;p46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9" name="Google Shape;3139;p46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46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1" name="Google Shape;3141;p46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46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46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46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46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6" name="Google Shape;3146;p46"/>
          <p:cNvSpPr txBox="1"/>
          <p:nvPr/>
        </p:nvSpPr>
        <p:spPr>
          <a:xfrm>
            <a:off x="3443275" y="1174084"/>
            <a:ext cx="5356500" cy="2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Operations Implemented: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Adjacency list and matrix representations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BFS using queues (level-order traversal)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DFS using recursion (depth-first exploration)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MST using Kruskal's algorithm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 Insights: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Different traversal strategies suit different problems; MST minimizes total edge weight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0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p47"/>
          <p:cNvSpPr txBox="1"/>
          <p:nvPr>
            <p:ph type="title"/>
          </p:nvPr>
        </p:nvSpPr>
        <p:spPr>
          <a:xfrm>
            <a:off x="720000" y="21435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Integrated Menu-Driven Program</a:t>
            </a:r>
            <a:endParaRPr/>
          </a:p>
        </p:txBody>
      </p:sp>
      <p:grpSp>
        <p:nvGrpSpPr>
          <p:cNvPr id="3152" name="Google Shape;3152;p47"/>
          <p:cNvGrpSpPr/>
          <p:nvPr/>
        </p:nvGrpSpPr>
        <p:grpSpPr>
          <a:xfrm>
            <a:off x="337152" y="2079765"/>
            <a:ext cx="5076254" cy="2714927"/>
            <a:chOff x="247688" y="2005797"/>
            <a:chExt cx="5076254" cy="2979181"/>
          </a:xfrm>
        </p:grpSpPr>
        <p:grpSp>
          <p:nvGrpSpPr>
            <p:cNvPr id="3153" name="Google Shape;3153;p47"/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3154" name="Google Shape;3154;p47"/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rect b="b" l="l" r="r" t="t"/>
                <a:pathLst>
                  <a:path extrusionOk="0" h="38" w="94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5" name="Google Shape;3155;p47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h="7038" w="8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6" name="Google Shape;3156;p47"/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rect b="b" l="l" r="r" t="t"/>
                <a:pathLst>
                  <a:path extrusionOk="0" fill="none" h="7038" w="8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7" name="Google Shape;3157;p47"/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rect b="b" l="l" r="r" t="t"/>
                <a:pathLst>
                  <a:path extrusionOk="0" h="7038" w="21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8" name="Google Shape;3158;p47"/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rect b="b" l="l" r="r" t="t"/>
                <a:pathLst>
                  <a:path extrusionOk="0" h="10604" w="6225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9" name="Google Shape;3159;p47"/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rect b="b" l="l" r="r" t="t"/>
                <a:pathLst>
                  <a:path extrusionOk="0" h="3739" w="6434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0" name="Google Shape;3160;p47"/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rect b="b" l="l" r="r" t="t"/>
                <a:pathLst>
                  <a:path extrusionOk="0" h="1056" w="381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1" name="Google Shape;3161;p47"/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rect b="b" l="l" r="r" t="t"/>
                <a:pathLst>
                  <a:path extrusionOk="0" h="8792" w="1805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2" name="Google Shape;3162;p47"/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rect b="b" l="l" r="r" t="t"/>
                <a:pathLst>
                  <a:path extrusionOk="0" h="6693" w="411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3" name="Google Shape;3163;p47"/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rect b="b" l="l" r="r" t="t"/>
                <a:pathLst>
                  <a:path extrusionOk="0" h="3503" w="6025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4" name="Google Shape;3164;p47"/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rect b="b" l="l" r="r" t="t"/>
                <a:pathLst>
                  <a:path extrusionOk="0" h="7043" w="4271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47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47"/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7" name="Google Shape;3167;p47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8" name="Google Shape;3168;p47"/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9" name="Google Shape;3169;p47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h="1784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0" name="Google Shape;3170;p47"/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rect b="b" l="l" r="r" t="t"/>
                <a:pathLst>
                  <a:path extrusionOk="0" fill="none" h="1784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1" name="Google Shape;3171;p47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2" name="Google Shape;3172;p47"/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47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47"/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47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h="1776" w="146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47"/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rect b="b" l="l" r="r" t="t"/>
                <a:pathLst>
                  <a:path extrusionOk="0" fill="none" h="1776" w="146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47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47"/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47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h="1785" w="146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47"/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rect b="b" l="l" r="r" t="t"/>
                <a:pathLst>
                  <a:path extrusionOk="0" fill="none" h="1785" w="146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47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47"/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47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47"/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47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47"/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7" name="Google Shape;3187;p47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h="1783" w="146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8" name="Google Shape;3188;p47"/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rect b="b" l="l" r="r" t="t"/>
                <a:pathLst>
                  <a:path extrusionOk="0" fill="none" h="1783" w="146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9" name="Google Shape;3189;p47"/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47"/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rect b="b" l="l" r="r" t="t"/>
                <a:pathLst>
                  <a:path extrusionOk="0" fill="none" h="460" w="3816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47"/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47"/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47"/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47"/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5" name="Google Shape;3195;p47"/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rect b="b" l="l" r="r" t="t"/>
                <a:pathLst>
                  <a:path extrusionOk="0" fill="none" h="467" w="3816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47"/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rect b="b" l="l" r="r" t="t"/>
                <a:pathLst>
                  <a:path extrusionOk="0" fill="none" h="468" w="3816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47"/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rect b="b" l="l" r="r" t="t"/>
                <a:pathLst>
                  <a:path extrusionOk="0" fill="none" h="469" w="3816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47"/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rect b="b" l="l" r="r" t="t"/>
                <a:pathLst>
                  <a:path extrusionOk="0" fill="none" h="462" w="3816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47"/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rect b="b" l="l" r="r" t="t"/>
                <a:pathLst>
                  <a:path extrusionOk="0" fill="none" h="461" w="3816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47"/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rect b="b" l="l" r="r" t="t"/>
                <a:pathLst>
                  <a:path extrusionOk="0" fill="none" h="459" w="3816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1" name="Google Shape;3201;p47"/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rect b="b" l="l" r="r" t="t"/>
                <a:pathLst>
                  <a:path extrusionOk="0" h="2244" w="3683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47"/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rect b="b" l="l" r="r" t="t"/>
                <a:pathLst>
                  <a:path extrusionOk="0" h="591" w="936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47"/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rect b="b" l="l" r="r" t="t"/>
                <a:pathLst>
                  <a:path extrusionOk="0" h="1016" w="8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47"/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rect b="b" l="l" r="r" t="t"/>
                <a:pathLst>
                  <a:path extrusionOk="0" h="3833" w="4868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47"/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rect b="b" l="l" r="r" t="t"/>
                <a:pathLst>
                  <a:path extrusionOk="0" h="7182" w="12388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47"/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rect b="b" l="l" r="r" t="t"/>
                <a:pathLst>
                  <a:path extrusionOk="0" h="5809" w="10035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47"/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rect b="b" l="l" r="r" t="t"/>
                <a:pathLst>
                  <a:path extrusionOk="0" h="2292" w="4005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47"/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rect b="b" l="l" r="r" t="t"/>
                <a:pathLst>
                  <a:path extrusionOk="0" h="6282" w="7879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47"/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rect b="b" l="l" r="r" t="t"/>
                <a:pathLst>
                  <a:path extrusionOk="0" h="4956" w="5551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47"/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rect b="b" l="l" r="r" t="t"/>
                <a:pathLst>
                  <a:path extrusionOk="0" h="2387" w="3617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47"/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rect b="b" l="l" r="r" t="t"/>
                <a:pathLst>
                  <a:path extrusionOk="0" h="1776" w="1467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47"/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rect b="b" l="l" r="r" t="t"/>
                <a:pathLst>
                  <a:path extrusionOk="0" h="7388" w="12903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47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47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47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47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47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47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47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47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47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47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47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47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47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47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47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47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47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47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47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47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47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47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47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47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47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47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47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47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47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47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47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47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47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47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47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47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47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47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47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47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47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47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47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47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47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8" name="Google Shape;3258;p47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9" name="Google Shape;3259;p47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47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47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47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47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47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47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47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47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47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47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47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47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47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47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47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47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47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47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47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47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47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47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2" name="Google Shape;3282;p47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47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47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5" name="Google Shape;3285;p47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6" name="Google Shape;3286;p47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7" name="Google Shape;3287;p47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8" name="Google Shape;3288;p47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9" name="Google Shape;3289;p47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47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47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2" name="Google Shape;3292;p47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3" name="Google Shape;3293;p47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4" name="Google Shape;3294;p47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5" name="Google Shape;3295;p47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47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47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47"/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47"/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rect b="b" l="l" r="r" t="t"/>
                <a:pathLst>
                  <a:path extrusionOk="0" h="470" w="841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0" name="Google Shape;3300;p47"/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rect b="b" l="l" r="r" t="t"/>
                <a:pathLst>
                  <a:path extrusionOk="0" h="472" w="834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1" name="Google Shape;3301;p47"/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rect b="b" l="l" r="r" t="t"/>
                <a:pathLst>
                  <a:path extrusionOk="0" h="775" w="1374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47"/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rect b="b" l="l" r="r" t="t"/>
                <a:pathLst>
                  <a:path extrusionOk="0" h="454" w="813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47"/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rect b="b" l="l" r="r" t="t"/>
                <a:pathLst>
                  <a:path extrusionOk="0" h="466" w="843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47"/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rect b="b" l="l" r="r" t="t"/>
                <a:pathLst>
                  <a:path extrusionOk="0" h="473" w="848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47"/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rect b="b" l="l" r="r" t="t"/>
                <a:pathLst>
                  <a:path extrusionOk="0" h="321" w="577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6" name="Google Shape;3306;p47"/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rect b="b" l="l" r="r" t="t"/>
                <a:pathLst>
                  <a:path extrusionOk="0" h="352" w="634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7" name="Google Shape;3307;p47"/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rect b="b" l="l" r="r" t="t"/>
                <a:pathLst>
                  <a:path extrusionOk="0" h="468" w="834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8" name="Google Shape;3308;p47"/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rect b="b" l="l" r="r" t="t"/>
                <a:pathLst>
                  <a:path extrusionOk="0" h="450" w="806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47"/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47"/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rect b="b" l="l" r="r" t="t"/>
                <a:pathLst>
                  <a:path extrusionOk="0" h="467" w="835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47"/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rect b="b" l="l" r="r" t="t"/>
                <a:pathLst>
                  <a:path extrusionOk="0" h="452" w="812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47"/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rect b="b" l="l" r="r" t="t"/>
                <a:pathLst>
                  <a:path extrusionOk="0" h="336" w="605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3" name="Google Shape;3313;p47"/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rect b="b" l="l" r="r" t="t"/>
                <a:pathLst>
                  <a:path extrusionOk="0" h="341" w="618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4" name="Google Shape;3314;p47"/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rect b="b" l="l" r="r" t="t"/>
                <a:pathLst>
                  <a:path extrusionOk="0" h="337" w="611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5" name="Google Shape;3315;p47"/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rect b="b" l="l" r="r" t="t"/>
                <a:pathLst>
                  <a:path extrusionOk="0" h="339" w="612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6" name="Google Shape;3316;p47"/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rect b="b" l="l" r="r" t="t"/>
                <a:pathLst>
                  <a:path extrusionOk="0" h="458" w="82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7" name="Google Shape;3317;p47"/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rect b="b" l="l" r="r" t="t"/>
                <a:pathLst>
                  <a:path extrusionOk="0" h="453" w="82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8" name="Google Shape;3318;p47"/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rect b="b" l="l" r="r" t="t"/>
                <a:pathLst>
                  <a:path extrusionOk="0" h="348" w="64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47"/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rect b="b" l="l" r="r" t="t"/>
                <a:pathLst>
                  <a:path extrusionOk="0" h="467" w="842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47"/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rect b="b" l="l" r="r" t="t"/>
                <a:pathLst>
                  <a:path extrusionOk="0" h="471" w="836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1" name="Google Shape;3321;p47"/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rect b="b" l="l" r="r" t="t"/>
                <a:pathLst>
                  <a:path extrusionOk="0" h="447" w="805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47"/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rect b="b" l="l" r="r" t="t"/>
                <a:pathLst>
                  <a:path extrusionOk="0" h="472" w="849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47"/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rect b="b" l="l" r="r" t="t"/>
                <a:pathLst>
                  <a:path extrusionOk="0" h="473" w="843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47"/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rect b="b" l="l" r="r" t="t"/>
                <a:pathLst>
                  <a:path extrusionOk="0" h="488" w="864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5" name="Google Shape;3325;p47"/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rect b="b" l="l" r="r" t="t"/>
                <a:pathLst>
                  <a:path extrusionOk="0" h="452" w="814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47"/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rect b="b" l="l" r="r" t="t"/>
                <a:pathLst>
                  <a:path extrusionOk="0" h="468" w="835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47"/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rect b="b" l="l" r="r" t="t"/>
                <a:pathLst>
                  <a:path extrusionOk="0" h="471" w="841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47"/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47"/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rect b="b" l="l" r="r" t="t"/>
                <a:pathLst>
                  <a:path extrusionOk="0" h="457" w="821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47"/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rect b="b" l="l" r="r" t="t"/>
                <a:pathLst>
                  <a:path extrusionOk="0" h="478" w="843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rect b="b" l="l" r="r" t="t"/>
                <a:pathLst>
                  <a:path extrusionOk="0" h="452" w="806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2" name="Google Shape;3332;p47"/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rect b="b" l="l" r="r" t="t"/>
                <a:pathLst>
                  <a:path extrusionOk="0" h="474" w="848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47"/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rect b="b" l="l" r="r" t="t"/>
                <a:pathLst>
                  <a:path extrusionOk="0" h="450" w="807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47"/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rect b="b" l="l" r="r" t="t"/>
                <a:pathLst>
                  <a:path extrusionOk="0" h="458" w="821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47"/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47"/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47"/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rect b="b" l="l" r="r" t="t"/>
                <a:pathLst>
                  <a:path extrusionOk="0" h="432" w="777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47"/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rect b="b" l="l" r="r" t="t"/>
                <a:pathLst>
                  <a:path extrusionOk="0" h="459" w="827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47"/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rect b="b" l="l" r="r" t="t"/>
                <a:pathLst>
                  <a:path extrusionOk="0" h="466" w="834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47"/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rect b="b" l="l" r="r" t="t"/>
                <a:pathLst>
                  <a:path extrusionOk="0" h="437" w="786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1" name="Google Shape;3341;p47"/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rect b="b" l="l" r="r" t="t"/>
                <a:pathLst>
                  <a:path extrusionOk="0" h="451" w="807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2" name="Google Shape;3342;p47"/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rect b="b" l="l" r="r" t="t"/>
                <a:pathLst>
                  <a:path extrusionOk="0" h="479" w="843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3" name="Google Shape;3343;p47"/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rect b="b" l="l" r="r" t="t"/>
                <a:pathLst>
                  <a:path extrusionOk="0" h="2010" w="3508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4" name="Google Shape;3344;p47"/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rect b="b" l="l" r="r" t="t"/>
                <a:pathLst>
                  <a:path extrusionOk="0" h="457" w="813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5" name="Google Shape;3345;p47"/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rect b="b" l="l" r="r" t="t"/>
                <a:pathLst>
                  <a:path extrusionOk="0" h="444" w="791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6" name="Google Shape;3346;p47"/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rect b="b" l="l" r="r" t="t"/>
                <a:pathLst>
                  <a:path extrusionOk="0" h="463" w="827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7" name="Google Shape;3347;p47"/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rect b="b" l="l" r="r" t="t"/>
                <a:pathLst>
                  <a:path extrusionOk="0" h="454" w="821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47"/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rect b="b" l="l" r="r" t="t"/>
                <a:pathLst>
                  <a:path extrusionOk="0" h="473" w="85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9" name="Google Shape;3349;p47"/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rect b="b" l="l" r="r" t="t"/>
                <a:pathLst>
                  <a:path extrusionOk="0" h="481" w="863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0" name="Google Shape;3350;p47"/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rect b="b" l="l" r="r" t="t"/>
                <a:pathLst>
                  <a:path extrusionOk="0" h="494" w="877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1" name="Google Shape;3351;p47"/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rect b="b" l="l" r="r" t="t"/>
                <a:pathLst>
                  <a:path extrusionOk="0" h="460" w="827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2" name="Google Shape;3352;p47"/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rect b="b" l="l" r="r" t="t"/>
                <a:pathLst>
                  <a:path extrusionOk="0" h="350" w="634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47"/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rect b="b" l="l" r="r" t="t"/>
                <a:pathLst>
                  <a:path extrusionOk="0" h="364" w="661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4" name="Google Shape;3354;p47"/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rect b="b" l="l" r="r" t="t"/>
                <a:pathLst>
                  <a:path extrusionOk="0" h="480" w="863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5" name="Google Shape;3355;p47"/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rect b="b" l="l" r="r" t="t"/>
                <a:pathLst>
                  <a:path extrusionOk="0" h="472" w="842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6" name="Google Shape;3356;p47"/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rect b="b" l="l" r="r" t="t"/>
                <a:pathLst>
                  <a:path extrusionOk="0" h="582" w="1036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7" name="Google Shape;3357;p47"/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rect b="b" l="l" r="r" t="t"/>
                <a:pathLst>
                  <a:path extrusionOk="0" h="488" w="872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8" name="Google Shape;3358;p47"/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rect b="b" l="l" r="r" t="t"/>
                <a:pathLst>
                  <a:path extrusionOk="0" h="680" w="120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47"/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rect b="b" l="l" r="r" t="t"/>
                <a:pathLst>
                  <a:path extrusionOk="0" h="540" w="973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0" name="Google Shape;3360;p47"/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rect b="b" l="l" r="r" t="t"/>
                <a:pathLst>
                  <a:path extrusionOk="0" h="816" w="1438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47"/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rect b="b" l="l" r="r" t="t"/>
                <a:pathLst>
                  <a:path extrusionOk="0" h="471" w="849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47"/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47"/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rect b="b" l="l" r="r" t="t"/>
                <a:pathLst>
                  <a:path extrusionOk="0" h="716" w="1266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47"/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rect b="b" l="l" r="r" t="t"/>
                <a:pathLst>
                  <a:path extrusionOk="0" h="480" w="855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47"/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rect b="b" l="l" r="r" t="t"/>
                <a:pathLst>
                  <a:path extrusionOk="0" h="912" w="1603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47"/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rect b="b" l="l" r="r" t="t"/>
                <a:pathLst>
                  <a:path extrusionOk="0" h="457" w="814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47"/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rect b="b" l="l" r="r" t="t"/>
                <a:pathLst>
                  <a:path extrusionOk="0" h="457" w="82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8" name="Google Shape;3368;p47"/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rect b="b" l="l" r="r" t="t"/>
                <a:pathLst>
                  <a:path extrusionOk="0" h="480" w="864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47"/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rect b="b" l="l" r="r" t="t"/>
                <a:pathLst>
                  <a:path extrusionOk="0" h="503" w="90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47"/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rect b="b" l="l" r="r" t="t"/>
                <a:pathLst>
                  <a:path extrusionOk="0" h="435" w="777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1" name="Google Shape;3371;p47"/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rect b="b" l="l" r="r" t="t"/>
                <a:pathLst>
                  <a:path extrusionOk="0" h="371" w="664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2" name="Google Shape;3372;p47"/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rect b="b" l="l" r="r" t="t"/>
                <a:pathLst>
                  <a:path extrusionOk="0" h="352" w="641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3" name="Google Shape;3373;p47"/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rect b="b" l="l" r="r" t="t"/>
                <a:pathLst>
                  <a:path extrusionOk="0" h="337" w="612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4" name="Google Shape;3374;p47"/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rect b="b" l="l" r="r" t="t"/>
                <a:pathLst>
                  <a:path extrusionOk="0" h="782" w="1381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5" name="Google Shape;3375;p47"/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rect b="b" l="l" r="r" t="t"/>
                <a:pathLst>
                  <a:path extrusionOk="0" h="350" w="627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6" name="Google Shape;3376;p47"/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rect b="b" l="l" r="r" t="t"/>
                <a:pathLst>
                  <a:path extrusionOk="0" h="339" w="613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7" name="Google Shape;3377;p47"/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rect b="b" l="l" r="r" t="t"/>
                <a:pathLst>
                  <a:path extrusionOk="0" h="335" w="605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8" name="Google Shape;3378;p47"/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rect b="b" l="l" r="r" t="t"/>
                <a:pathLst>
                  <a:path extrusionOk="0" h="451" w="806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9" name="Google Shape;3379;p47"/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rect b="b" l="l" r="r" t="t"/>
                <a:pathLst>
                  <a:path extrusionOk="0" h="459" w="821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0" name="Google Shape;3380;p47"/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rect b="b" l="l" r="r" t="t"/>
                <a:pathLst>
                  <a:path extrusionOk="0" h="464" w="827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47"/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rect b="b" l="l" r="r" t="t"/>
                <a:pathLst>
                  <a:path extrusionOk="0" h="339" w="618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47"/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rect b="b" l="l" r="r" t="t"/>
                <a:pathLst>
                  <a:path extrusionOk="0" h="487" w="87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47"/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rect b="b" l="l" r="r" t="t"/>
                <a:pathLst>
                  <a:path extrusionOk="0" h="585" w="591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47"/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rect b="b" l="l" r="r" t="t"/>
                <a:pathLst>
                  <a:path extrusionOk="0" h="4672" w="1575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5" name="Google Shape;3385;p47"/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rect b="b" l="l" r="r" t="t"/>
                <a:pathLst>
                  <a:path extrusionOk="0" h="432" w="102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6" name="Google Shape;3386;p47"/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rect b="b" l="l" r="r" t="t"/>
                <a:pathLst>
                  <a:path extrusionOk="0" h="4732" w="1345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7" name="Google Shape;3387;p47"/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rect b="b" l="l" r="r" t="t"/>
                <a:pathLst>
                  <a:path extrusionOk="0" h="373" w="332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47"/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rect b="b" l="l" r="r" t="t"/>
                <a:pathLst>
                  <a:path extrusionOk="0" h="4607" w="1545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47"/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rect b="b" l="l" r="r" t="t"/>
                <a:pathLst>
                  <a:path extrusionOk="0" h="309" w="303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47"/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rect b="b" l="l" r="r" t="t"/>
                <a:pathLst>
                  <a:path extrusionOk="0" h="661" w="519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1" name="Google Shape;3391;p47"/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rect b="b" l="l" r="r" t="t"/>
                <a:pathLst>
                  <a:path extrusionOk="0" h="362" w="276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2" name="Google Shape;3392;p47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47"/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4" name="Google Shape;3394;p47"/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rect b="b" l="l" r="r" t="t"/>
                <a:pathLst>
                  <a:path extrusionOk="0" h="1756" w="1317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5" name="Google Shape;3395;p47"/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rect b="b" l="l" r="r" t="t"/>
                <a:pathLst>
                  <a:path extrusionOk="0" h="2165" w="1159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47"/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rect b="b" l="l" r="r" t="t"/>
                <a:pathLst>
                  <a:path extrusionOk="0" h="10749" w="7469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7" name="Google Shape;3397;p47"/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rect b="b" l="l" r="r" t="t"/>
                <a:pathLst>
                  <a:path extrusionOk="0" h="10684" w="10417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8" name="Google Shape;3398;p47"/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rect b="b" l="l" r="r" t="t"/>
                <a:pathLst>
                  <a:path extrusionOk="0" h="10050" w="9509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47"/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rect b="b" l="l" r="r" t="t"/>
                <a:pathLst>
                  <a:path extrusionOk="0" h="572" w="525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47"/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rect b="b" l="l" r="r" t="t"/>
                <a:pathLst>
                  <a:path extrusionOk="0" h="1051" w="591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47"/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rect b="b" l="l" r="r" t="t"/>
                <a:pathLst>
                  <a:path extrusionOk="0" h="870" w="512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47"/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rect b="b" l="l" r="r" t="t"/>
                <a:pathLst>
                  <a:path extrusionOk="0" h="1769" w="913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3" name="Google Shape;3403;p47"/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rect b="b" l="l" r="r" t="t"/>
                <a:pathLst>
                  <a:path extrusionOk="0" h="1468" w="771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4" name="Google Shape;3404;p47"/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rect b="b" l="l" r="r" t="t"/>
                <a:pathLst>
                  <a:path extrusionOk="0" h="1136" w="627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5" name="Google Shape;3405;p47"/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rect b="b" l="l" r="r" t="t"/>
                <a:pathLst>
                  <a:path extrusionOk="0" h="1596" w="836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6" name="Google Shape;3406;p47"/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rect b="b" l="l" r="r" t="t"/>
                <a:pathLst>
                  <a:path extrusionOk="0" h="569" w="375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7" name="Google Shape;3407;p47"/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rect b="b" l="l" r="r" t="t"/>
                <a:pathLst>
                  <a:path extrusionOk="0" h="929" w="532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8" name="Google Shape;3408;p47"/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rect b="b" l="l" r="r" t="t"/>
                <a:pathLst>
                  <a:path extrusionOk="0" h="1459" w="778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9" name="Google Shape;3409;p47"/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rect b="b" l="l" r="r" t="t"/>
                <a:pathLst>
                  <a:path extrusionOk="0" h="1878" w="3278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0" name="Google Shape;3410;p47"/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rect b="b" l="l" r="r" t="t"/>
                <a:pathLst>
                  <a:path extrusionOk="0" h="158" w="167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1" name="Google Shape;3411;p47"/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rect b="b" l="l" r="r" t="t"/>
                <a:pathLst>
                  <a:path extrusionOk="0" h="662" w="1086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2" name="Google Shape;3412;p47"/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rect b="b" l="l" r="r" t="t"/>
                <a:pathLst>
                  <a:path extrusionOk="0" h="661" w="1079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3" name="Google Shape;3413;p47"/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rect b="b" l="l" r="r" t="t"/>
                <a:pathLst>
                  <a:path extrusionOk="0" h="1050" w="1783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4" name="Google Shape;3414;p47"/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rect b="b" l="l" r="r" t="t"/>
                <a:pathLst>
                  <a:path extrusionOk="0" h="153" w="167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5" name="Google Shape;3415;p47"/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rect b="b" l="l" r="r" t="t"/>
                <a:pathLst>
                  <a:path extrusionOk="0" h="662" w="1079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6" name="Google Shape;3416;p47"/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rect b="b" l="l" r="r" t="t"/>
                <a:pathLst>
                  <a:path extrusionOk="0" h="661" w="1086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7" name="Google Shape;3417;p47"/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rect b="b" l="l" r="r" t="t"/>
                <a:pathLst>
                  <a:path extrusionOk="0" h="1885" w="3279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8" name="Google Shape;3418;p47"/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rect b="b" l="l" r="r" t="t"/>
                <a:pathLst>
                  <a:path extrusionOk="0" h="1885" w="3271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9" name="Google Shape;3419;p47"/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rect b="b" l="l" r="r" t="t"/>
                <a:pathLst>
                  <a:path extrusionOk="0" h="174" w="202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47"/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rect b="b" l="l" r="r" t="t"/>
                <a:pathLst>
                  <a:path extrusionOk="0" h="160" w="167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47"/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rect b="b" l="l" r="r" t="t"/>
                <a:pathLst>
                  <a:path extrusionOk="0" h="160" w="166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47"/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rect b="b" l="l" r="r" t="t"/>
                <a:pathLst>
                  <a:path extrusionOk="0" h="3049" w="1375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47"/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rect b="b" l="l" r="r" t="t"/>
                <a:pathLst>
                  <a:path extrusionOk="0" h="288" w="224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4" name="Google Shape;3424;p47"/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rect b="b" l="l" r="r" t="t"/>
                <a:pathLst>
                  <a:path extrusionOk="0" h="365" w="239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5" name="Google Shape;3425;p47"/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rect b="b" l="l" r="r" t="t"/>
                <a:pathLst>
                  <a:path extrusionOk="0" h="257" w="21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47"/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rect b="b" l="l" r="r" t="t"/>
                <a:pathLst>
                  <a:path extrusionOk="0" h="353" w="268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7" name="Google Shape;3427;p47"/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rect b="b" l="l" r="r" t="t"/>
                <a:pathLst>
                  <a:path extrusionOk="0" h="267" w="216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8" name="Google Shape;3428;p47"/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rect b="b" l="l" r="r" t="t"/>
                <a:pathLst>
                  <a:path extrusionOk="0" h="246" w="187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9" name="Google Shape;3429;p47"/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rect b="b" l="l" r="r" t="t"/>
                <a:pathLst>
                  <a:path extrusionOk="0" h="437" w="287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0" name="Google Shape;3430;p47"/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rect b="b" l="l" r="r" t="t"/>
                <a:pathLst>
                  <a:path extrusionOk="0" h="252" w="187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1" name="Google Shape;3431;p47"/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rect b="b" l="l" r="r" t="t"/>
                <a:pathLst>
                  <a:path extrusionOk="0" h="167" w="21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2" name="Google Shape;3432;p47"/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rect b="b" l="l" r="r" t="t"/>
                <a:pathLst>
                  <a:path extrusionOk="0" h="165" w="208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3" name="Google Shape;3433;p47"/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rect b="b" l="l" r="r" t="t"/>
                <a:pathLst>
                  <a:path extrusionOk="0" h="311" w="251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4" name="Google Shape;3434;p47"/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rect b="b" l="l" r="r" t="t"/>
                <a:pathLst>
                  <a:path extrusionOk="0" h="253" w="189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35" name="Google Shape;3435;p47"/>
            <p:cNvSpPr/>
            <p:nvPr/>
          </p:nvSpPr>
          <p:spPr>
            <a:xfrm>
              <a:off x="2186660" y="20057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47"/>
            <p:cNvSpPr/>
            <p:nvPr/>
          </p:nvSpPr>
          <p:spPr>
            <a:xfrm>
              <a:off x="1560175" y="217901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47"/>
            <p:cNvSpPr/>
            <p:nvPr/>
          </p:nvSpPr>
          <p:spPr>
            <a:xfrm>
              <a:off x="2419315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47"/>
            <p:cNvSpPr/>
            <p:nvPr/>
          </p:nvSpPr>
          <p:spPr>
            <a:xfrm>
              <a:off x="4740815" y="4419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47"/>
            <p:cNvSpPr/>
            <p:nvPr/>
          </p:nvSpPr>
          <p:spPr>
            <a:xfrm>
              <a:off x="5224787" y="4566988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0" name="Google Shape;3440;p47"/>
          <p:cNvSpPr txBox="1"/>
          <p:nvPr/>
        </p:nvSpPr>
        <p:spPr>
          <a:xfrm>
            <a:off x="3443275" y="1174084"/>
            <a:ext cx="5356500" cy="2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Integration Features: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Dynamic menu displaying all 28 questions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User input validation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Sequential execution capability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Clean memory management across operations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Menu Options: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Users can select any question (1-20), execute it, and optionally run another or exit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48"/>
          <p:cNvSpPr txBox="1"/>
          <p:nvPr>
            <p:ph type="title"/>
          </p:nvPr>
        </p:nvSpPr>
        <p:spPr>
          <a:xfrm>
            <a:off x="720000" y="19404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Dry Run Demonstrations</a:t>
            </a:r>
            <a:endParaRPr/>
          </a:p>
        </p:txBody>
      </p:sp>
      <p:grpSp>
        <p:nvGrpSpPr>
          <p:cNvPr id="3446" name="Google Shape;3446;p48"/>
          <p:cNvGrpSpPr/>
          <p:nvPr/>
        </p:nvGrpSpPr>
        <p:grpSpPr>
          <a:xfrm>
            <a:off x="8191711" y="-7168"/>
            <a:ext cx="478131" cy="1724239"/>
            <a:chOff x="4685479" y="8126050"/>
            <a:chExt cx="238006" cy="858257"/>
          </a:xfrm>
        </p:grpSpPr>
        <p:sp>
          <p:nvSpPr>
            <p:cNvPr id="3447" name="Google Shape;3447;p48"/>
            <p:cNvSpPr/>
            <p:nvPr/>
          </p:nvSpPr>
          <p:spPr>
            <a:xfrm>
              <a:off x="4751903" y="8898254"/>
              <a:ext cx="104807" cy="48197"/>
            </a:xfrm>
            <a:custGeom>
              <a:rect b="b" l="l" r="r" t="t"/>
              <a:pathLst>
                <a:path extrusionOk="0" h="275" w="598">
                  <a:moveTo>
                    <a:pt x="1" y="0"/>
                  </a:moveTo>
                  <a:cubicBezTo>
                    <a:pt x="16" y="152"/>
                    <a:pt x="146" y="274"/>
                    <a:pt x="303" y="274"/>
                  </a:cubicBezTo>
                  <a:cubicBezTo>
                    <a:pt x="454" y="274"/>
                    <a:pt x="584" y="152"/>
                    <a:pt x="598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48"/>
            <p:cNvSpPr/>
            <p:nvPr/>
          </p:nvSpPr>
          <p:spPr>
            <a:xfrm>
              <a:off x="4803605" y="8965029"/>
              <a:ext cx="175" cy="19279"/>
            </a:xfrm>
            <a:custGeom>
              <a:rect b="b" l="l" r="r" t="t"/>
              <a:pathLst>
                <a:path extrusionOk="0" fill="none" h="110" w="1">
                  <a:moveTo>
                    <a:pt x="1" y="0"/>
                  </a:moveTo>
                  <a:lnTo>
                    <a:pt x="1" y="109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48"/>
            <p:cNvSpPr/>
            <p:nvPr/>
          </p:nvSpPr>
          <p:spPr>
            <a:xfrm>
              <a:off x="4840235" y="8955039"/>
              <a:ext cx="8938" cy="17702"/>
            </a:xfrm>
            <a:custGeom>
              <a:rect b="b" l="l" r="r" t="t"/>
              <a:pathLst>
                <a:path extrusionOk="0" fill="none" h="101" w="51">
                  <a:moveTo>
                    <a:pt x="0" y="0"/>
                  </a:moveTo>
                  <a:lnTo>
                    <a:pt x="50" y="10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48"/>
            <p:cNvSpPr/>
            <p:nvPr/>
          </p:nvSpPr>
          <p:spPr>
            <a:xfrm>
              <a:off x="4865298" y="8929976"/>
              <a:ext cx="18052" cy="8938"/>
            </a:xfrm>
            <a:custGeom>
              <a:rect b="b" l="l" r="r" t="t"/>
              <a:pathLst>
                <a:path extrusionOk="0" fill="none" h="51" w="103">
                  <a:moveTo>
                    <a:pt x="1" y="0"/>
                  </a:moveTo>
                  <a:lnTo>
                    <a:pt x="102" y="5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48"/>
            <p:cNvSpPr/>
            <p:nvPr/>
          </p:nvSpPr>
          <p:spPr>
            <a:xfrm>
              <a:off x="4725614" y="8929976"/>
              <a:ext cx="17702" cy="8938"/>
            </a:xfrm>
            <a:custGeom>
              <a:rect b="b" l="l" r="r" t="t"/>
              <a:pathLst>
                <a:path extrusionOk="0" fill="none" h="51" w="101">
                  <a:moveTo>
                    <a:pt x="101" y="0"/>
                  </a:moveTo>
                  <a:lnTo>
                    <a:pt x="1" y="5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48"/>
            <p:cNvSpPr/>
            <p:nvPr/>
          </p:nvSpPr>
          <p:spPr>
            <a:xfrm>
              <a:off x="4758213" y="8955039"/>
              <a:ext cx="10516" cy="17702"/>
            </a:xfrm>
            <a:custGeom>
              <a:rect b="b" l="l" r="r" t="t"/>
              <a:pathLst>
                <a:path extrusionOk="0" fill="none" h="101" w="60">
                  <a:moveTo>
                    <a:pt x="60" y="0"/>
                  </a:moveTo>
                  <a:lnTo>
                    <a:pt x="1" y="10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48"/>
            <p:cNvSpPr/>
            <p:nvPr/>
          </p:nvSpPr>
          <p:spPr>
            <a:xfrm>
              <a:off x="4804832" y="8126050"/>
              <a:ext cx="175" cy="571005"/>
            </a:xfrm>
            <a:custGeom>
              <a:rect b="b" l="l" r="r" t="t"/>
              <a:pathLst>
                <a:path extrusionOk="0" fill="none" h="3258" w="1">
                  <a:moveTo>
                    <a:pt x="1" y="3257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48"/>
            <p:cNvSpPr/>
            <p:nvPr/>
          </p:nvSpPr>
          <p:spPr>
            <a:xfrm>
              <a:off x="4685479" y="8696878"/>
              <a:ext cx="238006" cy="201552"/>
            </a:xfrm>
            <a:custGeom>
              <a:rect b="b" l="l" r="r" t="t"/>
              <a:pathLst>
                <a:path extrusionOk="0" h="1150" w="1358">
                  <a:moveTo>
                    <a:pt x="682" y="0"/>
                  </a:moveTo>
                  <a:cubicBezTo>
                    <a:pt x="280" y="0"/>
                    <a:pt x="0" y="302"/>
                    <a:pt x="0" y="761"/>
                  </a:cubicBezTo>
                  <a:lnTo>
                    <a:pt x="0" y="1149"/>
                  </a:lnTo>
                  <a:lnTo>
                    <a:pt x="1358" y="1149"/>
                  </a:lnTo>
                  <a:lnTo>
                    <a:pt x="1358" y="761"/>
                  </a:lnTo>
                  <a:cubicBezTo>
                    <a:pt x="1358" y="302"/>
                    <a:pt x="1078" y="0"/>
                    <a:pt x="68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5" name="Google Shape;3455;p48"/>
          <p:cNvGrpSpPr/>
          <p:nvPr/>
        </p:nvGrpSpPr>
        <p:grpSpPr>
          <a:xfrm>
            <a:off x="871875" y="1682916"/>
            <a:ext cx="1850983" cy="2235272"/>
            <a:chOff x="871875" y="2368716"/>
            <a:chExt cx="1850983" cy="2235272"/>
          </a:xfrm>
        </p:grpSpPr>
        <p:grpSp>
          <p:nvGrpSpPr>
            <p:cNvPr id="3456" name="Google Shape;3456;p48"/>
            <p:cNvGrpSpPr/>
            <p:nvPr/>
          </p:nvGrpSpPr>
          <p:grpSpPr>
            <a:xfrm>
              <a:off x="871875" y="2839872"/>
              <a:ext cx="1850983" cy="1764116"/>
              <a:chOff x="6173904" y="7163161"/>
              <a:chExt cx="1597741" cy="1522627"/>
            </a:xfrm>
          </p:grpSpPr>
          <p:sp>
            <p:nvSpPr>
              <p:cNvPr id="3457" name="Google Shape;3457;p48"/>
              <p:cNvSpPr/>
              <p:nvPr/>
            </p:nvSpPr>
            <p:spPr>
              <a:xfrm>
                <a:off x="7066415" y="7165714"/>
                <a:ext cx="3192" cy="958"/>
              </a:xfrm>
              <a:custGeom>
                <a:rect b="b" l="l" r="r" t="t"/>
                <a:pathLst>
                  <a:path extrusionOk="0" h="9" w="30">
                    <a:moveTo>
                      <a:pt x="0" y="0"/>
                    </a:moveTo>
                    <a:cubicBezTo>
                      <a:pt x="7" y="0"/>
                      <a:pt x="23" y="0"/>
                      <a:pt x="29" y="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8" name="Google Shape;3458;p48"/>
              <p:cNvSpPr/>
              <p:nvPr/>
            </p:nvSpPr>
            <p:spPr>
              <a:xfrm>
                <a:off x="6365750" y="8345940"/>
                <a:ext cx="1702" cy="4682"/>
              </a:xfrm>
              <a:custGeom>
                <a:rect b="b" l="l" r="r" t="t"/>
                <a:pathLst>
                  <a:path extrusionOk="0" h="44" w="16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9" name="Google Shape;3459;p48"/>
              <p:cNvSpPr/>
              <p:nvPr/>
            </p:nvSpPr>
            <p:spPr>
              <a:xfrm>
                <a:off x="7068756" y="7165714"/>
                <a:ext cx="1596" cy="958"/>
              </a:xfrm>
              <a:custGeom>
                <a:rect b="b" l="l" r="r" t="t"/>
                <a:pathLst>
                  <a:path extrusionOk="0" h="9" w="15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0" name="Google Shape;3460;p48"/>
              <p:cNvSpPr/>
              <p:nvPr/>
            </p:nvSpPr>
            <p:spPr>
              <a:xfrm>
                <a:off x="6188375" y="7165714"/>
                <a:ext cx="1055619" cy="1184898"/>
              </a:xfrm>
              <a:custGeom>
                <a:rect b="b" l="l" r="r" t="t"/>
                <a:pathLst>
                  <a:path extrusionOk="0" h="11136" w="9921">
                    <a:moveTo>
                      <a:pt x="8230" y="366"/>
                    </a:moveTo>
                    <a:cubicBezTo>
                      <a:pt x="8252" y="366"/>
                      <a:pt x="8270" y="384"/>
                      <a:pt x="8281" y="411"/>
                    </a:cubicBezTo>
                    <a:lnTo>
                      <a:pt x="9611" y="5736"/>
                    </a:lnTo>
                    <a:cubicBezTo>
                      <a:pt x="9618" y="5772"/>
                      <a:pt x="9603" y="5822"/>
                      <a:pt x="9568" y="5845"/>
                    </a:cubicBezTo>
                    <a:lnTo>
                      <a:pt x="1647" y="10416"/>
                    </a:lnTo>
                    <a:cubicBezTo>
                      <a:pt x="1639" y="10422"/>
                      <a:pt x="1631" y="10424"/>
                      <a:pt x="1622" y="10424"/>
                    </a:cubicBezTo>
                    <a:cubicBezTo>
                      <a:pt x="1600" y="10424"/>
                      <a:pt x="1577" y="10405"/>
                      <a:pt x="1567" y="10373"/>
                    </a:cubicBezTo>
                    <a:lnTo>
                      <a:pt x="244" y="5055"/>
                    </a:lnTo>
                    <a:cubicBezTo>
                      <a:pt x="230" y="5012"/>
                      <a:pt x="253" y="4968"/>
                      <a:pt x="280" y="4946"/>
                    </a:cubicBezTo>
                    <a:lnTo>
                      <a:pt x="8202" y="374"/>
                    </a:lnTo>
                    <a:cubicBezTo>
                      <a:pt x="8212" y="369"/>
                      <a:pt x="8221" y="366"/>
                      <a:pt x="8230" y="366"/>
                    </a:cubicBezTo>
                    <a:close/>
                    <a:moveTo>
                      <a:pt x="8266" y="0"/>
                    </a:moveTo>
                    <a:cubicBezTo>
                      <a:pt x="8238" y="0"/>
                      <a:pt x="8209" y="9"/>
                      <a:pt x="8180" y="22"/>
                    </a:cubicBezTo>
                    <a:lnTo>
                      <a:pt x="144" y="4658"/>
                    </a:lnTo>
                    <a:cubicBezTo>
                      <a:pt x="51" y="4717"/>
                      <a:pt x="1" y="4860"/>
                      <a:pt x="28" y="4975"/>
                    </a:cubicBezTo>
                    <a:lnTo>
                      <a:pt x="1531" y="10998"/>
                    </a:lnTo>
                    <a:cubicBezTo>
                      <a:pt x="1531" y="11006"/>
                      <a:pt x="1538" y="11013"/>
                      <a:pt x="1538" y="11020"/>
                    </a:cubicBezTo>
                    <a:lnTo>
                      <a:pt x="1538" y="11027"/>
                    </a:lnTo>
                    <a:cubicBezTo>
                      <a:pt x="1547" y="11041"/>
                      <a:pt x="1553" y="11056"/>
                      <a:pt x="1560" y="11070"/>
                    </a:cubicBezTo>
                    <a:lnTo>
                      <a:pt x="1567" y="11070"/>
                    </a:lnTo>
                    <a:cubicBezTo>
                      <a:pt x="1567" y="11077"/>
                      <a:pt x="1574" y="11084"/>
                      <a:pt x="1581" y="11093"/>
                    </a:cubicBezTo>
                    <a:cubicBezTo>
                      <a:pt x="1581" y="11093"/>
                      <a:pt x="1590" y="11099"/>
                      <a:pt x="1597" y="11106"/>
                    </a:cubicBezTo>
                    <a:cubicBezTo>
                      <a:pt x="1604" y="11106"/>
                      <a:pt x="1604" y="11113"/>
                      <a:pt x="1610" y="11113"/>
                    </a:cubicBezTo>
                    <a:lnTo>
                      <a:pt x="1617" y="11120"/>
                    </a:lnTo>
                    <a:lnTo>
                      <a:pt x="1624" y="11120"/>
                    </a:lnTo>
                    <a:cubicBezTo>
                      <a:pt x="1633" y="11127"/>
                      <a:pt x="1633" y="11127"/>
                      <a:pt x="1640" y="11127"/>
                    </a:cubicBezTo>
                    <a:cubicBezTo>
                      <a:pt x="1647" y="11127"/>
                      <a:pt x="1654" y="11136"/>
                      <a:pt x="1654" y="11136"/>
                    </a:cubicBezTo>
                    <a:lnTo>
                      <a:pt x="1667" y="11136"/>
                    </a:lnTo>
                    <a:lnTo>
                      <a:pt x="1667" y="11093"/>
                    </a:lnTo>
                    <a:cubicBezTo>
                      <a:pt x="1667" y="11056"/>
                      <a:pt x="1690" y="11020"/>
                      <a:pt x="1740" y="10991"/>
                    </a:cubicBezTo>
                    <a:lnTo>
                      <a:pt x="9775" y="6355"/>
                    </a:lnTo>
                    <a:cubicBezTo>
                      <a:pt x="9812" y="6333"/>
                      <a:pt x="9855" y="6319"/>
                      <a:pt x="9905" y="6312"/>
                    </a:cubicBezTo>
                    <a:cubicBezTo>
                      <a:pt x="9920" y="6262"/>
                      <a:pt x="9920" y="6210"/>
                      <a:pt x="9905" y="6160"/>
                    </a:cubicBezTo>
                    <a:lnTo>
                      <a:pt x="8404" y="145"/>
                    </a:lnTo>
                    <a:cubicBezTo>
                      <a:pt x="8388" y="66"/>
                      <a:pt x="8338" y="16"/>
                      <a:pt x="8288" y="9"/>
                    </a:cubicBezTo>
                    <a:cubicBezTo>
                      <a:pt x="8281" y="9"/>
                      <a:pt x="8275" y="9"/>
                      <a:pt x="8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1" name="Google Shape;3461;p48"/>
              <p:cNvSpPr/>
              <p:nvPr/>
            </p:nvSpPr>
            <p:spPr>
              <a:xfrm>
                <a:off x="6365750" y="8345940"/>
                <a:ext cx="1702" cy="4682"/>
              </a:xfrm>
              <a:custGeom>
                <a:rect b="b" l="l" r="r" t="t"/>
                <a:pathLst>
                  <a:path extrusionOk="0" h="44" w="16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2" name="Google Shape;3462;p48"/>
              <p:cNvSpPr/>
              <p:nvPr/>
            </p:nvSpPr>
            <p:spPr>
              <a:xfrm>
                <a:off x="7068756" y="7165714"/>
                <a:ext cx="1596" cy="958"/>
              </a:xfrm>
              <a:custGeom>
                <a:rect b="b" l="l" r="r" t="t"/>
                <a:pathLst>
                  <a:path extrusionOk="0" h="9" w="15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48"/>
              <p:cNvSpPr/>
              <p:nvPr/>
            </p:nvSpPr>
            <p:spPr>
              <a:xfrm>
                <a:off x="6173904" y="7163161"/>
                <a:ext cx="893994" cy="1187452"/>
              </a:xfrm>
              <a:custGeom>
                <a:rect b="b" l="l" r="r" t="t"/>
                <a:pathLst>
                  <a:path extrusionOk="0" h="11160" w="8402">
                    <a:moveTo>
                      <a:pt x="8258" y="1"/>
                    </a:moveTo>
                    <a:cubicBezTo>
                      <a:pt x="8234" y="1"/>
                      <a:pt x="8207" y="9"/>
                      <a:pt x="8179" y="24"/>
                    </a:cubicBezTo>
                    <a:lnTo>
                      <a:pt x="151" y="4661"/>
                    </a:lnTo>
                    <a:cubicBezTo>
                      <a:pt x="51" y="4711"/>
                      <a:pt x="1" y="4854"/>
                      <a:pt x="28" y="4977"/>
                    </a:cubicBezTo>
                    <a:lnTo>
                      <a:pt x="1531" y="10994"/>
                    </a:lnTo>
                    <a:cubicBezTo>
                      <a:pt x="1553" y="11073"/>
                      <a:pt x="1603" y="11123"/>
                      <a:pt x="1660" y="11130"/>
                    </a:cubicBezTo>
                    <a:cubicBezTo>
                      <a:pt x="1703" y="11137"/>
                      <a:pt x="1746" y="11151"/>
                      <a:pt x="1790" y="11160"/>
                    </a:cubicBezTo>
                    <a:cubicBezTo>
                      <a:pt x="1790" y="11160"/>
                      <a:pt x="1783" y="11151"/>
                      <a:pt x="1776" y="11151"/>
                    </a:cubicBezTo>
                    <a:cubicBezTo>
                      <a:pt x="1769" y="11151"/>
                      <a:pt x="1769" y="11151"/>
                      <a:pt x="1760" y="11144"/>
                    </a:cubicBezTo>
                    <a:lnTo>
                      <a:pt x="1753" y="11144"/>
                    </a:lnTo>
                    <a:lnTo>
                      <a:pt x="1746" y="11137"/>
                    </a:lnTo>
                    <a:cubicBezTo>
                      <a:pt x="1740" y="11137"/>
                      <a:pt x="1740" y="11130"/>
                      <a:pt x="1733" y="11130"/>
                    </a:cubicBezTo>
                    <a:cubicBezTo>
                      <a:pt x="1726" y="11123"/>
                      <a:pt x="1717" y="11117"/>
                      <a:pt x="1717" y="11117"/>
                    </a:cubicBezTo>
                    <a:cubicBezTo>
                      <a:pt x="1710" y="11108"/>
                      <a:pt x="1703" y="11101"/>
                      <a:pt x="1703" y="11094"/>
                    </a:cubicBezTo>
                    <a:lnTo>
                      <a:pt x="1696" y="11094"/>
                    </a:lnTo>
                    <a:cubicBezTo>
                      <a:pt x="1689" y="11080"/>
                      <a:pt x="1683" y="11065"/>
                      <a:pt x="1674" y="11051"/>
                    </a:cubicBezTo>
                    <a:lnTo>
                      <a:pt x="1674" y="11044"/>
                    </a:lnTo>
                    <a:cubicBezTo>
                      <a:pt x="1674" y="11037"/>
                      <a:pt x="1667" y="11030"/>
                      <a:pt x="1667" y="11022"/>
                    </a:cubicBezTo>
                    <a:lnTo>
                      <a:pt x="164" y="4999"/>
                    </a:lnTo>
                    <a:cubicBezTo>
                      <a:pt x="137" y="4884"/>
                      <a:pt x="187" y="4741"/>
                      <a:pt x="280" y="4682"/>
                    </a:cubicBezTo>
                    <a:lnTo>
                      <a:pt x="8316" y="46"/>
                    </a:lnTo>
                    <a:cubicBezTo>
                      <a:pt x="8345" y="33"/>
                      <a:pt x="8374" y="24"/>
                      <a:pt x="8402" y="24"/>
                    </a:cubicBezTo>
                    <a:lnTo>
                      <a:pt x="8381" y="24"/>
                    </a:lnTo>
                    <a:cubicBezTo>
                      <a:pt x="8374" y="17"/>
                      <a:pt x="8359" y="17"/>
                      <a:pt x="8352" y="17"/>
                    </a:cubicBezTo>
                    <a:cubicBezTo>
                      <a:pt x="8324" y="10"/>
                      <a:pt x="8302" y="3"/>
                      <a:pt x="8281" y="3"/>
                    </a:cubicBezTo>
                    <a:cubicBezTo>
                      <a:pt x="8274" y="2"/>
                      <a:pt x="8266" y="1"/>
                      <a:pt x="82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48"/>
              <p:cNvSpPr/>
              <p:nvPr/>
            </p:nvSpPr>
            <p:spPr>
              <a:xfrm>
                <a:off x="6212848" y="7204658"/>
                <a:ext cx="999013" cy="1070303"/>
              </a:xfrm>
              <a:custGeom>
                <a:rect b="b" l="l" r="r" t="t"/>
                <a:pathLst>
                  <a:path extrusionOk="0" h="10059" w="9389">
                    <a:moveTo>
                      <a:pt x="8000" y="0"/>
                    </a:moveTo>
                    <a:cubicBezTo>
                      <a:pt x="7991" y="0"/>
                      <a:pt x="7982" y="3"/>
                      <a:pt x="7972" y="8"/>
                    </a:cubicBezTo>
                    <a:lnTo>
                      <a:pt x="50" y="4580"/>
                    </a:lnTo>
                    <a:cubicBezTo>
                      <a:pt x="23" y="4602"/>
                      <a:pt x="0" y="4646"/>
                      <a:pt x="14" y="4689"/>
                    </a:cubicBezTo>
                    <a:lnTo>
                      <a:pt x="1337" y="10007"/>
                    </a:lnTo>
                    <a:cubicBezTo>
                      <a:pt x="1347" y="10039"/>
                      <a:pt x="1370" y="10058"/>
                      <a:pt x="1392" y="10058"/>
                    </a:cubicBezTo>
                    <a:cubicBezTo>
                      <a:pt x="1401" y="10058"/>
                      <a:pt x="1409" y="10056"/>
                      <a:pt x="1417" y="10050"/>
                    </a:cubicBezTo>
                    <a:lnTo>
                      <a:pt x="9338" y="5479"/>
                    </a:lnTo>
                    <a:cubicBezTo>
                      <a:pt x="9373" y="5456"/>
                      <a:pt x="9388" y="5406"/>
                      <a:pt x="9381" y="5370"/>
                    </a:cubicBezTo>
                    <a:lnTo>
                      <a:pt x="8051" y="45"/>
                    </a:lnTo>
                    <a:cubicBezTo>
                      <a:pt x="8040" y="18"/>
                      <a:pt x="8022" y="0"/>
                      <a:pt x="8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48"/>
              <p:cNvSpPr/>
              <p:nvPr/>
            </p:nvSpPr>
            <p:spPr>
              <a:xfrm>
                <a:off x="6365750" y="8345940"/>
                <a:ext cx="1702" cy="4682"/>
              </a:xfrm>
              <a:custGeom>
                <a:rect b="b" l="l" r="r" t="t"/>
                <a:pathLst>
                  <a:path extrusionOk="0" h="44" w="16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48"/>
              <p:cNvSpPr/>
              <p:nvPr/>
            </p:nvSpPr>
            <p:spPr>
              <a:xfrm>
                <a:off x="6365750" y="8157819"/>
                <a:ext cx="1405896" cy="527969"/>
              </a:xfrm>
              <a:custGeom>
                <a:rect b="b" l="l" r="r" t="t"/>
                <a:pathLst>
                  <a:path extrusionOk="0" h="4962" w="13213">
                    <a:moveTo>
                      <a:pt x="13213" y="0"/>
                    </a:moveTo>
                    <a:cubicBezTo>
                      <a:pt x="13213" y="28"/>
                      <a:pt x="13206" y="50"/>
                      <a:pt x="13184" y="71"/>
                    </a:cubicBezTo>
                    <a:cubicBezTo>
                      <a:pt x="13177" y="78"/>
                      <a:pt x="13170" y="87"/>
                      <a:pt x="13154" y="93"/>
                    </a:cubicBezTo>
                    <a:cubicBezTo>
                      <a:pt x="13154" y="93"/>
                      <a:pt x="13147" y="100"/>
                      <a:pt x="13141" y="100"/>
                    </a:cubicBezTo>
                    <a:lnTo>
                      <a:pt x="5105" y="4736"/>
                    </a:lnTo>
                    <a:cubicBezTo>
                      <a:pt x="5057" y="4766"/>
                      <a:pt x="4992" y="4781"/>
                      <a:pt x="4929" y="4781"/>
                    </a:cubicBezTo>
                    <a:cubicBezTo>
                      <a:pt x="4870" y="4781"/>
                      <a:pt x="4812" y="4768"/>
                      <a:pt x="4767" y="4744"/>
                    </a:cubicBezTo>
                    <a:lnTo>
                      <a:pt x="73" y="1869"/>
                    </a:lnTo>
                    <a:cubicBezTo>
                      <a:pt x="43" y="1846"/>
                      <a:pt x="23" y="1832"/>
                      <a:pt x="16" y="1812"/>
                    </a:cubicBezTo>
                    <a:lnTo>
                      <a:pt x="0" y="1812"/>
                    </a:lnTo>
                    <a:lnTo>
                      <a:pt x="0" y="2091"/>
                    </a:lnTo>
                    <a:cubicBezTo>
                      <a:pt x="0" y="2127"/>
                      <a:pt x="23" y="2164"/>
                      <a:pt x="73" y="2191"/>
                    </a:cubicBezTo>
                    <a:lnTo>
                      <a:pt x="4767" y="4924"/>
                    </a:lnTo>
                    <a:cubicBezTo>
                      <a:pt x="4813" y="4949"/>
                      <a:pt x="4876" y="4961"/>
                      <a:pt x="4939" y="4961"/>
                    </a:cubicBezTo>
                    <a:cubicBezTo>
                      <a:pt x="5002" y="4961"/>
                      <a:pt x="5065" y="4949"/>
                      <a:pt x="5112" y="4924"/>
                    </a:cubicBezTo>
                    <a:lnTo>
                      <a:pt x="13141" y="280"/>
                    </a:lnTo>
                    <a:cubicBezTo>
                      <a:pt x="13191" y="259"/>
                      <a:pt x="13213" y="223"/>
                      <a:pt x="13213" y="187"/>
                    </a:cubicBezTo>
                    <a:lnTo>
                      <a:pt x="1321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48"/>
              <p:cNvSpPr/>
              <p:nvPr/>
            </p:nvSpPr>
            <p:spPr>
              <a:xfrm>
                <a:off x="6429272" y="8332001"/>
                <a:ext cx="62884" cy="34581"/>
              </a:xfrm>
              <a:custGeom>
                <a:rect b="b" l="l" r="r" t="t"/>
                <a:pathLst>
                  <a:path extrusionOk="0" h="325" w="591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48"/>
              <p:cNvSpPr/>
              <p:nvPr/>
            </p:nvSpPr>
            <p:spPr>
              <a:xfrm>
                <a:off x="6485985" y="8302314"/>
                <a:ext cx="57351" cy="31389"/>
              </a:xfrm>
              <a:custGeom>
                <a:rect b="b" l="l" r="r" t="t"/>
                <a:pathLst>
                  <a:path extrusionOk="0" h="295" w="539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48"/>
              <p:cNvSpPr/>
              <p:nvPr/>
            </p:nvSpPr>
            <p:spPr>
              <a:xfrm>
                <a:off x="6462151" y="8351260"/>
                <a:ext cx="81930" cy="45753"/>
              </a:xfrm>
              <a:custGeom>
                <a:rect b="b" l="l" r="r" t="t"/>
                <a:pathLst>
                  <a:path extrusionOk="0" h="430" w="77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48"/>
              <p:cNvSpPr/>
              <p:nvPr/>
            </p:nvSpPr>
            <p:spPr>
              <a:xfrm>
                <a:off x="6513544" y="8381053"/>
                <a:ext cx="84164" cy="47349"/>
              </a:xfrm>
              <a:custGeom>
                <a:rect b="b" l="l" r="r" t="t"/>
                <a:pathLst>
                  <a:path extrusionOk="0" h="445" w="791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48"/>
              <p:cNvSpPr/>
              <p:nvPr/>
            </p:nvSpPr>
            <p:spPr>
              <a:xfrm>
                <a:off x="6537910" y="8270925"/>
                <a:ext cx="59798" cy="33730"/>
              </a:xfrm>
              <a:custGeom>
                <a:rect b="b" l="l" r="r" t="t"/>
                <a:pathLst>
                  <a:path extrusionOk="0" h="317" w="562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48"/>
              <p:cNvSpPr/>
              <p:nvPr/>
            </p:nvSpPr>
            <p:spPr>
              <a:xfrm>
                <a:off x="6566958" y="8412442"/>
                <a:ext cx="81930" cy="45115"/>
              </a:xfrm>
              <a:custGeom>
                <a:rect b="b" l="l" r="r" t="t"/>
                <a:pathLst>
                  <a:path extrusionOk="0" h="424" w="77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48"/>
              <p:cNvSpPr/>
              <p:nvPr/>
            </p:nvSpPr>
            <p:spPr>
              <a:xfrm>
                <a:off x="6518864" y="8289972"/>
                <a:ext cx="130769" cy="74375"/>
              </a:xfrm>
              <a:custGeom>
                <a:rect b="b" l="l" r="r" t="t"/>
                <a:pathLst>
                  <a:path extrusionOk="0" h="699" w="1229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48"/>
              <p:cNvSpPr/>
              <p:nvPr/>
            </p:nvSpPr>
            <p:spPr>
              <a:xfrm>
                <a:off x="6591537" y="8240281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48"/>
              <p:cNvSpPr/>
              <p:nvPr/>
            </p:nvSpPr>
            <p:spPr>
              <a:xfrm>
                <a:off x="6570044" y="8327638"/>
                <a:ext cx="119384" cy="67885"/>
              </a:xfrm>
              <a:custGeom>
                <a:rect b="b" l="l" r="r" t="t"/>
                <a:pathLst>
                  <a:path extrusionOk="0" h="638" w="1122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48"/>
              <p:cNvSpPr/>
              <p:nvPr/>
            </p:nvSpPr>
            <p:spPr>
              <a:xfrm>
                <a:off x="6618138" y="8441596"/>
                <a:ext cx="82675" cy="46711"/>
              </a:xfrm>
              <a:custGeom>
                <a:rect b="b" l="l" r="r" t="t"/>
                <a:pathLst>
                  <a:path extrusionOk="0" h="439" w="777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48"/>
              <p:cNvSpPr/>
              <p:nvPr/>
            </p:nvSpPr>
            <p:spPr>
              <a:xfrm>
                <a:off x="6624416" y="8259434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48"/>
              <p:cNvSpPr/>
              <p:nvPr/>
            </p:nvSpPr>
            <p:spPr>
              <a:xfrm>
                <a:off x="6644952" y="8210488"/>
                <a:ext cx="58309" cy="32027"/>
              </a:xfrm>
              <a:custGeom>
                <a:rect b="b" l="l" r="r" t="t"/>
                <a:pathLst>
                  <a:path extrusionOk="0" h="301" w="54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48"/>
              <p:cNvSpPr/>
              <p:nvPr/>
            </p:nvSpPr>
            <p:spPr>
              <a:xfrm>
                <a:off x="6661764" y="8296888"/>
                <a:ext cx="81292" cy="45221"/>
              </a:xfrm>
              <a:custGeom>
                <a:rect b="b" l="l" r="r" t="t"/>
                <a:pathLst>
                  <a:path extrusionOk="0" h="425" w="764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0" name="Google Shape;3480;p48"/>
              <p:cNvSpPr/>
              <p:nvPr/>
            </p:nvSpPr>
            <p:spPr>
              <a:xfrm>
                <a:off x="6670276" y="8472134"/>
                <a:ext cx="81930" cy="45859"/>
              </a:xfrm>
              <a:custGeom>
                <a:rect b="b" l="l" r="r" t="t"/>
                <a:pathLst>
                  <a:path extrusionOk="0" h="431" w="77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1" name="Google Shape;3481;p48"/>
              <p:cNvSpPr/>
              <p:nvPr/>
            </p:nvSpPr>
            <p:spPr>
              <a:xfrm>
                <a:off x="6674851" y="8410952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48"/>
              <p:cNvSpPr/>
              <p:nvPr/>
            </p:nvSpPr>
            <p:spPr>
              <a:xfrm>
                <a:off x="6697089" y="8180589"/>
                <a:ext cx="57351" cy="31602"/>
              </a:xfrm>
              <a:custGeom>
                <a:rect b="b" l="l" r="r" t="t"/>
                <a:pathLst>
                  <a:path extrusionOk="0" h="297" w="539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48"/>
              <p:cNvSpPr/>
              <p:nvPr/>
            </p:nvSpPr>
            <p:spPr>
              <a:xfrm>
                <a:off x="6677830" y="8229641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48"/>
              <p:cNvSpPr/>
              <p:nvPr/>
            </p:nvSpPr>
            <p:spPr>
              <a:xfrm>
                <a:off x="6624416" y="8339023"/>
                <a:ext cx="151517" cy="85760"/>
              </a:xfrm>
              <a:custGeom>
                <a:rect b="b" l="l" r="r" t="t"/>
                <a:pathLst>
                  <a:path extrusionOk="0" h="806" w="1424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48"/>
              <p:cNvSpPr/>
              <p:nvPr/>
            </p:nvSpPr>
            <p:spPr>
              <a:xfrm>
                <a:off x="6715391" y="826709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48"/>
              <p:cNvSpPr/>
              <p:nvPr/>
            </p:nvSpPr>
            <p:spPr>
              <a:xfrm>
                <a:off x="6729862" y="8199848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48"/>
              <p:cNvSpPr/>
              <p:nvPr/>
            </p:nvSpPr>
            <p:spPr>
              <a:xfrm>
                <a:off x="6726776" y="8440745"/>
                <a:ext cx="79589" cy="44370"/>
              </a:xfrm>
              <a:custGeom>
                <a:rect b="b" l="l" r="r" t="t"/>
                <a:pathLst>
                  <a:path extrusionOk="0" h="417" w="748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48"/>
              <p:cNvSpPr/>
              <p:nvPr/>
            </p:nvSpPr>
            <p:spPr>
              <a:xfrm>
                <a:off x="6749014" y="8149306"/>
                <a:ext cx="59798" cy="32985"/>
              </a:xfrm>
              <a:custGeom>
                <a:rect b="b" l="l" r="r" t="t"/>
                <a:pathLst>
                  <a:path extrusionOk="0" h="310" w="562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48"/>
              <p:cNvSpPr/>
              <p:nvPr/>
            </p:nvSpPr>
            <p:spPr>
              <a:xfrm>
                <a:off x="6751249" y="8308592"/>
                <a:ext cx="76610" cy="43306"/>
              </a:xfrm>
              <a:custGeom>
                <a:rect b="b" l="l" r="r" t="t"/>
                <a:pathLst>
                  <a:path extrusionOk="0" h="407" w="72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48"/>
              <p:cNvSpPr/>
              <p:nvPr/>
            </p:nvSpPr>
            <p:spPr>
              <a:xfrm>
                <a:off x="6767316" y="8237302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48"/>
              <p:cNvSpPr/>
              <p:nvPr/>
            </p:nvSpPr>
            <p:spPr>
              <a:xfrm>
                <a:off x="6803386" y="8120897"/>
                <a:ext cx="54372" cy="30006"/>
              </a:xfrm>
              <a:custGeom>
                <a:rect b="b" l="l" r="r" t="t"/>
                <a:pathLst>
                  <a:path extrusionOk="0" h="282" w="511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2" name="Google Shape;3492;p48"/>
              <p:cNvSpPr/>
              <p:nvPr/>
            </p:nvSpPr>
            <p:spPr>
              <a:xfrm>
                <a:off x="6729223" y="8351260"/>
                <a:ext cx="128534" cy="72779"/>
              </a:xfrm>
              <a:custGeom>
                <a:rect b="b" l="l" r="r" t="t"/>
                <a:pathLst>
                  <a:path extrusionOk="0" h="684" w="1208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3" name="Google Shape;3493;p48"/>
              <p:cNvSpPr/>
              <p:nvPr/>
            </p:nvSpPr>
            <p:spPr>
              <a:xfrm>
                <a:off x="6781148" y="8168459"/>
                <a:ext cx="79589" cy="44263"/>
              </a:xfrm>
              <a:custGeom>
                <a:rect b="b" l="l" r="r" t="t"/>
                <a:pathLst>
                  <a:path extrusionOk="0" h="416" w="748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4" name="Google Shape;3494;p48"/>
              <p:cNvSpPr/>
              <p:nvPr/>
            </p:nvSpPr>
            <p:spPr>
              <a:xfrm>
                <a:off x="6781148" y="8409356"/>
                <a:ext cx="79589" cy="45115"/>
              </a:xfrm>
              <a:custGeom>
                <a:rect b="b" l="l" r="r" t="t"/>
                <a:pathLst>
                  <a:path extrusionOk="0" h="424" w="748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5" name="Google Shape;3495;p48"/>
              <p:cNvSpPr/>
              <p:nvPr/>
            </p:nvSpPr>
            <p:spPr>
              <a:xfrm>
                <a:off x="6803386" y="8279331"/>
                <a:ext cx="75652" cy="42135"/>
              </a:xfrm>
              <a:custGeom>
                <a:rect b="b" l="l" r="r" t="t"/>
                <a:pathLst>
                  <a:path extrusionOk="0" h="396" w="711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6" name="Google Shape;3496;p48"/>
              <p:cNvSpPr/>
              <p:nvPr/>
            </p:nvSpPr>
            <p:spPr>
              <a:xfrm>
                <a:off x="6818602" y="8205913"/>
                <a:ext cx="81930" cy="45966"/>
              </a:xfrm>
              <a:custGeom>
                <a:rect b="b" l="l" r="r" t="t"/>
                <a:pathLst>
                  <a:path extrusionOk="0" h="432" w="77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7" name="Google Shape;3497;p48"/>
              <p:cNvSpPr/>
              <p:nvPr/>
            </p:nvSpPr>
            <p:spPr>
              <a:xfrm>
                <a:off x="6835414" y="8140156"/>
                <a:ext cx="73524" cy="41178"/>
              </a:xfrm>
              <a:custGeom>
                <a:rect b="b" l="l" r="r" t="t"/>
                <a:pathLst>
                  <a:path extrusionOk="0" h="387" w="691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48"/>
              <p:cNvSpPr/>
              <p:nvPr/>
            </p:nvSpPr>
            <p:spPr>
              <a:xfrm>
                <a:off x="6832328" y="8321360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48"/>
              <p:cNvSpPr/>
              <p:nvPr/>
            </p:nvSpPr>
            <p:spPr>
              <a:xfrm>
                <a:off x="6851374" y="8091210"/>
                <a:ext cx="58309" cy="32134"/>
              </a:xfrm>
              <a:custGeom>
                <a:rect b="b" l="l" r="r" t="t"/>
                <a:pathLst>
                  <a:path extrusionOk="0" h="302" w="548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48"/>
              <p:cNvSpPr/>
              <p:nvPr/>
            </p:nvSpPr>
            <p:spPr>
              <a:xfrm>
                <a:off x="6835414" y="8381053"/>
                <a:ext cx="74269" cy="42029"/>
              </a:xfrm>
              <a:custGeom>
                <a:rect b="b" l="l" r="r" t="t"/>
                <a:pathLst>
                  <a:path extrusionOk="0" h="395" w="698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48"/>
              <p:cNvSpPr/>
              <p:nvPr/>
            </p:nvSpPr>
            <p:spPr>
              <a:xfrm>
                <a:off x="6854566" y="8247942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48"/>
              <p:cNvSpPr/>
              <p:nvPr/>
            </p:nvSpPr>
            <p:spPr>
              <a:xfrm>
                <a:off x="6872868" y="8177822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48"/>
              <p:cNvSpPr/>
              <p:nvPr/>
            </p:nvSpPr>
            <p:spPr>
              <a:xfrm>
                <a:off x="6903512" y="8061311"/>
                <a:ext cx="57457" cy="31602"/>
              </a:xfrm>
              <a:custGeom>
                <a:rect b="b" l="l" r="r" t="t"/>
                <a:pathLst>
                  <a:path extrusionOk="0" h="297" w="54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48"/>
              <p:cNvSpPr/>
              <p:nvPr/>
            </p:nvSpPr>
            <p:spPr>
              <a:xfrm>
                <a:off x="6884253" y="8352005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48"/>
              <p:cNvSpPr/>
              <p:nvPr/>
            </p:nvSpPr>
            <p:spPr>
              <a:xfrm>
                <a:off x="6884253" y="8110256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48"/>
              <p:cNvSpPr/>
              <p:nvPr/>
            </p:nvSpPr>
            <p:spPr>
              <a:xfrm>
                <a:off x="6883508" y="8289972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48"/>
              <p:cNvSpPr/>
              <p:nvPr/>
            </p:nvSpPr>
            <p:spPr>
              <a:xfrm>
                <a:off x="6908832" y="8219745"/>
                <a:ext cx="73524" cy="40539"/>
              </a:xfrm>
              <a:custGeom>
                <a:rect b="b" l="l" r="r" t="t"/>
                <a:pathLst>
                  <a:path extrusionOk="0" h="381" w="691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48"/>
              <p:cNvSpPr/>
              <p:nvPr/>
            </p:nvSpPr>
            <p:spPr>
              <a:xfrm>
                <a:off x="6921920" y="8147710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48"/>
              <p:cNvSpPr/>
              <p:nvPr/>
            </p:nvSpPr>
            <p:spPr>
              <a:xfrm>
                <a:off x="6937880" y="8261881"/>
                <a:ext cx="74269" cy="41178"/>
              </a:xfrm>
              <a:custGeom>
                <a:rect b="b" l="l" r="r" t="t"/>
                <a:pathLst>
                  <a:path extrusionOk="0" h="387" w="698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48"/>
              <p:cNvSpPr/>
              <p:nvPr/>
            </p:nvSpPr>
            <p:spPr>
              <a:xfrm>
                <a:off x="6936390" y="8080570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48"/>
              <p:cNvSpPr/>
              <p:nvPr/>
            </p:nvSpPr>
            <p:spPr>
              <a:xfrm>
                <a:off x="6954798" y="8030028"/>
                <a:ext cx="60437" cy="33517"/>
              </a:xfrm>
              <a:custGeom>
                <a:rect b="b" l="l" r="r" t="t"/>
                <a:pathLst>
                  <a:path extrusionOk="0" h="315" w="568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48"/>
              <p:cNvSpPr/>
              <p:nvPr/>
            </p:nvSpPr>
            <p:spPr>
              <a:xfrm>
                <a:off x="6956926" y="8189740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48"/>
              <p:cNvSpPr/>
              <p:nvPr/>
            </p:nvSpPr>
            <p:spPr>
              <a:xfrm>
                <a:off x="6973844" y="8117917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48"/>
              <p:cNvSpPr/>
              <p:nvPr/>
            </p:nvSpPr>
            <p:spPr>
              <a:xfrm>
                <a:off x="6986187" y="8231982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48"/>
              <p:cNvSpPr/>
              <p:nvPr/>
            </p:nvSpPr>
            <p:spPr>
              <a:xfrm>
                <a:off x="6987677" y="8049181"/>
                <a:ext cx="79483" cy="44476"/>
              </a:xfrm>
              <a:custGeom>
                <a:rect b="b" l="l" r="r" t="t"/>
                <a:pathLst>
                  <a:path extrusionOk="0" h="418" w="747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48"/>
              <p:cNvSpPr/>
              <p:nvPr/>
            </p:nvSpPr>
            <p:spPr>
              <a:xfrm>
                <a:off x="7009064" y="8000129"/>
                <a:ext cx="58096" cy="32027"/>
              </a:xfrm>
              <a:custGeom>
                <a:rect b="b" l="l" r="r" t="t"/>
                <a:pathLst>
                  <a:path extrusionOk="0" h="301" w="546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48"/>
              <p:cNvSpPr/>
              <p:nvPr/>
            </p:nvSpPr>
            <p:spPr>
              <a:xfrm>
                <a:off x="7009809" y="8160053"/>
                <a:ext cx="75759" cy="42135"/>
              </a:xfrm>
              <a:custGeom>
                <a:rect b="b" l="l" r="r" t="t"/>
                <a:pathLst>
                  <a:path extrusionOk="0" h="396" w="712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48"/>
              <p:cNvSpPr/>
              <p:nvPr/>
            </p:nvSpPr>
            <p:spPr>
              <a:xfrm>
                <a:off x="7025024" y="8086635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48"/>
              <p:cNvSpPr/>
              <p:nvPr/>
            </p:nvSpPr>
            <p:spPr>
              <a:xfrm>
                <a:off x="7038857" y="8202082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48"/>
              <p:cNvSpPr/>
              <p:nvPr/>
            </p:nvSpPr>
            <p:spPr>
              <a:xfrm>
                <a:off x="7041942" y="8019282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48"/>
              <p:cNvSpPr/>
              <p:nvPr/>
            </p:nvSpPr>
            <p:spPr>
              <a:xfrm>
                <a:off x="7061095" y="7969698"/>
                <a:ext cx="58202" cy="32134"/>
              </a:xfrm>
              <a:custGeom>
                <a:rect b="b" l="l" r="r" t="t"/>
                <a:pathLst>
                  <a:path extrusionOk="0" h="302" w="547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2" name="Google Shape;3522;p48"/>
              <p:cNvSpPr/>
              <p:nvPr/>
            </p:nvSpPr>
            <p:spPr>
              <a:xfrm>
                <a:off x="7061095" y="8128664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3" name="Google Shape;3523;p48"/>
              <p:cNvSpPr/>
              <p:nvPr/>
            </p:nvSpPr>
            <p:spPr>
              <a:xfrm>
                <a:off x="7079396" y="805673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48"/>
              <p:cNvSpPr/>
              <p:nvPr/>
            </p:nvSpPr>
            <p:spPr>
              <a:xfrm>
                <a:off x="7090037" y="8170693"/>
                <a:ext cx="79802" cy="45008"/>
              </a:xfrm>
              <a:custGeom>
                <a:rect b="b" l="l" r="r" t="t"/>
                <a:pathLst>
                  <a:path extrusionOk="0" h="423" w="75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48"/>
              <p:cNvSpPr/>
              <p:nvPr/>
            </p:nvSpPr>
            <p:spPr>
              <a:xfrm>
                <a:off x="7113765" y="7940543"/>
                <a:ext cx="57564" cy="31389"/>
              </a:xfrm>
              <a:custGeom>
                <a:rect b="b" l="l" r="r" t="t"/>
                <a:pathLst>
                  <a:path extrusionOk="0" h="295" w="541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48"/>
              <p:cNvSpPr/>
              <p:nvPr/>
            </p:nvSpPr>
            <p:spPr>
              <a:xfrm>
                <a:off x="7093867" y="7988744"/>
                <a:ext cx="77461" cy="43412"/>
              </a:xfrm>
              <a:custGeom>
                <a:rect b="b" l="l" r="r" t="t"/>
                <a:pathLst>
                  <a:path extrusionOk="0" h="408" w="728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48"/>
              <p:cNvSpPr/>
              <p:nvPr/>
            </p:nvSpPr>
            <p:spPr>
              <a:xfrm>
                <a:off x="7115361" y="8098871"/>
                <a:ext cx="76503" cy="42667"/>
              </a:xfrm>
              <a:custGeom>
                <a:rect b="b" l="l" r="r" t="t"/>
                <a:pathLst>
                  <a:path extrusionOk="0" h="401" w="719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48"/>
              <p:cNvSpPr/>
              <p:nvPr/>
            </p:nvSpPr>
            <p:spPr>
              <a:xfrm>
                <a:off x="7131321" y="8026943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48"/>
              <p:cNvSpPr/>
              <p:nvPr/>
            </p:nvSpPr>
            <p:spPr>
              <a:xfrm>
                <a:off x="7144409" y="8140900"/>
                <a:ext cx="77355" cy="43625"/>
              </a:xfrm>
              <a:custGeom>
                <a:rect b="b" l="l" r="r" t="t"/>
                <a:pathLst>
                  <a:path extrusionOk="0" h="410" w="727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48"/>
              <p:cNvSpPr/>
              <p:nvPr/>
            </p:nvSpPr>
            <p:spPr>
              <a:xfrm>
                <a:off x="7146750" y="7959589"/>
                <a:ext cx="75759" cy="42242"/>
              </a:xfrm>
              <a:custGeom>
                <a:rect b="b" l="l" r="r" t="t"/>
                <a:pathLst>
                  <a:path extrusionOk="0" h="397" w="712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48"/>
              <p:cNvSpPr/>
              <p:nvPr/>
            </p:nvSpPr>
            <p:spPr>
              <a:xfrm>
                <a:off x="7165158" y="7909154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48"/>
              <p:cNvSpPr/>
              <p:nvPr/>
            </p:nvSpPr>
            <p:spPr>
              <a:xfrm>
                <a:off x="7167286" y="8068227"/>
                <a:ext cx="76716" cy="42987"/>
              </a:xfrm>
              <a:custGeom>
                <a:rect b="b" l="l" r="r" t="t"/>
                <a:pathLst>
                  <a:path extrusionOk="0" h="404" w="721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48"/>
              <p:cNvSpPr/>
              <p:nvPr/>
            </p:nvSpPr>
            <p:spPr>
              <a:xfrm>
                <a:off x="7184204" y="7997043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48"/>
              <p:cNvSpPr/>
              <p:nvPr/>
            </p:nvSpPr>
            <p:spPr>
              <a:xfrm>
                <a:off x="7196334" y="8110788"/>
                <a:ext cx="78099" cy="43199"/>
              </a:xfrm>
              <a:custGeom>
                <a:rect b="b" l="l" r="r" t="t"/>
                <a:pathLst>
                  <a:path extrusionOk="0" h="406" w="734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48"/>
              <p:cNvSpPr/>
              <p:nvPr/>
            </p:nvSpPr>
            <p:spPr>
              <a:xfrm>
                <a:off x="7198036" y="7928200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48"/>
              <p:cNvSpPr/>
              <p:nvPr/>
            </p:nvSpPr>
            <p:spPr>
              <a:xfrm>
                <a:off x="7219317" y="7876275"/>
                <a:ext cx="62139" cy="34474"/>
              </a:xfrm>
              <a:custGeom>
                <a:rect b="b" l="l" r="r" t="t"/>
                <a:pathLst>
                  <a:path extrusionOk="0" h="324" w="584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48"/>
              <p:cNvSpPr/>
              <p:nvPr/>
            </p:nvSpPr>
            <p:spPr>
              <a:xfrm>
                <a:off x="7219317" y="8038541"/>
                <a:ext cx="75865" cy="42774"/>
              </a:xfrm>
              <a:custGeom>
                <a:rect b="b" l="l" r="r" t="t"/>
                <a:pathLst>
                  <a:path extrusionOk="0" h="402" w="713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48"/>
              <p:cNvSpPr/>
              <p:nvPr/>
            </p:nvSpPr>
            <p:spPr>
              <a:xfrm>
                <a:off x="7235384" y="7965761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48"/>
              <p:cNvSpPr/>
              <p:nvPr/>
            </p:nvSpPr>
            <p:spPr>
              <a:xfrm>
                <a:off x="7240704" y="8145476"/>
                <a:ext cx="77461" cy="42880"/>
              </a:xfrm>
              <a:custGeom>
                <a:rect b="b" l="l" r="r" t="t"/>
                <a:pathLst>
                  <a:path extrusionOk="0" h="403" w="728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48"/>
              <p:cNvSpPr/>
              <p:nvPr/>
            </p:nvSpPr>
            <p:spPr>
              <a:xfrm>
                <a:off x="7248471" y="8081208"/>
                <a:ext cx="77355" cy="42880"/>
              </a:xfrm>
              <a:custGeom>
                <a:rect b="b" l="l" r="r" t="t"/>
                <a:pathLst>
                  <a:path extrusionOk="0" h="403" w="727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48"/>
              <p:cNvSpPr/>
              <p:nvPr/>
            </p:nvSpPr>
            <p:spPr>
              <a:xfrm>
                <a:off x="7252302" y="7895322"/>
                <a:ext cx="81079" cy="45221"/>
              </a:xfrm>
              <a:custGeom>
                <a:rect b="b" l="l" r="r" t="t"/>
                <a:pathLst>
                  <a:path extrusionOk="0" h="425" w="762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48"/>
              <p:cNvSpPr/>
              <p:nvPr/>
            </p:nvSpPr>
            <p:spPr>
              <a:xfrm>
                <a:off x="7270710" y="8007258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48"/>
              <p:cNvSpPr/>
              <p:nvPr/>
            </p:nvSpPr>
            <p:spPr>
              <a:xfrm>
                <a:off x="7292735" y="8115044"/>
                <a:ext cx="77355" cy="43519"/>
              </a:xfrm>
              <a:custGeom>
                <a:rect b="b" l="l" r="r" t="t"/>
                <a:pathLst>
                  <a:path extrusionOk="0" h="409" w="727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48"/>
              <p:cNvSpPr/>
              <p:nvPr/>
            </p:nvSpPr>
            <p:spPr>
              <a:xfrm>
                <a:off x="7299651" y="8049926"/>
                <a:ext cx="80334" cy="44370"/>
              </a:xfrm>
              <a:custGeom>
                <a:rect b="b" l="l" r="r" t="t"/>
                <a:pathLst>
                  <a:path extrusionOk="0" h="417" w="755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48"/>
              <p:cNvSpPr/>
              <p:nvPr/>
            </p:nvSpPr>
            <p:spPr>
              <a:xfrm>
                <a:off x="7289756" y="7925221"/>
                <a:ext cx="97252" cy="55116"/>
              </a:xfrm>
              <a:custGeom>
                <a:rect b="b" l="l" r="r" t="t"/>
                <a:pathLst>
                  <a:path extrusionOk="0" h="518" w="914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6" name="Google Shape;3546;p48"/>
              <p:cNvSpPr/>
              <p:nvPr/>
            </p:nvSpPr>
            <p:spPr>
              <a:xfrm>
                <a:off x="7344873" y="8085890"/>
                <a:ext cx="77355" cy="42774"/>
              </a:xfrm>
              <a:custGeom>
                <a:rect b="b" l="l" r="r" t="t"/>
                <a:pathLst>
                  <a:path extrusionOk="0" h="402" w="727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7" name="Google Shape;3547;p48"/>
              <p:cNvSpPr/>
              <p:nvPr/>
            </p:nvSpPr>
            <p:spPr>
              <a:xfrm>
                <a:off x="7324869" y="7956610"/>
                <a:ext cx="113319" cy="63629"/>
              </a:xfrm>
              <a:custGeom>
                <a:rect b="b" l="l" r="r" t="t"/>
                <a:pathLst>
                  <a:path extrusionOk="0" h="598" w="1065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8" name="Google Shape;3548;p48"/>
              <p:cNvSpPr/>
              <p:nvPr/>
            </p:nvSpPr>
            <p:spPr>
              <a:xfrm>
                <a:off x="7396053" y="8054501"/>
                <a:ext cx="80334" cy="44476"/>
              </a:xfrm>
              <a:custGeom>
                <a:rect b="b" l="l" r="r" t="t"/>
                <a:pathLst>
                  <a:path extrusionOk="0" h="418" w="755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48"/>
              <p:cNvSpPr/>
              <p:nvPr/>
            </p:nvSpPr>
            <p:spPr>
              <a:xfrm>
                <a:off x="7354023" y="7986403"/>
                <a:ext cx="136089" cy="76503"/>
              </a:xfrm>
              <a:custGeom>
                <a:rect b="b" l="l" r="r" t="t"/>
                <a:pathLst>
                  <a:path extrusionOk="0" h="719" w="1279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48"/>
              <p:cNvSpPr/>
              <p:nvPr/>
            </p:nvSpPr>
            <p:spPr>
              <a:xfrm>
                <a:off x="7450425" y="8016302"/>
                <a:ext cx="91825" cy="51286"/>
              </a:xfrm>
              <a:custGeom>
                <a:rect b="b" l="l" r="r" t="t"/>
                <a:pathLst>
                  <a:path extrusionOk="0" h="482" w="863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48"/>
              <p:cNvSpPr/>
              <p:nvPr/>
            </p:nvSpPr>
            <p:spPr>
              <a:xfrm>
                <a:off x="6365750" y="7837119"/>
                <a:ext cx="1405896" cy="829407"/>
              </a:xfrm>
              <a:custGeom>
                <a:rect b="b" l="l" r="r" t="t"/>
                <a:pathLst>
                  <a:path extrusionOk="0" h="7795" w="13213">
                    <a:moveTo>
                      <a:pt x="8426" y="368"/>
                    </a:moveTo>
                    <a:cubicBezTo>
                      <a:pt x="8460" y="368"/>
                      <a:pt x="8494" y="376"/>
                      <a:pt x="8519" y="390"/>
                    </a:cubicBezTo>
                    <a:lnTo>
                      <a:pt x="8555" y="411"/>
                    </a:lnTo>
                    <a:cubicBezTo>
                      <a:pt x="8605" y="440"/>
                      <a:pt x="8605" y="490"/>
                      <a:pt x="8555" y="520"/>
                    </a:cubicBezTo>
                    <a:lnTo>
                      <a:pt x="8296" y="670"/>
                    </a:lnTo>
                    <a:cubicBezTo>
                      <a:pt x="8271" y="685"/>
                      <a:pt x="8237" y="692"/>
                      <a:pt x="8203" y="692"/>
                    </a:cubicBezTo>
                    <a:cubicBezTo>
                      <a:pt x="8169" y="692"/>
                      <a:pt x="8134" y="685"/>
                      <a:pt x="8108" y="670"/>
                    </a:cubicBezTo>
                    <a:lnTo>
                      <a:pt x="8074" y="649"/>
                    </a:lnTo>
                    <a:cubicBezTo>
                      <a:pt x="8022" y="620"/>
                      <a:pt x="8022" y="570"/>
                      <a:pt x="8074" y="540"/>
                    </a:cubicBezTo>
                    <a:lnTo>
                      <a:pt x="8333" y="390"/>
                    </a:lnTo>
                    <a:cubicBezTo>
                      <a:pt x="8358" y="376"/>
                      <a:pt x="8392" y="368"/>
                      <a:pt x="8426" y="368"/>
                    </a:cubicBezTo>
                    <a:close/>
                    <a:moveTo>
                      <a:pt x="8735" y="548"/>
                    </a:moveTo>
                    <a:cubicBezTo>
                      <a:pt x="8769" y="548"/>
                      <a:pt x="8803" y="555"/>
                      <a:pt x="8828" y="570"/>
                    </a:cubicBezTo>
                    <a:lnTo>
                      <a:pt x="9043" y="692"/>
                    </a:lnTo>
                    <a:cubicBezTo>
                      <a:pt x="9093" y="729"/>
                      <a:pt x="9093" y="772"/>
                      <a:pt x="9036" y="799"/>
                    </a:cubicBezTo>
                    <a:lnTo>
                      <a:pt x="8778" y="951"/>
                    </a:lnTo>
                    <a:cubicBezTo>
                      <a:pt x="8753" y="965"/>
                      <a:pt x="8719" y="972"/>
                      <a:pt x="8685" y="972"/>
                    </a:cubicBezTo>
                    <a:cubicBezTo>
                      <a:pt x="8650" y="972"/>
                      <a:pt x="8616" y="965"/>
                      <a:pt x="8591" y="951"/>
                    </a:cubicBezTo>
                    <a:lnTo>
                      <a:pt x="8383" y="829"/>
                    </a:lnTo>
                    <a:cubicBezTo>
                      <a:pt x="8333" y="799"/>
                      <a:pt x="8333" y="749"/>
                      <a:pt x="8383" y="720"/>
                    </a:cubicBezTo>
                    <a:lnTo>
                      <a:pt x="8641" y="570"/>
                    </a:lnTo>
                    <a:cubicBezTo>
                      <a:pt x="8666" y="555"/>
                      <a:pt x="8701" y="548"/>
                      <a:pt x="8735" y="548"/>
                    </a:cubicBezTo>
                    <a:close/>
                    <a:moveTo>
                      <a:pt x="7896" y="677"/>
                    </a:moveTo>
                    <a:cubicBezTo>
                      <a:pt x="7929" y="677"/>
                      <a:pt x="7962" y="685"/>
                      <a:pt x="7988" y="699"/>
                    </a:cubicBezTo>
                    <a:lnTo>
                      <a:pt x="8022" y="720"/>
                    </a:lnTo>
                    <a:cubicBezTo>
                      <a:pt x="8074" y="749"/>
                      <a:pt x="8074" y="799"/>
                      <a:pt x="8022" y="829"/>
                    </a:cubicBezTo>
                    <a:lnTo>
                      <a:pt x="7786" y="965"/>
                    </a:lnTo>
                    <a:cubicBezTo>
                      <a:pt x="7761" y="980"/>
                      <a:pt x="7727" y="987"/>
                      <a:pt x="7693" y="987"/>
                    </a:cubicBezTo>
                    <a:cubicBezTo>
                      <a:pt x="7659" y="987"/>
                      <a:pt x="7624" y="980"/>
                      <a:pt x="7599" y="965"/>
                    </a:cubicBezTo>
                    <a:lnTo>
                      <a:pt x="7563" y="944"/>
                    </a:lnTo>
                    <a:cubicBezTo>
                      <a:pt x="7513" y="915"/>
                      <a:pt x="7513" y="865"/>
                      <a:pt x="7563" y="835"/>
                    </a:cubicBezTo>
                    <a:lnTo>
                      <a:pt x="7800" y="699"/>
                    </a:lnTo>
                    <a:cubicBezTo>
                      <a:pt x="7829" y="685"/>
                      <a:pt x="7863" y="677"/>
                      <a:pt x="7896" y="677"/>
                    </a:cubicBezTo>
                    <a:close/>
                    <a:moveTo>
                      <a:pt x="7386" y="972"/>
                    </a:moveTo>
                    <a:cubicBezTo>
                      <a:pt x="7420" y="972"/>
                      <a:pt x="7452" y="980"/>
                      <a:pt x="7477" y="994"/>
                    </a:cubicBezTo>
                    <a:lnTo>
                      <a:pt x="7513" y="1015"/>
                    </a:lnTo>
                    <a:cubicBezTo>
                      <a:pt x="7570" y="1044"/>
                      <a:pt x="7563" y="1094"/>
                      <a:pt x="7513" y="1124"/>
                    </a:cubicBezTo>
                    <a:lnTo>
                      <a:pt x="7304" y="1246"/>
                    </a:lnTo>
                    <a:cubicBezTo>
                      <a:pt x="7279" y="1260"/>
                      <a:pt x="7245" y="1267"/>
                      <a:pt x="7211" y="1267"/>
                    </a:cubicBezTo>
                    <a:cubicBezTo>
                      <a:pt x="7177" y="1267"/>
                      <a:pt x="7142" y="1260"/>
                      <a:pt x="7116" y="1246"/>
                    </a:cubicBezTo>
                    <a:lnTo>
                      <a:pt x="7082" y="1224"/>
                    </a:lnTo>
                    <a:cubicBezTo>
                      <a:pt x="7030" y="1194"/>
                      <a:pt x="7030" y="1144"/>
                      <a:pt x="7082" y="1117"/>
                    </a:cubicBezTo>
                    <a:lnTo>
                      <a:pt x="7289" y="994"/>
                    </a:lnTo>
                    <a:cubicBezTo>
                      <a:pt x="7318" y="980"/>
                      <a:pt x="7353" y="972"/>
                      <a:pt x="7386" y="972"/>
                    </a:cubicBezTo>
                    <a:close/>
                    <a:moveTo>
                      <a:pt x="8203" y="857"/>
                    </a:moveTo>
                    <a:cubicBezTo>
                      <a:pt x="8237" y="857"/>
                      <a:pt x="8271" y="864"/>
                      <a:pt x="8296" y="879"/>
                    </a:cubicBezTo>
                    <a:lnTo>
                      <a:pt x="8512" y="1001"/>
                    </a:lnTo>
                    <a:cubicBezTo>
                      <a:pt x="8562" y="1030"/>
                      <a:pt x="8562" y="1080"/>
                      <a:pt x="8512" y="1108"/>
                    </a:cubicBezTo>
                    <a:lnTo>
                      <a:pt x="8267" y="1246"/>
                    </a:lnTo>
                    <a:cubicBezTo>
                      <a:pt x="8242" y="1260"/>
                      <a:pt x="8208" y="1267"/>
                      <a:pt x="8174" y="1267"/>
                    </a:cubicBezTo>
                    <a:cubicBezTo>
                      <a:pt x="8140" y="1267"/>
                      <a:pt x="8106" y="1260"/>
                      <a:pt x="8081" y="1246"/>
                    </a:cubicBezTo>
                    <a:lnTo>
                      <a:pt x="7872" y="1124"/>
                    </a:lnTo>
                    <a:cubicBezTo>
                      <a:pt x="7822" y="1094"/>
                      <a:pt x="7822" y="1044"/>
                      <a:pt x="7872" y="1015"/>
                    </a:cubicBezTo>
                    <a:lnTo>
                      <a:pt x="8108" y="879"/>
                    </a:lnTo>
                    <a:cubicBezTo>
                      <a:pt x="8134" y="864"/>
                      <a:pt x="8169" y="857"/>
                      <a:pt x="8203" y="857"/>
                    </a:cubicBezTo>
                    <a:close/>
                    <a:moveTo>
                      <a:pt x="9216" y="829"/>
                    </a:moveTo>
                    <a:cubicBezTo>
                      <a:pt x="9250" y="829"/>
                      <a:pt x="9284" y="835"/>
                      <a:pt x="9309" y="849"/>
                    </a:cubicBezTo>
                    <a:lnTo>
                      <a:pt x="9547" y="987"/>
                    </a:lnTo>
                    <a:cubicBezTo>
                      <a:pt x="9597" y="1015"/>
                      <a:pt x="9597" y="1065"/>
                      <a:pt x="9547" y="1094"/>
                    </a:cubicBezTo>
                    <a:lnTo>
                      <a:pt x="9159" y="1324"/>
                    </a:lnTo>
                    <a:cubicBezTo>
                      <a:pt x="9134" y="1338"/>
                      <a:pt x="9100" y="1346"/>
                      <a:pt x="9066" y="1346"/>
                    </a:cubicBezTo>
                    <a:cubicBezTo>
                      <a:pt x="9031" y="1346"/>
                      <a:pt x="8997" y="1338"/>
                      <a:pt x="8971" y="1324"/>
                    </a:cubicBezTo>
                    <a:lnTo>
                      <a:pt x="8735" y="1180"/>
                    </a:lnTo>
                    <a:cubicBezTo>
                      <a:pt x="8685" y="1151"/>
                      <a:pt x="8685" y="1101"/>
                      <a:pt x="8735" y="1074"/>
                    </a:cubicBezTo>
                    <a:lnTo>
                      <a:pt x="9123" y="849"/>
                    </a:lnTo>
                    <a:cubicBezTo>
                      <a:pt x="9148" y="835"/>
                      <a:pt x="9182" y="829"/>
                      <a:pt x="9216" y="829"/>
                    </a:cubicBezTo>
                    <a:close/>
                    <a:moveTo>
                      <a:pt x="6901" y="1246"/>
                    </a:moveTo>
                    <a:cubicBezTo>
                      <a:pt x="6935" y="1246"/>
                      <a:pt x="6970" y="1256"/>
                      <a:pt x="6996" y="1274"/>
                    </a:cubicBezTo>
                    <a:lnTo>
                      <a:pt x="7030" y="1289"/>
                    </a:lnTo>
                    <a:cubicBezTo>
                      <a:pt x="7082" y="1317"/>
                      <a:pt x="7082" y="1367"/>
                      <a:pt x="7030" y="1396"/>
                    </a:cubicBezTo>
                    <a:lnTo>
                      <a:pt x="6808" y="1526"/>
                    </a:lnTo>
                    <a:cubicBezTo>
                      <a:pt x="6783" y="1540"/>
                      <a:pt x="6749" y="1547"/>
                      <a:pt x="6714" y="1547"/>
                    </a:cubicBezTo>
                    <a:cubicBezTo>
                      <a:pt x="6680" y="1547"/>
                      <a:pt x="6646" y="1540"/>
                      <a:pt x="6621" y="1526"/>
                    </a:cubicBezTo>
                    <a:lnTo>
                      <a:pt x="6592" y="1505"/>
                    </a:lnTo>
                    <a:cubicBezTo>
                      <a:pt x="6535" y="1475"/>
                      <a:pt x="6535" y="1425"/>
                      <a:pt x="6592" y="1396"/>
                    </a:cubicBezTo>
                    <a:lnTo>
                      <a:pt x="6808" y="1274"/>
                    </a:lnTo>
                    <a:cubicBezTo>
                      <a:pt x="6833" y="1256"/>
                      <a:pt x="6867" y="1246"/>
                      <a:pt x="6901" y="1246"/>
                    </a:cubicBezTo>
                    <a:close/>
                    <a:moveTo>
                      <a:pt x="7693" y="1152"/>
                    </a:moveTo>
                    <a:cubicBezTo>
                      <a:pt x="7727" y="1152"/>
                      <a:pt x="7761" y="1159"/>
                      <a:pt x="7786" y="1174"/>
                    </a:cubicBezTo>
                    <a:lnTo>
                      <a:pt x="8001" y="1296"/>
                    </a:lnTo>
                    <a:cubicBezTo>
                      <a:pt x="8051" y="1324"/>
                      <a:pt x="8051" y="1375"/>
                      <a:pt x="8001" y="1403"/>
                    </a:cubicBezTo>
                    <a:lnTo>
                      <a:pt x="7786" y="1526"/>
                    </a:lnTo>
                    <a:cubicBezTo>
                      <a:pt x="7761" y="1540"/>
                      <a:pt x="7727" y="1547"/>
                      <a:pt x="7693" y="1547"/>
                    </a:cubicBezTo>
                    <a:cubicBezTo>
                      <a:pt x="7659" y="1547"/>
                      <a:pt x="7624" y="1540"/>
                      <a:pt x="7599" y="1526"/>
                    </a:cubicBezTo>
                    <a:lnTo>
                      <a:pt x="7391" y="1403"/>
                    </a:lnTo>
                    <a:cubicBezTo>
                      <a:pt x="7341" y="1375"/>
                      <a:pt x="7341" y="1324"/>
                      <a:pt x="7391" y="1296"/>
                    </a:cubicBezTo>
                    <a:lnTo>
                      <a:pt x="7599" y="1174"/>
                    </a:lnTo>
                    <a:cubicBezTo>
                      <a:pt x="7624" y="1159"/>
                      <a:pt x="7659" y="1152"/>
                      <a:pt x="7693" y="1152"/>
                    </a:cubicBezTo>
                    <a:close/>
                    <a:moveTo>
                      <a:pt x="8555" y="1210"/>
                    </a:moveTo>
                    <a:cubicBezTo>
                      <a:pt x="8589" y="1210"/>
                      <a:pt x="8623" y="1217"/>
                      <a:pt x="8648" y="1231"/>
                    </a:cubicBezTo>
                    <a:lnTo>
                      <a:pt x="8885" y="1367"/>
                    </a:lnTo>
                    <a:cubicBezTo>
                      <a:pt x="8943" y="1396"/>
                      <a:pt x="8936" y="1446"/>
                      <a:pt x="8885" y="1475"/>
                    </a:cubicBezTo>
                    <a:lnTo>
                      <a:pt x="8648" y="1619"/>
                    </a:lnTo>
                    <a:cubicBezTo>
                      <a:pt x="8623" y="1633"/>
                      <a:pt x="8589" y="1641"/>
                      <a:pt x="8555" y="1641"/>
                    </a:cubicBezTo>
                    <a:cubicBezTo>
                      <a:pt x="8521" y="1641"/>
                      <a:pt x="8487" y="1633"/>
                      <a:pt x="8462" y="1619"/>
                    </a:cubicBezTo>
                    <a:lnTo>
                      <a:pt x="8224" y="1475"/>
                    </a:lnTo>
                    <a:cubicBezTo>
                      <a:pt x="8174" y="1446"/>
                      <a:pt x="8174" y="1396"/>
                      <a:pt x="8224" y="1367"/>
                    </a:cubicBezTo>
                    <a:lnTo>
                      <a:pt x="8462" y="1231"/>
                    </a:lnTo>
                    <a:cubicBezTo>
                      <a:pt x="8487" y="1217"/>
                      <a:pt x="8521" y="1210"/>
                      <a:pt x="8555" y="1210"/>
                    </a:cubicBezTo>
                    <a:close/>
                    <a:moveTo>
                      <a:pt x="9722" y="1124"/>
                    </a:moveTo>
                    <a:cubicBezTo>
                      <a:pt x="9755" y="1124"/>
                      <a:pt x="9788" y="1130"/>
                      <a:pt x="9813" y="1144"/>
                    </a:cubicBezTo>
                    <a:lnTo>
                      <a:pt x="10028" y="1267"/>
                    </a:lnTo>
                    <a:cubicBezTo>
                      <a:pt x="10078" y="1296"/>
                      <a:pt x="10078" y="1346"/>
                      <a:pt x="10028" y="1375"/>
                    </a:cubicBezTo>
                    <a:lnTo>
                      <a:pt x="9468" y="1698"/>
                    </a:lnTo>
                    <a:cubicBezTo>
                      <a:pt x="9443" y="1713"/>
                      <a:pt x="9409" y="1720"/>
                      <a:pt x="9375" y="1720"/>
                    </a:cubicBezTo>
                    <a:cubicBezTo>
                      <a:pt x="9341" y="1720"/>
                      <a:pt x="9306" y="1713"/>
                      <a:pt x="9281" y="1698"/>
                    </a:cubicBezTo>
                    <a:lnTo>
                      <a:pt x="9066" y="1576"/>
                    </a:lnTo>
                    <a:cubicBezTo>
                      <a:pt x="9014" y="1548"/>
                      <a:pt x="9014" y="1496"/>
                      <a:pt x="9073" y="1469"/>
                    </a:cubicBezTo>
                    <a:lnTo>
                      <a:pt x="9626" y="1144"/>
                    </a:lnTo>
                    <a:cubicBezTo>
                      <a:pt x="9655" y="1130"/>
                      <a:pt x="9689" y="1124"/>
                      <a:pt x="9722" y="1124"/>
                    </a:cubicBezTo>
                    <a:close/>
                    <a:moveTo>
                      <a:pt x="6413" y="1533"/>
                    </a:moveTo>
                    <a:cubicBezTo>
                      <a:pt x="6447" y="1533"/>
                      <a:pt x="6481" y="1540"/>
                      <a:pt x="6506" y="1555"/>
                    </a:cubicBezTo>
                    <a:lnTo>
                      <a:pt x="6542" y="1576"/>
                    </a:lnTo>
                    <a:cubicBezTo>
                      <a:pt x="6592" y="1605"/>
                      <a:pt x="6592" y="1655"/>
                      <a:pt x="6542" y="1684"/>
                    </a:cubicBezTo>
                    <a:lnTo>
                      <a:pt x="6319" y="1807"/>
                    </a:lnTo>
                    <a:cubicBezTo>
                      <a:pt x="6294" y="1824"/>
                      <a:pt x="6262" y="1833"/>
                      <a:pt x="6229" y="1833"/>
                    </a:cubicBezTo>
                    <a:cubicBezTo>
                      <a:pt x="6196" y="1833"/>
                      <a:pt x="6162" y="1824"/>
                      <a:pt x="6133" y="1807"/>
                    </a:cubicBezTo>
                    <a:lnTo>
                      <a:pt x="6104" y="1791"/>
                    </a:lnTo>
                    <a:cubicBezTo>
                      <a:pt x="6047" y="1755"/>
                      <a:pt x="6047" y="1712"/>
                      <a:pt x="6104" y="1684"/>
                    </a:cubicBezTo>
                    <a:lnTo>
                      <a:pt x="6319" y="1555"/>
                    </a:lnTo>
                    <a:cubicBezTo>
                      <a:pt x="6344" y="1540"/>
                      <a:pt x="6379" y="1533"/>
                      <a:pt x="6413" y="1533"/>
                    </a:cubicBezTo>
                    <a:close/>
                    <a:moveTo>
                      <a:pt x="7211" y="1425"/>
                    </a:moveTo>
                    <a:cubicBezTo>
                      <a:pt x="7245" y="1425"/>
                      <a:pt x="7279" y="1432"/>
                      <a:pt x="7304" y="1446"/>
                    </a:cubicBezTo>
                    <a:lnTo>
                      <a:pt x="7520" y="1576"/>
                    </a:lnTo>
                    <a:cubicBezTo>
                      <a:pt x="7570" y="1605"/>
                      <a:pt x="7570" y="1655"/>
                      <a:pt x="7520" y="1684"/>
                    </a:cubicBezTo>
                    <a:lnTo>
                      <a:pt x="7298" y="1807"/>
                    </a:lnTo>
                    <a:cubicBezTo>
                      <a:pt x="7272" y="1824"/>
                      <a:pt x="7237" y="1833"/>
                      <a:pt x="7203" y="1833"/>
                    </a:cubicBezTo>
                    <a:cubicBezTo>
                      <a:pt x="7169" y="1833"/>
                      <a:pt x="7135" y="1824"/>
                      <a:pt x="7110" y="1807"/>
                    </a:cubicBezTo>
                    <a:lnTo>
                      <a:pt x="6894" y="1684"/>
                    </a:lnTo>
                    <a:cubicBezTo>
                      <a:pt x="6844" y="1655"/>
                      <a:pt x="6844" y="1605"/>
                      <a:pt x="6894" y="1576"/>
                    </a:cubicBezTo>
                    <a:lnTo>
                      <a:pt x="7116" y="1446"/>
                    </a:lnTo>
                    <a:cubicBezTo>
                      <a:pt x="7142" y="1432"/>
                      <a:pt x="7177" y="1425"/>
                      <a:pt x="7211" y="1425"/>
                    </a:cubicBezTo>
                    <a:close/>
                    <a:moveTo>
                      <a:pt x="8045" y="1504"/>
                    </a:moveTo>
                    <a:cubicBezTo>
                      <a:pt x="8079" y="1504"/>
                      <a:pt x="8113" y="1511"/>
                      <a:pt x="8138" y="1526"/>
                    </a:cubicBezTo>
                    <a:lnTo>
                      <a:pt x="8376" y="1662"/>
                    </a:lnTo>
                    <a:cubicBezTo>
                      <a:pt x="8433" y="1691"/>
                      <a:pt x="8433" y="1741"/>
                      <a:pt x="8376" y="1770"/>
                    </a:cubicBezTo>
                    <a:lnTo>
                      <a:pt x="8167" y="1893"/>
                    </a:lnTo>
                    <a:cubicBezTo>
                      <a:pt x="8142" y="1907"/>
                      <a:pt x="8108" y="1914"/>
                      <a:pt x="8074" y="1914"/>
                    </a:cubicBezTo>
                    <a:cubicBezTo>
                      <a:pt x="8039" y="1914"/>
                      <a:pt x="8005" y="1907"/>
                      <a:pt x="7979" y="1893"/>
                    </a:cubicBezTo>
                    <a:lnTo>
                      <a:pt x="7743" y="1755"/>
                    </a:lnTo>
                    <a:cubicBezTo>
                      <a:pt x="7693" y="1727"/>
                      <a:pt x="7693" y="1677"/>
                      <a:pt x="7743" y="1648"/>
                    </a:cubicBezTo>
                    <a:lnTo>
                      <a:pt x="7951" y="1526"/>
                    </a:lnTo>
                    <a:cubicBezTo>
                      <a:pt x="7976" y="1511"/>
                      <a:pt x="8010" y="1504"/>
                      <a:pt x="8045" y="1504"/>
                    </a:cubicBezTo>
                    <a:close/>
                    <a:moveTo>
                      <a:pt x="8893" y="1600"/>
                    </a:moveTo>
                    <a:cubicBezTo>
                      <a:pt x="8927" y="1600"/>
                      <a:pt x="8961" y="1608"/>
                      <a:pt x="8986" y="1626"/>
                    </a:cubicBezTo>
                    <a:lnTo>
                      <a:pt x="9195" y="1748"/>
                    </a:lnTo>
                    <a:cubicBezTo>
                      <a:pt x="9245" y="1777"/>
                      <a:pt x="9245" y="1827"/>
                      <a:pt x="9195" y="1857"/>
                    </a:cubicBezTo>
                    <a:lnTo>
                      <a:pt x="8957" y="1993"/>
                    </a:lnTo>
                    <a:cubicBezTo>
                      <a:pt x="8932" y="2008"/>
                      <a:pt x="8898" y="2015"/>
                      <a:pt x="8864" y="2015"/>
                    </a:cubicBezTo>
                    <a:cubicBezTo>
                      <a:pt x="8830" y="2015"/>
                      <a:pt x="8796" y="2008"/>
                      <a:pt x="8771" y="1993"/>
                    </a:cubicBezTo>
                    <a:lnTo>
                      <a:pt x="8562" y="1871"/>
                    </a:lnTo>
                    <a:cubicBezTo>
                      <a:pt x="8505" y="1841"/>
                      <a:pt x="8505" y="1791"/>
                      <a:pt x="8562" y="1764"/>
                    </a:cubicBezTo>
                    <a:lnTo>
                      <a:pt x="8798" y="1626"/>
                    </a:lnTo>
                    <a:cubicBezTo>
                      <a:pt x="8824" y="1608"/>
                      <a:pt x="8859" y="1600"/>
                      <a:pt x="8893" y="1600"/>
                    </a:cubicBezTo>
                    <a:close/>
                    <a:moveTo>
                      <a:pt x="6721" y="1712"/>
                    </a:moveTo>
                    <a:cubicBezTo>
                      <a:pt x="6755" y="1712"/>
                      <a:pt x="6790" y="1720"/>
                      <a:pt x="6815" y="1734"/>
                    </a:cubicBezTo>
                    <a:lnTo>
                      <a:pt x="7023" y="1857"/>
                    </a:lnTo>
                    <a:cubicBezTo>
                      <a:pt x="7082" y="1884"/>
                      <a:pt x="7073" y="1936"/>
                      <a:pt x="7023" y="1964"/>
                    </a:cubicBezTo>
                    <a:lnTo>
                      <a:pt x="6808" y="2093"/>
                    </a:lnTo>
                    <a:cubicBezTo>
                      <a:pt x="6783" y="2108"/>
                      <a:pt x="6749" y="2115"/>
                      <a:pt x="6714" y="2115"/>
                    </a:cubicBezTo>
                    <a:cubicBezTo>
                      <a:pt x="6680" y="2115"/>
                      <a:pt x="6646" y="2108"/>
                      <a:pt x="6621" y="2093"/>
                    </a:cubicBezTo>
                    <a:lnTo>
                      <a:pt x="6406" y="1971"/>
                    </a:lnTo>
                    <a:cubicBezTo>
                      <a:pt x="6356" y="1936"/>
                      <a:pt x="6356" y="1893"/>
                      <a:pt x="6413" y="1857"/>
                    </a:cubicBezTo>
                    <a:lnTo>
                      <a:pt x="6628" y="1734"/>
                    </a:lnTo>
                    <a:cubicBezTo>
                      <a:pt x="6653" y="1720"/>
                      <a:pt x="6687" y="1712"/>
                      <a:pt x="6721" y="1712"/>
                    </a:cubicBezTo>
                    <a:close/>
                    <a:moveTo>
                      <a:pt x="10201" y="1403"/>
                    </a:moveTo>
                    <a:cubicBezTo>
                      <a:pt x="10235" y="1403"/>
                      <a:pt x="10269" y="1411"/>
                      <a:pt x="10294" y="1425"/>
                    </a:cubicBezTo>
                    <a:lnTo>
                      <a:pt x="10517" y="1555"/>
                    </a:lnTo>
                    <a:cubicBezTo>
                      <a:pt x="10567" y="1582"/>
                      <a:pt x="10567" y="1626"/>
                      <a:pt x="10517" y="1662"/>
                    </a:cubicBezTo>
                    <a:lnTo>
                      <a:pt x="9747" y="2100"/>
                    </a:lnTo>
                    <a:cubicBezTo>
                      <a:pt x="9722" y="2115"/>
                      <a:pt x="9688" y="2122"/>
                      <a:pt x="9654" y="2122"/>
                    </a:cubicBezTo>
                    <a:cubicBezTo>
                      <a:pt x="9620" y="2122"/>
                      <a:pt x="9586" y="2115"/>
                      <a:pt x="9561" y="2100"/>
                    </a:cubicBezTo>
                    <a:lnTo>
                      <a:pt x="9338" y="1971"/>
                    </a:lnTo>
                    <a:cubicBezTo>
                      <a:pt x="9288" y="1943"/>
                      <a:pt x="9288" y="1893"/>
                      <a:pt x="9338" y="1864"/>
                    </a:cubicBezTo>
                    <a:lnTo>
                      <a:pt x="10108" y="1425"/>
                    </a:lnTo>
                    <a:cubicBezTo>
                      <a:pt x="10133" y="1411"/>
                      <a:pt x="10167" y="1403"/>
                      <a:pt x="10201" y="1403"/>
                    </a:cubicBezTo>
                    <a:close/>
                    <a:moveTo>
                      <a:pt x="5924" y="1814"/>
                    </a:moveTo>
                    <a:cubicBezTo>
                      <a:pt x="5958" y="1814"/>
                      <a:pt x="5993" y="1820"/>
                      <a:pt x="6018" y="1834"/>
                    </a:cubicBezTo>
                    <a:lnTo>
                      <a:pt x="6054" y="1857"/>
                    </a:lnTo>
                    <a:cubicBezTo>
                      <a:pt x="6104" y="1884"/>
                      <a:pt x="6104" y="1936"/>
                      <a:pt x="6054" y="1964"/>
                    </a:cubicBezTo>
                    <a:lnTo>
                      <a:pt x="5809" y="2100"/>
                    </a:lnTo>
                    <a:cubicBezTo>
                      <a:pt x="5784" y="2118"/>
                      <a:pt x="5751" y="2127"/>
                      <a:pt x="5718" y="2127"/>
                    </a:cubicBezTo>
                    <a:cubicBezTo>
                      <a:pt x="5685" y="2127"/>
                      <a:pt x="5651" y="2118"/>
                      <a:pt x="5622" y="2100"/>
                    </a:cubicBezTo>
                    <a:lnTo>
                      <a:pt x="5593" y="2086"/>
                    </a:lnTo>
                    <a:cubicBezTo>
                      <a:pt x="5536" y="2050"/>
                      <a:pt x="5543" y="2007"/>
                      <a:pt x="5593" y="1979"/>
                    </a:cubicBezTo>
                    <a:lnTo>
                      <a:pt x="5831" y="1834"/>
                    </a:lnTo>
                    <a:cubicBezTo>
                      <a:pt x="5856" y="1820"/>
                      <a:pt x="5890" y="1814"/>
                      <a:pt x="5924" y="1814"/>
                    </a:cubicBezTo>
                    <a:close/>
                    <a:moveTo>
                      <a:pt x="10689" y="1684"/>
                    </a:moveTo>
                    <a:cubicBezTo>
                      <a:pt x="10723" y="1684"/>
                      <a:pt x="10757" y="1691"/>
                      <a:pt x="10782" y="1705"/>
                    </a:cubicBezTo>
                    <a:lnTo>
                      <a:pt x="10998" y="1834"/>
                    </a:lnTo>
                    <a:cubicBezTo>
                      <a:pt x="11057" y="1864"/>
                      <a:pt x="11057" y="1914"/>
                      <a:pt x="10998" y="1943"/>
                    </a:cubicBezTo>
                    <a:lnTo>
                      <a:pt x="10653" y="2143"/>
                    </a:lnTo>
                    <a:cubicBezTo>
                      <a:pt x="10628" y="2158"/>
                      <a:pt x="10594" y="2165"/>
                      <a:pt x="10560" y="2165"/>
                    </a:cubicBezTo>
                    <a:cubicBezTo>
                      <a:pt x="10526" y="2165"/>
                      <a:pt x="10492" y="2158"/>
                      <a:pt x="10467" y="2143"/>
                    </a:cubicBezTo>
                    <a:lnTo>
                      <a:pt x="10251" y="2014"/>
                    </a:lnTo>
                    <a:cubicBezTo>
                      <a:pt x="10194" y="1986"/>
                      <a:pt x="10194" y="1936"/>
                      <a:pt x="10251" y="1907"/>
                    </a:cubicBezTo>
                    <a:lnTo>
                      <a:pt x="10596" y="1705"/>
                    </a:lnTo>
                    <a:cubicBezTo>
                      <a:pt x="10621" y="1691"/>
                      <a:pt x="10655" y="1684"/>
                      <a:pt x="10689" y="1684"/>
                    </a:cubicBezTo>
                    <a:close/>
                    <a:moveTo>
                      <a:pt x="7563" y="1785"/>
                    </a:moveTo>
                    <a:cubicBezTo>
                      <a:pt x="7597" y="1785"/>
                      <a:pt x="7631" y="1792"/>
                      <a:pt x="7656" y="1807"/>
                    </a:cubicBezTo>
                    <a:lnTo>
                      <a:pt x="7893" y="1943"/>
                    </a:lnTo>
                    <a:cubicBezTo>
                      <a:pt x="7944" y="1971"/>
                      <a:pt x="7944" y="2022"/>
                      <a:pt x="7893" y="2050"/>
                    </a:cubicBezTo>
                    <a:lnTo>
                      <a:pt x="7670" y="2179"/>
                    </a:lnTo>
                    <a:cubicBezTo>
                      <a:pt x="7645" y="2194"/>
                      <a:pt x="7613" y="2201"/>
                      <a:pt x="7580" y="2201"/>
                    </a:cubicBezTo>
                    <a:cubicBezTo>
                      <a:pt x="7546" y="2201"/>
                      <a:pt x="7512" y="2194"/>
                      <a:pt x="7484" y="2179"/>
                    </a:cubicBezTo>
                    <a:lnTo>
                      <a:pt x="7246" y="2043"/>
                    </a:lnTo>
                    <a:cubicBezTo>
                      <a:pt x="7196" y="2007"/>
                      <a:pt x="7196" y="1964"/>
                      <a:pt x="7246" y="1927"/>
                    </a:cubicBezTo>
                    <a:lnTo>
                      <a:pt x="7470" y="1807"/>
                    </a:lnTo>
                    <a:cubicBezTo>
                      <a:pt x="7495" y="1792"/>
                      <a:pt x="7529" y="1785"/>
                      <a:pt x="7563" y="1785"/>
                    </a:cubicBezTo>
                    <a:close/>
                    <a:moveTo>
                      <a:pt x="8383" y="1893"/>
                    </a:moveTo>
                    <a:cubicBezTo>
                      <a:pt x="8417" y="1893"/>
                      <a:pt x="8451" y="1902"/>
                      <a:pt x="8476" y="1921"/>
                    </a:cubicBezTo>
                    <a:lnTo>
                      <a:pt x="8685" y="2043"/>
                    </a:lnTo>
                    <a:cubicBezTo>
                      <a:pt x="8735" y="2072"/>
                      <a:pt x="8735" y="2122"/>
                      <a:pt x="8685" y="2152"/>
                    </a:cubicBezTo>
                    <a:lnTo>
                      <a:pt x="8476" y="2272"/>
                    </a:lnTo>
                    <a:cubicBezTo>
                      <a:pt x="8451" y="2287"/>
                      <a:pt x="8417" y="2294"/>
                      <a:pt x="8383" y="2294"/>
                    </a:cubicBezTo>
                    <a:cubicBezTo>
                      <a:pt x="8349" y="2294"/>
                      <a:pt x="8315" y="2287"/>
                      <a:pt x="8290" y="2272"/>
                    </a:cubicBezTo>
                    <a:lnTo>
                      <a:pt x="8074" y="2152"/>
                    </a:lnTo>
                    <a:cubicBezTo>
                      <a:pt x="8022" y="2122"/>
                      <a:pt x="8022" y="2072"/>
                      <a:pt x="8081" y="2043"/>
                    </a:cubicBezTo>
                    <a:lnTo>
                      <a:pt x="8290" y="1921"/>
                    </a:lnTo>
                    <a:cubicBezTo>
                      <a:pt x="8315" y="1902"/>
                      <a:pt x="8349" y="1893"/>
                      <a:pt x="8383" y="1893"/>
                    </a:cubicBezTo>
                    <a:close/>
                    <a:moveTo>
                      <a:pt x="5414" y="2107"/>
                    </a:moveTo>
                    <a:cubicBezTo>
                      <a:pt x="5448" y="2107"/>
                      <a:pt x="5482" y="2115"/>
                      <a:pt x="5507" y="2129"/>
                    </a:cubicBezTo>
                    <a:lnTo>
                      <a:pt x="5543" y="2152"/>
                    </a:lnTo>
                    <a:cubicBezTo>
                      <a:pt x="5593" y="2179"/>
                      <a:pt x="5593" y="2229"/>
                      <a:pt x="5543" y="2259"/>
                    </a:cubicBezTo>
                    <a:lnTo>
                      <a:pt x="5327" y="2381"/>
                    </a:lnTo>
                    <a:cubicBezTo>
                      <a:pt x="5302" y="2396"/>
                      <a:pt x="5268" y="2403"/>
                      <a:pt x="5234" y="2403"/>
                    </a:cubicBezTo>
                    <a:cubicBezTo>
                      <a:pt x="5200" y="2403"/>
                      <a:pt x="5166" y="2396"/>
                      <a:pt x="5141" y="2381"/>
                    </a:cubicBezTo>
                    <a:lnTo>
                      <a:pt x="5112" y="2359"/>
                    </a:lnTo>
                    <a:cubicBezTo>
                      <a:pt x="5055" y="2331"/>
                      <a:pt x="5055" y="2281"/>
                      <a:pt x="5112" y="2252"/>
                    </a:cubicBezTo>
                    <a:lnTo>
                      <a:pt x="5321" y="2129"/>
                    </a:lnTo>
                    <a:cubicBezTo>
                      <a:pt x="5346" y="2115"/>
                      <a:pt x="5380" y="2107"/>
                      <a:pt x="5414" y="2107"/>
                    </a:cubicBezTo>
                    <a:close/>
                    <a:moveTo>
                      <a:pt x="6233" y="1993"/>
                    </a:moveTo>
                    <a:cubicBezTo>
                      <a:pt x="6267" y="1993"/>
                      <a:pt x="6301" y="2000"/>
                      <a:pt x="6326" y="2014"/>
                    </a:cubicBezTo>
                    <a:lnTo>
                      <a:pt x="6535" y="2136"/>
                    </a:lnTo>
                    <a:cubicBezTo>
                      <a:pt x="6592" y="2166"/>
                      <a:pt x="6592" y="2216"/>
                      <a:pt x="6535" y="2245"/>
                    </a:cubicBezTo>
                    <a:lnTo>
                      <a:pt x="6297" y="2388"/>
                    </a:lnTo>
                    <a:cubicBezTo>
                      <a:pt x="6272" y="2403"/>
                      <a:pt x="6238" y="2410"/>
                      <a:pt x="6204" y="2410"/>
                    </a:cubicBezTo>
                    <a:cubicBezTo>
                      <a:pt x="6170" y="2410"/>
                      <a:pt x="6136" y="2403"/>
                      <a:pt x="6111" y="2388"/>
                    </a:cubicBezTo>
                    <a:lnTo>
                      <a:pt x="5895" y="2259"/>
                    </a:lnTo>
                    <a:cubicBezTo>
                      <a:pt x="5845" y="2229"/>
                      <a:pt x="5845" y="2186"/>
                      <a:pt x="5895" y="2152"/>
                    </a:cubicBezTo>
                    <a:lnTo>
                      <a:pt x="6140" y="2014"/>
                    </a:lnTo>
                    <a:cubicBezTo>
                      <a:pt x="6165" y="2000"/>
                      <a:pt x="6199" y="1993"/>
                      <a:pt x="6233" y="1993"/>
                    </a:cubicBezTo>
                    <a:close/>
                    <a:moveTo>
                      <a:pt x="9166" y="2000"/>
                    </a:moveTo>
                    <a:cubicBezTo>
                      <a:pt x="9200" y="2000"/>
                      <a:pt x="9234" y="2008"/>
                      <a:pt x="9259" y="2022"/>
                    </a:cubicBezTo>
                    <a:lnTo>
                      <a:pt x="9475" y="2152"/>
                    </a:lnTo>
                    <a:cubicBezTo>
                      <a:pt x="9532" y="2179"/>
                      <a:pt x="9532" y="2229"/>
                      <a:pt x="9475" y="2259"/>
                    </a:cubicBezTo>
                    <a:lnTo>
                      <a:pt x="9238" y="2395"/>
                    </a:lnTo>
                    <a:cubicBezTo>
                      <a:pt x="9212" y="2410"/>
                      <a:pt x="9178" y="2417"/>
                      <a:pt x="9144" y="2417"/>
                    </a:cubicBezTo>
                    <a:cubicBezTo>
                      <a:pt x="9109" y="2417"/>
                      <a:pt x="9075" y="2410"/>
                      <a:pt x="9050" y="2395"/>
                    </a:cubicBezTo>
                    <a:lnTo>
                      <a:pt x="8828" y="2266"/>
                    </a:lnTo>
                    <a:cubicBezTo>
                      <a:pt x="8778" y="2238"/>
                      <a:pt x="8778" y="2186"/>
                      <a:pt x="8835" y="2159"/>
                    </a:cubicBezTo>
                    <a:lnTo>
                      <a:pt x="9073" y="2022"/>
                    </a:lnTo>
                    <a:cubicBezTo>
                      <a:pt x="9098" y="2008"/>
                      <a:pt x="9132" y="2000"/>
                      <a:pt x="9166" y="2000"/>
                    </a:cubicBezTo>
                    <a:close/>
                    <a:moveTo>
                      <a:pt x="10072" y="2043"/>
                    </a:moveTo>
                    <a:cubicBezTo>
                      <a:pt x="10106" y="2043"/>
                      <a:pt x="10140" y="2051"/>
                      <a:pt x="10165" y="2065"/>
                    </a:cubicBezTo>
                    <a:lnTo>
                      <a:pt x="10380" y="2195"/>
                    </a:lnTo>
                    <a:cubicBezTo>
                      <a:pt x="10437" y="2222"/>
                      <a:pt x="10437" y="2266"/>
                      <a:pt x="10380" y="2302"/>
                    </a:cubicBezTo>
                    <a:lnTo>
                      <a:pt x="10144" y="2438"/>
                    </a:lnTo>
                    <a:cubicBezTo>
                      <a:pt x="10118" y="2453"/>
                      <a:pt x="10084" y="2460"/>
                      <a:pt x="10049" y="2460"/>
                    </a:cubicBezTo>
                    <a:cubicBezTo>
                      <a:pt x="10015" y="2460"/>
                      <a:pt x="9981" y="2453"/>
                      <a:pt x="9956" y="2438"/>
                    </a:cubicBezTo>
                    <a:lnTo>
                      <a:pt x="9740" y="2309"/>
                    </a:lnTo>
                    <a:cubicBezTo>
                      <a:pt x="9683" y="2281"/>
                      <a:pt x="9683" y="2229"/>
                      <a:pt x="9740" y="2202"/>
                    </a:cubicBezTo>
                    <a:lnTo>
                      <a:pt x="9978" y="2065"/>
                    </a:lnTo>
                    <a:cubicBezTo>
                      <a:pt x="10003" y="2051"/>
                      <a:pt x="10037" y="2043"/>
                      <a:pt x="10072" y="2043"/>
                    </a:cubicBezTo>
                    <a:close/>
                    <a:moveTo>
                      <a:pt x="7074" y="2064"/>
                    </a:moveTo>
                    <a:cubicBezTo>
                      <a:pt x="7108" y="2064"/>
                      <a:pt x="7142" y="2071"/>
                      <a:pt x="7168" y="2086"/>
                    </a:cubicBezTo>
                    <a:lnTo>
                      <a:pt x="7405" y="2222"/>
                    </a:lnTo>
                    <a:cubicBezTo>
                      <a:pt x="7455" y="2259"/>
                      <a:pt x="7455" y="2302"/>
                      <a:pt x="7405" y="2331"/>
                    </a:cubicBezTo>
                    <a:lnTo>
                      <a:pt x="7189" y="2461"/>
                    </a:lnTo>
                    <a:cubicBezTo>
                      <a:pt x="7160" y="2474"/>
                      <a:pt x="7126" y="2481"/>
                      <a:pt x="7092" y="2481"/>
                    </a:cubicBezTo>
                    <a:cubicBezTo>
                      <a:pt x="7058" y="2481"/>
                      <a:pt x="7024" y="2474"/>
                      <a:pt x="6996" y="2461"/>
                    </a:cubicBezTo>
                    <a:lnTo>
                      <a:pt x="6758" y="2324"/>
                    </a:lnTo>
                    <a:cubicBezTo>
                      <a:pt x="6708" y="2295"/>
                      <a:pt x="6708" y="2245"/>
                      <a:pt x="6758" y="2216"/>
                    </a:cubicBezTo>
                    <a:lnTo>
                      <a:pt x="6980" y="2086"/>
                    </a:lnTo>
                    <a:cubicBezTo>
                      <a:pt x="7005" y="2071"/>
                      <a:pt x="7039" y="2064"/>
                      <a:pt x="7074" y="2064"/>
                    </a:cubicBezTo>
                    <a:close/>
                    <a:moveTo>
                      <a:pt x="7901" y="2173"/>
                    </a:moveTo>
                    <a:cubicBezTo>
                      <a:pt x="7935" y="2173"/>
                      <a:pt x="7970" y="2180"/>
                      <a:pt x="7995" y="2195"/>
                    </a:cubicBezTo>
                    <a:lnTo>
                      <a:pt x="8203" y="2316"/>
                    </a:lnTo>
                    <a:cubicBezTo>
                      <a:pt x="8253" y="2352"/>
                      <a:pt x="8253" y="2395"/>
                      <a:pt x="8203" y="2424"/>
                    </a:cubicBezTo>
                    <a:lnTo>
                      <a:pt x="7979" y="2554"/>
                    </a:lnTo>
                    <a:cubicBezTo>
                      <a:pt x="7954" y="2568"/>
                      <a:pt x="7920" y="2576"/>
                      <a:pt x="7886" y="2576"/>
                    </a:cubicBezTo>
                    <a:cubicBezTo>
                      <a:pt x="7852" y="2576"/>
                      <a:pt x="7818" y="2568"/>
                      <a:pt x="7793" y="2554"/>
                    </a:cubicBezTo>
                    <a:lnTo>
                      <a:pt x="7584" y="2431"/>
                    </a:lnTo>
                    <a:cubicBezTo>
                      <a:pt x="7534" y="2402"/>
                      <a:pt x="7534" y="2352"/>
                      <a:pt x="7584" y="2324"/>
                    </a:cubicBezTo>
                    <a:lnTo>
                      <a:pt x="7806" y="2195"/>
                    </a:lnTo>
                    <a:cubicBezTo>
                      <a:pt x="7832" y="2180"/>
                      <a:pt x="7867" y="2173"/>
                      <a:pt x="7901" y="2173"/>
                    </a:cubicBezTo>
                    <a:close/>
                    <a:moveTo>
                      <a:pt x="5723" y="2288"/>
                    </a:moveTo>
                    <a:cubicBezTo>
                      <a:pt x="5757" y="2288"/>
                      <a:pt x="5791" y="2295"/>
                      <a:pt x="5816" y="2309"/>
                    </a:cubicBezTo>
                    <a:lnTo>
                      <a:pt x="6024" y="2431"/>
                    </a:lnTo>
                    <a:cubicBezTo>
                      <a:pt x="6081" y="2461"/>
                      <a:pt x="6081" y="2511"/>
                      <a:pt x="6024" y="2540"/>
                    </a:cubicBezTo>
                    <a:lnTo>
                      <a:pt x="5816" y="2661"/>
                    </a:lnTo>
                    <a:cubicBezTo>
                      <a:pt x="5791" y="2675"/>
                      <a:pt x="5757" y="2683"/>
                      <a:pt x="5723" y="2683"/>
                    </a:cubicBezTo>
                    <a:cubicBezTo>
                      <a:pt x="5688" y="2683"/>
                      <a:pt x="5654" y="2675"/>
                      <a:pt x="5629" y="2661"/>
                    </a:cubicBezTo>
                    <a:lnTo>
                      <a:pt x="5414" y="2540"/>
                    </a:lnTo>
                    <a:cubicBezTo>
                      <a:pt x="5364" y="2511"/>
                      <a:pt x="5364" y="2461"/>
                      <a:pt x="5414" y="2431"/>
                    </a:cubicBezTo>
                    <a:lnTo>
                      <a:pt x="5629" y="2309"/>
                    </a:lnTo>
                    <a:cubicBezTo>
                      <a:pt x="5654" y="2295"/>
                      <a:pt x="5688" y="2288"/>
                      <a:pt x="5723" y="2288"/>
                    </a:cubicBezTo>
                    <a:close/>
                    <a:moveTo>
                      <a:pt x="4932" y="2388"/>
                    </a:moveTo>
                    <a:cubicBezTo>
                      <a:pt x="4967" y="2388"/>
                      <a:pt x="5001" y="2396"/>
                      <a:pt x="5026" y="2410"/>
                    </a:cubicBezTo>
                    <a:lnTo>
                      <a:pt x="5062" y="2431"/>
                    </a:lnTo>
                    <a:cubicBezTo>
                      <a:pt x="5112" y="2461"/>
                      <a:pt x="5112" y="2511"/>
                      <a:pt x="5062" y="2540"/>
                    </a:cubicBezTo>
                    <a:lnTo>
                      <a:pt x="4839" y="2669"/>
                    </a:lnTo>
                    <a:cubicBezTo>
                      <a:pt x="4813" y="2683"/>
                      <a:pt x="4779" y="2690"/>
                      <a:pt x="4745" y="2690"/>
                    </a:cubicBezTo>
                    <a:cubicBezTo>
                      <a:pt x="4710" y="2690"/>
                      <a:pt x="4676" y="2683"/>
                      <a:pt x="4651" y="2669"/>
                    </a:cubicBezTo>
                    <a:lnTo>
                      <a:pt x="4615" y="2647"/>
                    </a:lnTo>
                    <a:cubicBezTo>
                      <a:pt x="4565" y="2617"/>
                      <a:pt x="4565" y="2567"/>
                      <a:pt x="4615" y="2540"/>
                    </a:cubicBezTo>
                    <a:lnTo>
                      <a:pt x="4839" y="2410"/>
                    </a:lnTo>
                    <a:cubicBezTo>
                      <a:pt x="4864" y="2396"/>
                      <a:pt x="4898" y="2388"/>
                      <a:pt x="4932" y="2388"/>
                    </a:cubicBezTo>
                    <a:close/>
                    <a:moveTo>
                      <a:pt x="8655" y="2295"/>
                    </a:moveTo>
                    <a:cubicBezTo>
                      <a:pt x="8689" y="2295"/>
                      <a:pt x="8723" y="2302"/>
                      <a:pt x="8748" y="2316"/>
                    </a:cubicBezTo>
                    <a:lnTo>
                      <a:pt x="8971" y="2445"/>
                    </a:lnTo>
                    <a:cubicBezTo>
                      <a:pt x="9023" y="2474"/>
                      <a:pt x="9023" y="2524"/>
                      <a:pt x="8964" y="2554"/>
                    </a:cubicBezTo>
                    <a:lnTo>
                      <a:pt x="8755" y="2676"/>
                    </a:lnTo>
                    <a:cubicBezTo>
                      <a:pt x="8730" y="2690"/>
                      <a:pt x="8696" y="2697"/>
                      <a:pt x="8662" y="2697"/>
                    </a:cubicBezTo>
                    <a:cubicBezTo>
                      <a:pt x="8628" y="2697"/>
                      <a:pt x="8594" y="2690"/>
                      <a:pt x="8569" y="2676"/>
                    </a:cubicBezTo>
                    <a:lnTo>
                      <a:pt x="8346" y="2547"/>
                    </a:lnTo>
                    <a:cubicBezTo>
                      <a:pt x="8296" y="2517"/>
                      <a:pt x="8296" y="2467"/>
                      <a:pt x="8346" y="2438"/>
                    </a:cubicBezTo>
                    <a:lnTo>
                      <a:pt x="8562" y="2316"/>
                    </a:lnTo>
                    <a:cubicBezTo>
                      <a:pt x="8587" y="2302"/>
                      <a:pt x="8621" y="2295"/>
                      <a:pt x="8655" y="2295"/>
                    </a:cubicBezTo>
                    <a:close/>
                    <a:moveTo>
                      <a:pt x="9561" y="2338"/>
                    </a:moveTo>
                    <a:cubicBezTo>
                      <a:pt x="9595" y="2338"/>
                      <a:pt x="9629" y="2345"/>
                      <a:pt x="9654" y="2359"/>
                    </a:cubicBezTo>
                    <a:lnTo>
                      <a:pt x="9877" y="2488"/>
                    </a:lnTo>
                    <a:cubicBezTo>
                      <a:pt x="9928" y="2517"/>
                      <a:pt x="9928" y="2561"/>
                      <a:pt x="9870" y="2597"/>
                    </a:cubicBezTo>
                    <a:lnTo>
                      <a:pt x="9661" y="2719"/>
                    </a:lnTo>
                    <a:cubicBezTo>
                      <a:pt x="9636" y="2733"/>
                      <a:pt x="9602" y="2740"/>
                      <a:pt x="9568" y="2740"/>
                    </a:cubicBezTo>
                    <a:cubicBezTo>
                      <a:pt x="9534" y="2740"/>
                      <a:pt x="9500" y="2733"/>
                      <a:pt x="9475" y="2719"/>
                    </a:cubicBezTo>
                    <a:lnTo>
                      <a:pt x="9252" y="2590"/>
                    </a:lnTo>
                    <a:cubicBezTo>
                      <a:pt x="9202" y="2561"/>
                      <a:pt x="9202" y="2511"/>
                      <a:pt x="9259" y="2481"/>
                    </a:cubicBezTo>
                    <a:lnTo>
                      <a:pt x="9468" y="2359"/>
                    </a:lnTo>
                    <a:cubicBezTo>
                      <a:pt x="9493" y="2345"/>
                      <a:pt x="9527" y="2338"/>
                      <a:pt x="9561" y="2338"/>
                    </a:cubicBezTo>
                    <a:close/>
                    <a:moveTo>
                      <a:pt x="6585" y="2345"/>
                    </a:moveTo>
                    <a:cubicBezTo>
                      <a:pt x="6619" y="2345"/>
                      <a:pt x="6653" y="2353"/>
                      <a:pt x="6678" y="2367"/>
                    </a:cubicBezTo>
                    <a:lnTo>
                      <a:pt x="6916" y="2511"/>
                    </a:lnTo>
                    <a:cubicBezTo>
                      <a:pt x="6966" y="2540"/>
                      <a:pt x="6966" y="2590"/>
                      <a:pt x="6916" y="2617"/>
                    </a:cubicBezTo>
                    <a:lnTo>
                      <a:pt x="6678" y="2756"/>
                    </a:lnTo>
                    <a:cubicBezTo>
                      <a:pt x="6650" y="2769"/>
                      <a:pt x="6616" y="2776"/>
                      <a:pt x="6582" y="2776"/>
                    </a:cubicBezTo>
                    <a:cubicBezTo>
                      <a:pt x="6548" y="2776"/>
                      <a:pt x="6514" y="2769"/>
                      <a:pt x="6485" y="2756"/>
                    </a:cubicBezTo>
                    <a:lnTo>
                      <a:pt x="6247" y="2617"/>
                    </a:lnTo>
                    <a:cubicBezTo>
                      <a:pt x="6197" y="2590"/>
                      <a:pt x="6197" y="2540"/>
                      <a:pt x="6254" y="2511"/>
                    </a:cubicBezTo>
                    <a:lnTo>
                      <a:pt x="6492" y="2367"/>
                    </a:lnTo>
                    <a:cubicBezTo>
                      <a:pt x="6517" y="2353"/>
                      <a:pt x="6551" y="2345"/>
                      <a:pt x="6585" y="2345"/>
                    </a:cubicBezTo>
                    <a:close/>
                    <a:moveTo>
                      <a:pt x="7408" y="2461"/>
                    </a:moveTo>
                    <a:cubicBezTo>
                      <a:pt x="7442" y="2461"/>
                      <a:pt x="7476" y="2467"/>
                      <a:pt x="7505" y="2481"/>
                    </a:cubicBezTo>
                    <a:lnTo>
                      <a:pt x="7713" y="2604"/>
                    </a:lnTo>
                    <a:cubicBezTo>
                      <a:pt x="7763" y="2633"/>
                      <a:pt x="7763" y="2683"/>
                      <a:pt x="7713" y="2712"/>
                    </a:cubicBezTo>
                    <a:lnTo>
                      <a:pt x="7491" y="2833"/>
                    </a:lnTo>
                    <a:cubicBezTo>
                      <a:pt x="7466" y="2851"/>
                      <a:pt x="7432" y="2860"/>
                      <a:pt x="7398" y="2860"/>
                    </a:cubicBezTo>
                    <a:cubicBezTo>
                      <a:pt x="7364" y="2860"/>
                      <a:pt x="7329" y="2851"/>
                      <a:pt x="7304" y="2833"/>
                    </a:cubicBezTo>
                    <a:lnTo>
                      <a:pt x="7096" y="2712"/>
                    </a:lnTo>
                    <a:cubicBezTo>
                      <a:pt x="7046" y="2683"/>
                      <a:pt x="7046" y="2633"/>
                      <a:pt x="7096" y="2604"/>
                    </a:cubicBezTo>
                    <a:lnTo>
                      <a:pt x="7311" y="2481"/>
                    </a:lnTo>
                    <a:cubicBezTo>
                      <a:pt x="7340" y="2467"/>
                      <a:pt x="7374" y="2461"/>
                      <a:pt x="7408" y="2461"/>
                    </a:cubicBezTo>
                    <a:close/>
                    <a:moveTo>
                      <a:pt x="4440" y="2668"/>
                    </a:moveTo>
                    <a:cubicBezTo>
                      <a:pt x="4474" y="2668"/>
                      <a:pt x="4508" y="2675"/>
                      <a:pt x="4537" y="2690"/>
                    </a:cubicBezTo>
                    <a:lnTo>
                      <a:pt x="4565" y="2712"/>
                    </a:lnTo>
                    <a:cubicBezTo>
                      <a:pt x="4624" y="2740"/>
                      <a:pt x="4624" y="2790"/>
                      <a:pt x="4565" y="2819"/>
                    </a:cubicBezTo>
                    <a:lnTo>
                      <a:pt x="4386" y="2928"/>
                    </a:lnTo>
                    <a:cubicBezTo>
                      <a:pt x="4357" y="2942"/>
                      <a:pt x="4323" y="2949"/>
                      <a:pt x="4290" y="2949"/>
                    </a:cubicBezTo>
                    <a:cubicBezTo>
                      <a:pt x="4257" y="2949"/>
                      <a:pt x="4224" y="2942"/>
                      <a:pt x="4199" y="2928"/>
                    </a:cubicBezTo>
                    <a:lnTo>
                      <a:pt x="4163" y="2906"/>
                    </a:lnTo>
                    <a:cubicBezTo>
                      <a:pt x="4113" y="2876"/>
                      <a:pt x="4113" y="2826"/>
                      <a:pt x="4163" y="2799"/>
                    </a:cubicBezTo>
                    <a:lnTo>
                      <a:pt x="4349" y="2690"/>
                    </a:lnTo>
                    <a:cubicBezTo>
                      <a:pt x="4374" y="2675"/>
                      <a:pt x="4407" y="2668"/>
                      <a:pt x="4440" y="2668"/>
                    </a:cubicBezTo>
                    <a:close/>
                    <a:moveTo>
                      <a:pt x="5241" y="2568"/>
                    </a:moveTo>
                    <a:cubicBezTo>
                      <a:pt x="5275" y="2568"/>
                      <a:pt x="5309" y="2575"/>
                      <a:pt x="5334" y="2590"/>
                    </a:cubicBezTo>
                    <a:lnTo>
                      <a:pt x="5543" y="2712"/>
                    </a:lnTo>
                    <a:cubicBezTo>
                      <a:pt x="5600" y="2740"/>
                      <a:pt x="5593" y="2790"/>
                      <a:pt x="5543" y="2819"/>
                    </a:cubicBezTo>
                    <a:lnTo>
                      <a:pt x="5321" y="2949"/>
                    </a:lnTo>
                    <a:cubicBezTo>
                      <a:pt x="5296" y="2963"/>
                      <a:pt x="5263" y="2971"/>
                      <a:pt x="5230" y="2971"/>
                    </a:cubicBezTo>
                    <a:cubicBezTo>
                      <a:pt x="5196" y="2971"/>
                      <a:pt x="5162" y="2963"/>
                      <a:pt x="5133" y="2949"/>
                    </a:cubicBezTo>
                    <a:lnTo>
                      <a:pt x="4926" y="2826"/>
                    </a:lnTo>
                    <a:cubicBezTo>
                      <a:pt x="4874" y="2799"/>
                      <a:pt x="4874" y="2747"/>
                      <a:pt x="4926" y="2719"/>
                    </a:cubicBezTo>
                    <a:lnTo>
                      <a:pt x="5148" y="2590"/>
                    </a:lnTo>
                    <a:cubicBezTo>
                      <a:pt x="5173" y="2575"/>
                      <a:pt x="5207" y="2568"/>
                      <a:pt x="5241" y="2568"/>
                    </a:cubicBezTo>
                    <a:close/>
                    <a:moveTo>
                      <a:pt x="8179" y="2572"/>
                    </a:moveTo>
                    <a:cubicBezTo>
                      <a:pt x="8212" y="2572"/>
                      <a:pt x="8243" y="2580"/>
                      <a:pt x="8267" y="2597"/>
                    </a:cubicBezTo>
                    <a:lnTo>
                      <a:pt x="8483" y="2719"/>
                    </a:lnTo>
                    <a:cubicBezTo>
                      <a:pt x="8540" y="2756"/>
                      <a:pt x="8533" y="2799"/>
                      <a:pt x="8483" y="2833"/>
                    </a:cubicBezTo>
                    <a:lnTo>
                      <a:pt x="8267" y="2956"/>
                    </a:lnTo>
                    <a:cubicBezTo>
                      <a:pt x="8239" y="2970"/>
                      <a:pt x="8205" y="2978"/>
                      <a:pt x="8171" y="2978"/>
                    </a:cubicBezTo>
                    <a:cubicBezTo>
                      <a:pt x="8138" y="2978"/>
                      <a:pt x="8106" y="2970"/>
                      <a:pt x="8081" y="2956"/>
                    </a:cubicBezTo>
                    <a:lnTo>
                      <a:pt x="7858" y="2833"/>
                    </a:lnTo>
                    <a:cubicBezTo>
                      <a:pt x="7806" y="2799"/>
                      <a:pt x="7806" y="2756"/>
                      <a:pt x="7858" y="2719"/>
                    </a:cubicBezTo>
                    <a:lnTo>
                      <a:pt x="8081" y="2597"/>
                    </a:lnTo>
                    <a:cubicBezTo>
                      <a:pt x="8107" y="2581"/>
                      <a:pt x="8143" y="2572"/>
                      <a:pt x="8179" y="2572"/>
                    </a:cubicBezTo>
                    <a:close/>
                    <a:moveTo>
                      <a:pt x="9080" y="2613"/>
                    </a:moveTo>
                    <a:cubicBezTo>
                      <a:pt x="9114" y="2613"/>
                      <a:pt x="9148" y="2622"/>
                      <a:pt x="9173" y="2640"/>
                    </a:cubicBezTo>
                    <a:lnTo>
                      <a:pt x="9388" y="2762"/>
                    </a:lnTo>
                    <a:cubicBezTo>
                      <a:pt x="9438" y="2790"/>
                      <a:pt x="9438" y="2842"/>
                      <a:pt x="9388" y="2869"/>
                    </a:cubicBezTo>
                    <a:lnTo>
                      <a:pt x="9173" y="2999"/>
                    </a:lnTo>
                    <a:cubicBezTo>
                      <a:pt x="9144" y="3013"/>
                      <a:pt x="9110" y="3021"/>
                      <a:pt x="9076" y="3021"/>
                    </a:cubicBezTo>
                    <a:cubicBezTo>
                      <a:pt x="9042" y="3021"/>
                      <a:pt x="9008" y="3013"/>
                      <a:pt x="8980" y="2999"/>
                    </a:cubicBezTo>
                    <a:lnTo>
                      <a:pt x="8764" y="2869"/>
                    </a:lnTo>
                    <a:cubicBezTo>
                      <a:pt x="8712" y="2842"/>
                      <a:pt x="8712" y="2790"/>
                      <a:pt x="8764" y="2762"/>
                    </a:cubicBezTo>
                    <a:lnTo>
                      <a:pt x="8986" y="2640"/>
                    </a:lnTo>
                    <a:cubicBezTo>
                      <a:pt x="9011" y="2622"/>
                      <a:pt x="9046" y="2613"/>
                      <a:pt x="9080" y="2613"/>
                    </a:cubicBezTo>
                    <a:close/>
                    <a:moveTo>
                      <a:pt x="6074" y="2640"/>
                    </a:moveTo>
                    <a:cubicBezTo>
                      <a:pt x="6109" y="2640"/>
                      <a:pt x="6143" y="2647"/>
                      <a:pt x="6168" y="2661"/>
                    </a:cubicBezTo>
                    <a:lnTo>
                      <a:pt x="6406" y="2806"/>
                    </a:lnTo>
                    <a:cubicBezTo>
                      <a:pt x="6456" y="2833"/>
                      <a:pt x="6456" y="2876"/>
                      <a:pt x="6406" y="2912"/>
                    </a:cubicBezTo>
                    <a:lnTo>
                      <a:pt x="6190" y="3035"/>
                    </a:lnTo>
                    <a:cubicBezTo>
                      <a:pt x="6165" y="3050"/>
                      <a:pt x="6133" y="3057"/>
                      <a:pt x="6099" y="3057"/>
                    </a:cubicBezTo>
                    <a:cubicBezTo>
                      <a:pt x="6066" y="3057"/>
                      <a:pt x="6032" y="3050"/>
                      <a:pt x="6004" y="3035"/>
                    </a:cubicBezTo>
                    <a:lnTo>
                      <a:pt x="5766" y="2892"/>
                    </a:lnTo>
                    <a:cubicBezTo>
                      <a:pt x="5716" y="2862"/>
                      <a:pt x="5716" y="2812"/>
                      <a:pt x="5766" y="2783"/>
                    </a:cubicBezTo>
                    <a:lnTo>
                      <a:pt x="5981" y="2661"/>
                    </a:lnTo>
                    <a:cubicBezTo>
                      <a:pt x="6006" y="2647"/>
                      <a:pt x="6040" y="2640"/>
                      <a:pt x="6074" y="2640"/>
                    </a:cubicBezTo>
                    <a:close/>
                    <a:moveTo>
                      <a:pt x="6921" y="2740"/>
                    </a:moveTo>
                    <a:cubicBezTo>
                      <a:pt x="6954" y="2740"/>
                      <a:pt x="6988" y="2748"/>
                      <a:pt x="7016" y="2762"/>
                    </a:cubicBezTo>
                    <a:lnTo>
                      <a:pt x="7225" y="2885"/>
                    </a:lnTo>
                    <a:cubicBezTo>
                      <a:pt x="7275" y="2912"/>
                      <a:pt x="7275" y="2963"/>
                      <a:pt x="7225" y="2992"/>
                    </a:cubicBezTo>
                    <a:lnTo>
                      <a:pt x="6980" y="3128"/>
                    </a:lnTo>
                    <a:cubicBezTo>
                      <a:pt x="6955" y="3146"/>
                      <a:pt x="6923" y="3155"/>
                      <a:pt x="6890" y="3155"/>
                    </a:cubicBezTo>
                    <a:cubicBezTo>
                      <a:pt x="6856" y="3155"/>
                      <a:pt x="6822" y="3146"/>
                      <a:pt x="6794" y="3128"/>
                    </a:cubicBezTo>
                    <a:lnTo>
                      <a:pt x="6585" y="3006"/>
                    </a:lnTo>
                    <a:cubicBezTo>
                      <a:pt x="6535" y="2978"/>
                      <a:pt x="6535" y="2928"/>
                      <a:pt x="6585" y="2899"/>
                    </a:cubicBezTo>
                    <a:lnTo>
                      <a:pt x="6830" y="2762"/>
                    </a:lnTo>
                    <a:cubicBezTo>
                      <a:pt x="6855" y="2748"/>
                      <a:pt x="6887" y="2740"/>
                      <a:pt x="6921" y="2740"/>
                    </a:cubicBezTo>
                    <a:close/>
                    <a:moveTo>
                      <a:pt x="4748" y="2849"/>
                    </a:moveTo>
                    <a:cubicBezTo>
                      <a:pt x="4781" y="2849"/>
                      <a:pt x="4813" y="2856"/>
                      <a:pt x="4839" y="2869"/>
                    </a:cubicBezTo>
                    <a:lnTo>
                      <a:pt x="5055" y="2999"/>
                    </a:lnTo>
                    <a:cubicBezTo>
                      <a:pt x="5105" y="3028"/>
                      <a:pt x="5105" y="3071"/>
                      <a:pt x="5055" y="3107"/>
                    </a:cubicBezTo>
                    <a:lnTo>
                      <a:pt x="4867" y="3207"/>
                    </a:lnTo>
                    <a:cubicBezTo>
                      <a:pt x="4842" y="3226"/>
                      <a:pt x="4808" y="3235"/>
                      <a:pt x="4774" y="3235"/>
                    </a:cubicBezTo>
                    <a:cubicBezTo>
                      <a:pt x="4740" y="3235"/>
                      <a:pt x="4706" y="3226"/>
                      <a:pt x="4681" y="3207"/>
                    </a:cubicBezTo>
                    <a:lnTo>
                      <a:pt x="4465" y="3085"/>
                    </a:lnTo>
                    <a:cubicBezTo>
                      <a:pt x="4415" y="3057"/>
                      <a:pt x="4415" y="3006"/>
                      <a:pt x="4472" y="2978"/>
                    </a:cubicBezTo>
                    <a:lnTo>
                      <a:pt x="4651" y="2869"/>
                    </a:lnTo>
                    <a:cubicBezTo>
                      <a:pt x="4681" y="2856"/>
                      <a:pt x="4715" y="2849"/>
                      <a:pt x="4748" y="2849"/>
                    </a:cubicBezTo>
                    <a:close/>
                    <a:moveTo>
                      <a:pt x="3984" y="2935"/>
                    </a:moveTo>
                    <a:cubicBezTo>
                      <a:pt x="4018" y="2935"/>
                      <a:pt x="4052" y="2942"/>
                      <a:pt x="4077" y="2956"/>
                    </a:cubicBezTo>
                    <a:lnTo>
                      <a:pt x="4113" y="2978"/>
                    </a:lnTo>
                    <a:cubicBezTo>
                      <a:pt x="4163" y="3006"/>
                      <a:pt x="4163" y="3057"/>
                      <a:pt x="4113" y="3085"/>
                    </a:cubicBezTo>
                    <a:lnTo>
                      <a:pt x="3875" y="3221"/>
                    </a:lnTo>
                    <a:cubicBezTo>
                      <a:pt x="3846" y="3236"/>
                      <a:pt x="3812" y="3243"/>
                      <a:pt x="3779" y="3243"/>
                    </a:cubicBezTo>
                    <a:cubicBezTo>
                      <a:pt x="3746" y="3243"/>
                      <a:pt x="3714" y="3236"/>
                      <a:pt x="3689" y="3221"/>
                    </a:cubicBezTo>
                    <a:lnTo>
                      <a:pt x="3652" y="3201"/>
                    </a:lnTo>
                    <a:cubicBezTo>
                      <a:pt x="3602" y="3171"/>
                      <a:pt x="3602" y="3121"/>
                      <a:pt x="3652" y="3092"/>
                    </a:cubicBezTo>
                    <a:lnTo>
                      <a:pt x="3890" y="2956"/>
                    </a:lnTo>
                    <a:cubicBezTo>
                      <a:pt x="3915" y="2942"/>
                      <a:pt x="3950" y="2935"/>
                      <a:pt x="3984" y="2935"/>
                    </a:cubicBezTo>
                    <a:close/>
                    <a:moveTo>
                      <a:pt x="7681" y="2856"/>
                    </a:moveTo>
                    <a:cubicBezTo>
                      <a:pt x="7714" y="2856"/>
                      <a:pt x="7746" y="2862"/>
                      <a:pt x="7772" y="2876"/>
                    </a:cubicBezTo>
                    <a:lnTo>
                      <a:pt x="7995" y="3006"/>
                    </a:lnTo>
                    <a:cubicBezTo>
                      <a:pt x="8045" y="3035"/>
                      <a:pt x="8045" y="3085"/>
                      <a:pt x="7995" y="3114"/>
                    </a:cubicBezTo>
                    <a:lnTo>
                      <a:pt x="7779" y="3237"/>
                    </a:lnTo>
                    <a:cubicBezTo>
                      <a:pt x="7748" y="3256"/>
                      <a:pt x="7712" y="3265"/>
                      <a:pt x="7677" y="3265"/>
                    </a:cubicBezTo>
                    <a:cubicBezTo>
                      <a:pt x="7646" y="3265"/>
                      <a:pt x="7615" y="3258"/>
                      <a:pt x="7591" y="3244"/>
                    </a:cubicBezTo>
                    <a:lnTo>
                      <a:pt x="7368" y="3114"/>
                    </a:lnTo>
                    <a:cubicBezTo>
                      <a:pt x="7318" y="3085"/>
                      <a:pt x="7318" y="3035"/>
                      <a:pt x="7368" y="3006"/>
                    </a:cubicBezTo>
                    <a:lnTo>
                      <a:pt x="7584" y="2876"/>
                    </a:lnTo>
                    <a:cubicBezTo>
                      <a:pt x="7613" y="2862"/>
                      <a:pt x="7647" y="2856"/>
                      <a:pt x="7681" y="2856"/>
                    </a:cubicBezTo>
                    <a:close/>
                    <a:moveTo>
                      <a:pt x="8588" y="2899"/>
                    </a:moveTo>
                    <a:cubicBezTo>
                      <a:pt x="8621" y="2899"/>
                      <a:pt x="8655" y="2906"/>
                      <a:pt x="8685" y="2919"/>
                    </a:cubicBezTo>
                    <a:lnTo>
                      <a:pt x="8900" y="3049"/>
                    </a:lnTo>
                    <a:cubicBezTo>
                      <a:pt x="8950" y="3078"/>
                      <a:pt x="8950" y="3128"/>
                      <a:pt x="8900" y="3157"/>
                    </a:cubicBezTo>
                    <a:lnTo>
                      <a:pt x="8685" y="3280"/>
                    </a:lnTo>
                    <a:cubicBezTo>
                      <a:pt x="8655" y="3294"/>
                      <a:pt x="8621" y="3301"/>
                      <a:pt x="8588" y="3301"/>
                    </a:cubicBezTo>
                    <a:cubicBezTo>
                      <a:pt x="8555" y="3301"/>
                      <a:pt x="8522" y="3294"/>
                      <a:pt x="8497" y="3280"/>
                    </a:cubicBezTo>
                    <a:lnTo>
                      <a:pt x="8274" y="3157"/>
                    </a:lnTo>
                    <a:cubicBezTo>
                      <a:pt x="8224" y="3128"/>
                      <a:pt x="8224" y="3078"/>
                      <a:pt x="8274" y="3049"/>
                    </a:cubicBezTo>
                    <a:lnTo>
                      <a:pt x="8497" y="2919"/>
                    </a:lnTo>
                    <a:cubicBezTo>
                      <a:pt x="8522" y="2906"/>
                      <a:pt x="8555" y="2899"/>
                      <a:pt x="8588" y="2899"/>
                    </a:cubicBezTo>
                    <a:close/>
                    <a:moveTo>
                      <a:pt x="5593" y="2920"/>
                    </a:moveTo>
                    <a:cubicBezTo>
                      <a:pt x="5627" y="2920"/>
                      <a:pt x="5661" y="2927"/>
                      <a:pt x="5686" y="2942"/>
                    </a:cubicBezTo>
                    <a:lnTo>
                      <a:pt x="5924" y="3078"/>
                    </a:lnTo>
                    <a:cubicBezTo>
                      <a:pt x="5974" y="3107"/>
                      <a:pt x="5974" y="3157"/>
                      <a:pt x="5924" y="3187"/>
                    </a:cubicBezTo>
                    <a:lnTo>
                      <a:pt x="5702" y="3316"/>
                    </a:lnTo>
                    <a:cubicBezTo>
                      <a:pt x="5676" y="3330"/>
                      <a:pt x="5641" y="3337"/>
                      <a:pt x="5607" y="3337"/>
                    </a:cubicBezTo>
                    <a:cubicBezTo>
                      <a:pt x="5573" y="3337"/>
                      <a:pt x="5539" y="3330"/>
                      <a:pt x="5514" y="3316"/>
                    </a:cubicBezTo>
                    <a:lnTo>
                      <a:pt x="5277" y="3178"/>
                    </a:lnTo>
                    <a:cubicBezTo>
                      <a:pt x="5227" y="3151"/>
                      <a:pt x="5227" y="3101"/>
                      <a:pt x="5277" y="3071"/>
                    </a:cubicBezTo>
                    <a:lnTo>
                      <a:pt x="5500" y="2942"/>
                    </a:lnTo>
                    <a:cubicBezTo>
                      <a:pt x="5525" y="2927"/>
                      <a:pt x="5559" y="2920"/>
                      <a:pt x="5593" y="2920"/>
                    </a:cubicBezTo>
                    <a:close/>
                    <a:moveTo>
                      <a:pt x="6410" y="3035"/>
                    </a:moveTo>
                    <a:cubicBezTo>
                      <a:pt x="6443" y="3035"/>
                      <a:pt x="6477" y="3043"/>
                      <a:pt x="6506" y="3057"/>
                    </a:cubicBezTo>
                    <a:lnTo>
                      <a:pt x="6714" y="3178"/>
                    </a:lnTo>
                    <a:cubicBezTo>
                      <a:pt x="6765" y="3207"/>
                      <a:pt x="6765" y="3258"/>
                      <a:pt x="6714" y="3287"/>
                    </a:cubicBezTo>
                    <a:lnTo>
                      <a:pt x="6499" y="3409"/>
                    </a:lnTo>
                    <a:cubicBezTo>
                      <a:pt x="6474" y="3423"/>
                      <a:pt x="6440" y="3430"/>
                      <a:pt x="6406" y="3430"/>
                    </a:cubicBezTo>
                    <a:cubicBezTo>
                      <a:pt x="6372" y="3430"/>
                      <a:pt x="6338" y="3423"/>
                      <a:pt x="6313" y="3409"/>
                    </a:cubicBezTo>
                    <a:lnTo>
                      <a:pt x="6104" y="3287"/>
                    </a:lnTo>
                    <a:cubicBezTo>
                      <a:pt x="6054" y="3258"/>
                      <a:pt x="6054" y="3207"/>
                      <a:pt x="6104" y="3178"/>
                    </a:cubicBezTo>
                    <a:lnTo>
                      <a:pt x="6319" y="3057"/>
                    </a:lnTo>
                    <a:cubicBezTo>
                      <a:pt x="6344" y="3043"/>
                      <a:pt x="6377" y="3035"/>
                      <a:pt x="6410" y="3035"/>
                    </a:cubicBezTo>
                    <a:close/>
                    <a:moveTo>
                      <a:pt x="3473" y="3229"/>
                    </a:moveTo>
                    <a:cubicBezTo>
                      <a:pt x="3507" y="3229"/>
                      <a:pt x="3541" y="3236"/>
                      <a:pt x="3566" y="3251"/>
                    </a:cubicBezTo>
                    <a:lnTo>
                      <a:pt x="3602" y="3273"/>
                    </a:lnTo>
                    <a:cubicBezTo>
                      <a:pt x="3652" y="3301"/>
                      <a:pt x="3652" y="3351"/>
                      <a:pt x="3602" y="3380"/>
                    </a:cubicBezTo>
                    <a:lnTo>
                      <a:pt x="3394" y="3502"/>
                    </a:lnTo>
                    <a:cubicBezTo>
                      <a:pt x="3365" y="3517"/>
                      <a:pt x="3331" y="3524"/>
                      <a:pt x="3297" y="3524"/>
                    </a:cubicBezTo>
                    <a:cubicBezTo>
                      <a:pt x="3263" y="3524"/>
                      <a:pt x="3229" y="3517"/>
                      <a:pt x="3200" y="3502"/>
                    </a:cubicBezTo>
                    <a:lnTo>
                      <a:pt x="3171" y="3480"/>
                    </a:lnTo>
                    <a:cubicBezTo>
                      <a:pt x="3114" y="3452"/>
                      <a:pt x="3114" y="3402"/>
                      <a:pt x="3171" y="3373"/>
                    </a:cubicBezTo>
                    <a:lnTo>
                      <a:pt x="3380" y="3251"/>
                    </a:lnTo>
                    <a:cubicBezTo>
                      <a:pt x="3405" y="3236"/>
                      <a:pt x="3439" y="3229"/>
                      <a:pt x="3473" y="3229"/>
                    </a:cubicBezTo>
                    <a:close/>
                    <a:moveTo>
                      <a:pt x="4292" y="3114"/>
                    </a:moveTo>
                    <a:cubicBezTo>
                      <a:pt x="4326" y="3114"/>
                      <a:pt x="4361" y="3121"/>
                      <a:pt x="4386" y="3135"/>
                    </a:cubicBezTo>
                    <a:lnTo>
                      <a:pt x="4601" y="3258"/>
                    </a:lnTo>
                    <a:cubicBezTo>
                      <a:pt x="4651" y="3287"/>
                      <a:pt x="4651" y="3337"/>
                      <a:pt x="4594" y="3366"/>
                    </a:cubicBezTo>
                    <a:lnTo>
                      <a:pt x="4356" y="3502"/>
                    </a:lnTo>
                    <a:cubicBezTo>
                      <a:pt x="4331" y="3521"/>
                      <a:pt x="4297" y="3530"/>
                      <a:pt x="4263" y="3530"/>
                    </a:cubicBezTo>
                    <a:cubicBezTo>
                      <a:pt x="4229" y="3530"/>
                      <a:pt x="4195" y="3521"/>
                      <a:pt x="4170" y="3502"/>
                    </a:cubicBezTo>
                    <a:lnTo>
                      <a:pt x="3961" y="3380"/>
                    </a:lnTo>
                    <a:cubicBezTo>
                      <a:pt x="3904" y="3351"/>
                      <a:pt x="3911" y="3301"/>
                      <a:pt x="3961" y="3273"/>
                    </a:cubicBezTo>
                    <a:lnTo>
                      <a:pt x="4199" y="3135"/>
                    </a:lnTo>
                    <a:cubicBezTo>
                      <a:pt x="4224" y="3121"/>
                      <a:pt x="4258" y="3114"/>
                      <a:pt x="4292" y="3114"/>
                    </a:cubicBezTo>
                    <a:close/>
                    <a:moveTo>
                      <a:pt x="7192" y="3135"/>
                    </a:moveTo>
                    <a:cubicBezTo>
                      <a:pt x="7225" y="3135"/>
                      <a:pt x="7257" y="3143"/>
                      <a:pt x="7282" y="3157"/>
                    </a:cubicBezTo>
                    <a:lnTo>
                      <a:pt x="7505" y="3287"/>
                    </a:lnTo>
                    <a:cubicBezTo>
                      <a:pt x="7556" y="3316"/>
                      <a:pt x="7556" y="3366"/>
                      <a:pt x="7505" y="3394"/>
                    </a:cubicBezTo>
                    <a:lnTo>
                      <a:pt x="7268" y="3532"/>
                    </a:lnTo>
                    <a:cubicBezTo>
                      <a:pt x="7243" y="3549"/>
                      <a:pt x="7209" y="3558"/>
                      <a:pt x="7175" y="3558"/>
                    </a:cubicBezTo>
                    <a:cubicBezTo>
                      <a:pt x="7141" y="3558"/>
                      <a:pt x="7107" y="3549"/>
                      <a:pt x="7082" y="3532"/>
                    </a:cubicBezTo>
                    <a:lnTo>
                      <a:pt x="6858" y="3409"/>
                    </a:lnTo>
                    <a:cubicBezTo>
                      <a:pt x="6808" y="3380"/>
                      <a:pt x="6808" y="3330"/>
                      <a:pt x="6858" y="3301"/>
                    </a:cubicBezTo>
                    <a:lnTo>
                      <a:pt x="7103" y="3157"/>
                    </a:lnTo>
                    <a:cubicBezTo>
                      <a:pt x="7128" y="3143"/>
                      <a:pt x="7160" y="3135"/>
                      <a:pt x="7192" y="3135"/>
                    </a:cubicBezTo>
                    <a:close/>
                    <a:moveTo>
                      <a:pt x="5100" y="3203"/>
                    </a:moveTo>
                    <a:cubicBezTo>
                      <a:pt x="5134" y="3203"/>
                      <a:pt x="5166" y="3212"/>
                      <a:pt x="5191" y="3230"/>
                    </a:cubicBezTo>
                    <a:lnTo>
                      <a:pt x="5434" y="3366"/>
                    </a:lnTo>
                    <a:cubicBezTo>
                      <a:pt x="5486" y="3394"/>
                      <a:pt x="5486" y="3446"/>
                      <a:pt x="5428" y="3473"/>
                    </a:cubicBezTo>
                    <a:lnTo>
                      <a:pt x="5248" y="3582"/>
                    </a:lnTo>
                    <a:cubicBezTo>
                      <a:pt x="5220" y="3596"/>
                      <a:pt x="5186" y="3603"/>
                      <a:pt x="5152" y="3603"/>
                    </a:cubicBezTo>
                    <a:cubicBezTo>
                      <a:pt x="5119" y="3603"/>
                      <a:pt x="5087" y="3596"/>
                      <a:pt x="5062" y="3582"/>
                    </a:cubicBezTo>
                    <a:lnTo>
                      <a:pt x="4824" y="3446"/>
                    </a:lnTo>
                    <a:cubicBezTo>
                      <a:pt x="4767" y="3409"/>
                      <a:pt x="4767" y="3366"/>
                      <a:pt x="4824" y="3330"/>
                    </a:cubicBezTo>
                    <a:lnTo>
                      <a:pt x="5003" y="3230"/>
                    </a:lnTo>
                    <a:cubicBezTo>
                      <a:pt x="5032" y="3212"/>
                      <a:pt x="5067" y="3203"/>
                      <a:pt x="5100" y="3203"/>
                    </a:cubicBezTo>
                    <a:close/>
                    <a:moveTo>
                      <a:pt x="5928" y="3315"/>
                    </a:moveTo>
                    <a:cubicBezTo>
                      <a:pt x="5962" y="3315"/>
                      <a:pt x="5996" y="3322"/>
                      <a:pt x="6024" y="3337"/>
                    </a:cubicBezTo>
                    <a:lnTo>
                      <a:pt x="6233" y="3459"/>
                    </a:lnTo>
                    <a:cubicBezTo>
                      <a:pt x="6283" y="3489"/>
                      <a:pt x="6283" y="3539"/>
                      <a:pt x="6233" y="3566"/>
                    </a:cubicBezTo>
                    <a:lnTo>
                      <a:pt x="6011" y="3696"/>
                    </a:lnTo>
                    <a:cubicBezTo>
                      <a:pt x="5986" y="3710"/>
                      <a:pt x="5952" y="3718"/>
                      <a:pt x="5917" y="3718"/>
                    </a:cubicBezTo>
                    <a:cubicBezTo>
                      <a:pt x="5883" y="3718"/>
                      <a:pt x="5848" y="3710"/>
                      <a:pt x="5823" y="3696"/>
                    </a:cubicBezTo>
                    <a:lnTo>
                      <a:pt x="5616" y="3575"/>
                    </a:lnTo>
                    <a:cubicBezTo>
                      <a:pt x="5557" y="3546"/>
                      <a:pt x="5564" y="3496"/>
                      <a:pt x="5616" y="3466"/>
                    </a:cubicBezTo>
                    <a:lnTo>
                      <a:pt x="5831" y="3337"/>
                    </a:lnTo>
                    <a:cubicBezTo>
                      <a:pt x="5860" y="3322"/>
                      <a:pt x="5894" y="3315"/>
                      <a:pt x="5928" y="3315"/>
                    </a:cubicBezTo>
                    <a:close/>
                    <a:moveTo>
                      <a:pt x="3782" y="3409"/>
                    </a:moveTo>
                    <a:cubicBezTo>
                      <a:pt x="3816" y="3409"/>
                      <a:pt x="3850" y="3416"/>
                      <a:pt x="3875" y="3430"/>
                    </a:cubicBezTo>
                    <a:lnTo>
                      <a:pt x="4091" y="3553"/>
                    </a:lnTo>
                    <a:cubicBezTo>
                      <a:pt x="4141" y="3582"/>
                      <a:pt x="4141" y="3632"/>
                      <a:pt x="4091" y="3661"/>
                    </a:cubicBezTo>
                    <a:lnTo>
                      <a:pt x="3875" y="3782"/>
                    </a:lnTo>
                    <a:cubicBezTo>
                      <a:pt x="3850" y="3797"/>
                      <a:pt x="3816" y="3804"/>
                      <a:pt x="3782" y="3804"/>
                    </a:cubicBezTo>
                    <a:cubicBezTo>
                      <a:pt x="3748" y="3804"/>
                      <a:pt x="3714" y="3797"/>
                      <a:pt x="3689" y="3782"/>
                    </a:cubicBezTo>
                    <a:lnTo>
                      <a:pt x="3473" y="3661"/>
                    </a:lnTo>
                    <a:cubicBezTo>
                      <a:pt x="3423" y="3632"/>
                      <a:pt x="3423" y="3582"/>
                      <a:pt x="3480" y="3553"/>
                    </a:cubicBezTo>
                    <a:lnTo>
                      <a:pt x="3689" y="3430"/>
                    </a:lnTo>
                    <a:cubicBezTo>
                      <a:pt x="3714" y="3416"/>
                      <a:pt x="3748" y="3409"/>
                      <a:pt x="3782" y="3409"/>
                    </a:cubicBezTo>
                    <a:close/>
                    <a:moveTo>
                      <a:pt x="2992" y="3510"/>
                    </a:moveTo>
                    <a:cubicBezTo>
                      <a:pt x="3026" y="3510"/>
                      <a:pt x="3060" y="3517"/>
                      <a:pt x="3085" y="3532"/>
                    </a:cubicBezTo>
                    <a:lnTo>
                      <a:pt x="3121" y="3553"/>
                    </a:lnTo>
                    <a:cubicBezTo>
                      <a:pt x="3171" y="3582"/>
                      <a:pt x="3171" y="3632"/>
                      <a:pt x="3121" y="3661"/>
                    </a:cubicBezTo>
                    <a:lnTo>
                      <a:pt x="2899" y="3782"/>
                    </a:lnTo>
                    <a:cubicBezTo>
                      <a:pt x="2873" y="3800"/>
                      <a:pt x="2838" y="3809"/>
                      <a:pt x="2804" y="3809"/>
                    </a:cubicBezTo>
                    <a:cubicBezTo>
                      <a:pt x="2770" y="3809"/>
                      <a:pt x="2736" y="3800"/>
                      <a:pt x="2710" y="3782"/>
                    </a:cubicBezTo>
                    <a:lnTo>
                      <a:pt x="2674" y="3768"/>
                    </a:lnTo>
                    <a:cubicBezTo>
                      <a:pt x="2624" y="3732"/>
                      <a:pt x="2624" y="3689"/>
                      <a:pt x="2674" y="3653"/>
                    </a:cubicBezTo>
                    <a:lnTo>
                      <a:pt x="2899" y="3532"/>
                    </a:lnTo>
                    <a:cubicBezTo>
                      <a:pt x="2924" y="3517"/>
                      <a:pt x="2958" y="3510"/>
                      <a:pt x="2992" y="3510"/>
                    </a:cubicBezTo>
                    <a:close/>
                    <a:moveTo>
                      <a:pt x="6683" y="3430"/>
                    </a:moveTo>
                    <a:cubicBezTo>
                      <a:pt x="6716" y="3430"/>
                      <a:pt x="6751" y="3438"/>
                      <a:pt x="6780" y="3452"/>
                    </a:cubicBezTo>
                    <a:lnTo>
                      <a:pt x="6996" y="3582"/>
                    </a:lnTo>
                    <a:cubicBezTo>
                      <a:pt x="7046" y="3609"/>
                      <a:pt x="7046" y="3661"/>
                      <a:pt x="6996" y="3689"/>
                    </a:cubicBezTo>
                    <a:lnTo>
                      <a:pt x="6787" y="3811"/>
                    </a:lnTo>
                    <a:cubicBezTo>
                      <a:pt x="6758" y="3826"/>
                      <a:pt x="6724" y="3833"/>
                      <a:pt x="6690" y="3833"/>
                    </a:cubicBezTo>
                    <a:cubicBezTo>
                      <a:pt x="6657" y="3833"/>
                      <a:pt x="6625" y="3826"/>
                      <a:pt x="6599" y="3811"/>
                    </a:cubicBezTo>
                    <a:lnTo>
                      <a:pt x="6376" y="3682"/>
                    </a:lnTo>
                    <a:cubicBezTo>
                      <a:pt x="6326" y="3653"/>
                      <a:pt x="6326" y="3609"/>
                      <a:pt x="6376" y="3575"/>
                    </a:cubicBezTo>
                    <a:lnTo>
                      <a:pt x="6592" y="3452"/>
                    </a:lnTo>
                    <a:cubicBezTo>
                      <a:pt x="6617" y="3438"/>
                      <a:pt x="6649" y="3430"/>
                      <a:pt x="6683" y="3430"/>
                    </a:cubicBezTo>
                    <a:close/>
                    <a:moveTo>
                      <a:pt x="4644" y="3467"/>
                    </a:moveTo>
                    <a:cubicBezTo>
                      <a:pt x="4678" y="3467"/>
                      <a:pt x="4712" y="3474"/>
                      <a:pt x="4738" y="3489"/>
                    </a:cubicBezTo>
                    <a:lnTo>
                      <a:pt x="4976" y="3625"/>
                    </a:lnTo>
                    <a:cubicBezTo>
                      <a:pt x="5026" y="3661"/>
                      <a:pt x="5026" y="3704"/>
                      <a:pt x="4976" y="3739"/>
                    </a:cubicBezTo>
                    <a:lnTo>
                      <a:pt x="4738" y="3877"/>
                    </a:lnTo>
                    <a:cubicBezTo>
                      <a:pt x="4712" y="3891"/>
                      <a:pt x="4678" y="3898"/>
                      <a:pt x="4644" y="3898"/>
                    </a:cubicBezTo>
                    <a:cubicBezTo>
                      <a:pt x="4610" y="3898"/>
                      <a:pt x="4576" y="3891"/>
                      <a:pt x="4551" y="3877"/>
                    </a:cubicBezTo>
                    <a:lnTo>
                      <a:pt x="4313" y="3739"/>
                    </a:lnTo>
                    <a:cubicBezTo>
                      <a:pt x="4256" y="3704"/>
                      <a:pt x="4256" y="3661"/>
                      <a:pt x="4313" y="3625"/>
                    </a:cubicBezTo>
                    <a:lnTo>
                      <a:pt x="4551" y="3489"/>
                    </a:lnTo>
                    <a:cubicBezTo>
                      <a:pt x="4576" y="3474"/>
                      <a:pt x="4610" y="3467"/>
                      <a:pt x="4644" y="3467"/>
                    </a:cubicBezTo>
                    <a:close/>
                    <a:moveTo>
                      <a:pt x="5435" y="3596"/>
                    </a:moveTo>
                    <a:cubicBezTo>
                      <a:pt x="5469" y="3596"/>
                      <a:pt x="5503" y="3603"/>
                      <a:pt x="5529" y="3618"/>
                    </a:cubicBezTo>
                    <a:lnTo>
                      <a:pt x="5736" y="3739"/>
                    </a:lnTo>
                    <a:cubicBezTo>
                      <a:pt x="5795" y="3768"/>
                      <a:pt x="5795" y="3818"/>
                      <a:pt x="5736" y="3847"/>
                    </a:cubicBezTo>
                    <a:lnTo>
                      <a:pt x="5557" y="3954"/>
                    </a:lnTo>
                    <a:cubicBezTo>
                      <a:pt x="5528" y="3969"/>
                      <a:pt x="5494" y="3976"/>
                      <a:pt x="5460" y="3976"/>
                    </a:cubicBezTo>
                    <a:cubicBezTo>
                      <a:pt x="5426" y="3976"/>
                      <a:pt x="5392" y="3969"/>
                      <a:pt x="5364" y="3954"/>
                    </a:cubicBezTo>
                    <a:lnTo>
                      <a:pt x="5155" y="3834"/>
                    </a:lnTo>
                    <a:cubicBezTo>
                      <a:pt x="5105" y="3804"/>
                      <a:pt x="5105" y="3754"/>
                      <a:pt x="5155" y="3725"/>
                    </a:cubicBezTo>
                    <a:lnTo>
                      <a:pt x="5341" y="3618"/>
                    </a:lnTo>
                    <a:cubicBezTo>
                      <a:pt x="5366" y="3603"/>
                      <a:pt x="5400" y="3596"/>
                      <a:pt x="5435" y="3596"/>
                    </a:cubicBezTo>
                    <a:close/>
                    <a:moveTo>
                      <a:pt x="3300" y="3689"/>
                    </a:moveTo>
                    <a:cubicBezTo>
                      <a:pt x="3335" y="3689"/>
                      <a:pt x="3369" y="3697"/>
                      <a:pt x="3394" y="3711"/>
                    </a:cubicBezTo>
                    <a:lnTo>
                      <a:pt x="3602" y="3834"/>
                    </a:lnTo>
                    <a:cubicBezTo>
                      <a:pt x="3659" y="3861"/>
                      <a:pt x="3659" y="3911"/>
                      <a:pt x="3602" y="3941"/>
                    </a:cubicBezTo>
                    <a:lnTo>
                      <a:pt x="3387" y="4070"/>
                    </a:lnTo>
                    <a:cubicBezTo>
                      <a:pt x="3358" y="4085"/>
                      <a:pt x="3324" y="4092"/>
                      <a:pt x="3291" y="4092"/>
                    </a:cubicBezTo>
                    <a:cubicBezTo>
                      <a:pt x="3258" y="4092"/>
                      <a:pt x="3225" y="4085"/>
                      <a:pt x="3200" y="4070"/>
                    </a:cubicBezTo>
                    <a:lnTo>
                      <a:pt x="2985" y="3941"/>
                    </a:lnTo>
                    <a:cubicBezTo>
                      <a:pt x="2933" y="3911"/>
                      <a:pt x="2933" y="3868"/>
                      <a:pt x="2985" y="3834"/>
                    </a:cubicBezTo>
                    <a:lnTo>
                      <a:pt x="3207" y="3711"/>
                    </a:lnTo>
                    <a:cubicBezTo>
                      <a:pt x="3232" y="3697"/>
                      <a:pt x="3266" y="3689"/>
                      <a:pt x="3300" y="3689"/>
                    </a:cubicBezTo>
                    <a:close/>
                    <a:moveTo>
                      <a:pt x="2502" y="3789"/>
                    </a:moveTo>
                    <a:cubicBezTo>
                      <a:pt x="2536" y="3789"/>
                      <a:pt x="2571" y="3797"/>
                      <a:pt x="2597" y="3811"/>
                    </a:cubicBezTo>
                    <a:lnTo>
                      <a:pt x="2631" y="3834"/>
                    </a:lnTo>
                    <a:cubicBezTo>
                      <a:pt x="2683" y="3861"/>
                      <a:pt x="2683" y="3911"/>
                      <a:pt x="2624" y="3941"/>
                    </a:cubicBezTo>
                    <a:lnTo>
                      <a:pt x="2402" y="4077"/>
                    </a:lnTo>
                    <a:cubicBezTo>
                      <a:pt x="2373" y="4092"/>
                      <a:pt x="2339" y="4099"/>
                      <a:pt x="2305" y="4099"/>
                    </a:cubicBezTo>
                    <a:cubicBezTo>
                      <a:pt x="2271" y="4099"/>
                      <a:pt x="2237" y="4092"/>
                      <a:pt x="2208" y="4077"/>
                    </a:cubicBezTo>
                    <a:lnTo>
                      <a:pt x="2179" y="4056"/>
                    </a:lnTo>
                    <a:cubicBezTo>
                      <a:pt x="2122" y="4027"/>
                      <a:pt x="2129" y="3977"/>
                      <a:pt x="2179" y="3948"/>
                    </a:cubicBezTo>
                    <a:lnTo>
                      <a:pt x="2409" y="3811"/>
                    </a:lnTo>
                    <a:cubicBezTo>
                      <a:pt x="2434" y="3797"/>
                      <a:pt x="2468" y="3789"/>
                      <a:pt x="2502" y="3789"/>
                    </a:cubicBezTo>
                    <a:close/>
                    <a:moveTo>
                      <a:pt x="6200" y="3711"/>
                    </a:moveTo>
                    <a:cubicBezTo>
                      <a:pt x="6233" y="3711"/>
                      <a:pt x="6265" y="3718"/>
                      <a:pt x="6290" y="3732"/>
                    </a:cubicBezTo>
                    <a:lnTo>
                      <a:pt x="6513" y="3861"/>
                    </a:lnTo>
                    <a:cubicBezTo>
                      <a:pt x="6564" y="3891"/>
                      <a:pt x="6564" y="3941"/>
                      <a:pt x="6513" y="3970"/>
                    </a:cubicBezTo>
                    <a:lnTo>
                      <a:pt x="6290" y="4099"/>
                    </a:lnTo>
                    <a:cubicBezTo>
                      <a:pt x="6265" y="4113"/>
                      <a:pt x="6231" y="4120"/>
                      <a:pt x="6197" y="4120"/>
                    </a:cubicBezTo>
                    <a:cubicBezTo>
                      <a:pt x="6163" y="4120"/>
                      <a:pt x="6129" y="4113"/>
                      <a:pt x="6104" y="4099"/>
                    </a:cubicBezTo>
                    <a:lnTo>
                      <a:pt x="5888" y="3970"/>
                    </a:lnTo>
                    <a:cubicBezTo>
                      <a:pt x="5831" y="3941"/>
                      <a:pt x="5831" y="3891"/>
                      <a:pt x="5888" y="3861"/>
                    </a:cubicBezTo>
                    <a:lnTo>
                      <a:pt x="6104" y="3732"/>
                    </a:lnTo>
                    <a:cubicBezTo>
                      <a:pt x="6132" y="3718"/>
                      <a:pt x="6166" y="3711"/>
                      <a:pt x="6200" y="3711"/>
                    </a:cubicBezTo>
                    <a:close/>
                    <a:moveTo>
                      <a:pt x="4134" y="3761"/>
                    </a:moveTo>
                    <a:cubicBezTo>
                      <a:pt x="4168" y="3761"/>
                      <a:pt x="4202" y="3768"/>
                      <a:pt x="4227" y="3782"/>
                    </a:cubicBezTo>
                    <a:lnTo>
                      <a:pt x="4465" y="3920"/>
                    </a:lnTo>
                    <a:cubicBezTo>
                      <a:pt x="4515" y="3954"/>
                      <a:pt x="4515" y="3998"/>
                      <a:pt x="4465" y="4034"/>
                    </a:cubicBezTo>
                    <a:lnTo>
                      <a:pt x="4256" y="4156"/>
                    </a:lnTo>
                    <a:cubicBezTo>
                      <a:pt x="4228" y="4171"/>
                      <a:pt x="4194" y="4178"/>
                      <a:pt x="4160" y="4178"/>
                    </a:cubicBezTo>
                    <a:cubicBezTo>
                      <a:pt x="4127" y="4178"/>
                      <a:pt x="4095" y="4171"/>
                      <a:pt x="4070" y="4156"/>
                    </a:cubicBezTo>
                    <a:lnTo>
                      <a:pt x="3825" y="4013"/>
                    </a:lnTo>
                    <a:cubicBezTo>
                      <a:pt x="3775" y="3984"/>
                      <a:pt x="3775" y="3934"/>
                      <a:pt x="3832" y="3904"/>
                    </a:cubicBezTo>
                    <a:lnTo>
                      <a:pt x="4041" y="3782"/>
                    </a:lnTo>
                    <a:cubicBezTo>
                      <a:pt x="4066" y="3768"/>
                      <a:pt x="4100" y="3761"/>
                      <a:pt x="4134" y="3761"/>
                    </a:cubicBezTo>
                    <a:close/>
                    <a:moveTo>
                      <a:pt x="4982" y="3862"/>
                    </a:moveTo>
                    <a:cubicBezTo>
                      <a:pt x="5017" y="3862"/>
                      <a:pt x="5051" y="3869"/>
                      <a:pt x="5076" y="3884"/>
                    </a:cubicBezTo>
                    <a:lnTo>
                      <a:pt x="5284" y="4006"/>
                    </a:lnTo>
                    <a:cubicBezTo>
                      <a:pt x="5334" y="4034"/>
                      <a:pt x="5334" y="4084"/>
                      <a:pt x="5284" y="4113"/>
                    </a:cubicBezTo>
                    <a:lnTo>
                      <a:pt x="5046" y="4249"/>
                    </a:lnTo>
                    <a:cubicBezTo>
                      <a:pt x="5018" y="4264"/>
                      <a:pt x="4984" y="4271"/>
                      <a:pt x="4951" y="4271"/>
                    </a:cubicBezTo>
                    <a:cubicBezTo>
                      <a:pt x="4917" y="4271"/>
                      <a:pt x="4885" y="4264"/>
                      <a:pt x="4860" y="4249"/>
                    </a:cubicBezTo>
                    <a:lnTo>
                      <a:pt x="4644" y="4127"/>
                    </a:lnTo>
                    <a:cubicBezTo>
                      <a:pt x="4594" y="4099"/>
                      <a:pt x="4594" y="4049"/>
                      <a:pt x="4644" y="4020"/>
                    </a:cubicBezTo>
                    <a:lnTo>
                      <a:pt x="4889" y="3884"/>
                    </a:lnTo>
                    <a:cubicBezTo>
                      <a:pt x="4914" y="3869"/>
                      <a:pt x="4948" y="3862"/>
                      <a:pt x="4982" y="3862"/>
                    </a:cubicBezTo>
                    <a:close/>
                    <a:moveTo>
                      <a:pt x="2809" y="3970"/>
                    </a:moveTo>
                    <a:cubicBezTo>
                      <a:pt x="2842" y="3970"/>
                      <a:pt x="2876" y="3977"/>
                      <a:pt x="2905" y="3991"/>
                    </a:cubicBezTo>
                    <a:lnTo>
                      <a:pt x="3114" y="4113"/>
                    </a:lnTo>
                    <a:cubicBezTo>
                      <a:pt x="3164" y="4142"/>
                      <a:pt x="3164" y="4193"/>
                      <a:pt x="3114" y="4222"/>
                    </a:cubicBezTo>
                    <a:lnTo>
                      <a:pt x="2883" y="4358"/>
                    </a:lnTo>
                    <a:cubicBezTo>
                      <a:pt x="2858" y="4372"/>
                      <a:pt x="2824" y="4379"/>
                      <a:pt x="2790" y="4379"/>
                    </a:cubicBezTo>
                    <a:cubicBezTo>
                      <a:pt x="2756" y="4379"/>
                      <a:pt x="2722" y="4372"/>
                      <a:pt x="2697" y="4358"/>
                    </a:cubicBezTo>
                    <a:lnTo>
                      <a:pt x="2481" y="4236"/>
                    </a:lnTo>
                    <a:cubicBezTo>
                      <a:pt x="2431" y="4206"/>
                      <a:pt x="2431" y="4156"/>
                      <a:pt x="2488" y="4127"/>
                    </a:cubicBezTo>
                    <a:lnTo>
                      <a:pt x="2717" y="3991"/>
                    </a:lnTo>
                    <a:cubicBezTo>
                      <a:pt x="2743" y="3977"/>
                      <a:pt x="2776" y="3970"/>
                      <a:pt x="2809" y="3970"/>
                    </a:cubicBezTo>
                    <a:close/>
                    <a:moveTo>
                      <a:pt x="5709" y="3993"/>
                    </a:moveTo>
                    <a:cubicBezTo>
                      <a:pt x="5743" y="3993"/>
                      <a:pt x="5777" y="4002"/>
                      <a:pt x="5802" y="4020"/>
                    </a:cubicBezTo>
                    <a:lnTo>
                      <a:pt x="6024" y="4142"/>
                    </a:lnTo>
                    <a:cubicBezTo>
                      <a:pt x="6074" y="4170"/>
                      <a:pt x="6074" y="4222"/>
                      <a:pt x="6024" y="4249"/>
                    </a:cubicBezTo>
                    <a:lnTo>
                      <a:pt x="5838" y="4358"/>
                    </a:lnTo>
                    <a:cubicBezTo>
                      <a:pt x="5813" y="4372"/>
                      <a:pt x="5779" y="4379"/>
                      <a:pt x="5745" y="4379"/>
                    </a:cubicBezTo>
                    <a:cubicBezTo>
                      <a:pt x="5710" y="4379"/>
                      <a:pt x="5676" y="4372"/>
                      <a:pt x="5650" y="4358"/>
                    </a:cubicBezTo>
                    <a:lnTo>
                      <a:pt x="5428" y="4236"/>
                    </a:lnTo>
                    <a:cubicBezTo>
                      <a:pt x="5378" y="4199"/>
                      <a:pt x="5378" y="4156"/>
                      <a:pt x="5428" y="4127"/>
                    </a:cubicBezTo>
                    <a:lnTo>
                      <a:pt x="5616" y="4020"/>
                    </a:lnTo>
                    <a:cubicBezTo>
                      <a:pt x="5641" y="4002"/>
                      <a:pt x="5675" y="3993"/>
                      <a:pt x="5709" y="3993"/>
                    </a:cubicBezTo>
                    <a:close/>
                    <a:moveTo>
                      <a:pt x="2000" y="4077"/>
                    </a:moveTo>
                    <a:cubicBezTo>
                      <a:pt x="2034" y="4077"/>
                      <a:pt x="2068" y="4085"/>
                      <a:pt x="2093" y="4099"/>
                    </a:cubicBezTo>
                    <a:lnTo>
                      <a:pt x="2129" y="4120"/>
                    </a:lnTo>
                    <a:cubicBezTo>
                      <a:pt x="2179" y="4149"/>
                      <a:pt x="2179" y="4199"/>
                      <a:pt x="2129" y="4229"/>
                    </a:cubicBezTo>
                    <a:lnTo>
                      <a:pt x="1891" y="4372"/>
                    </a:lnTo>
                    <a:cubicBezTo>
                      <a:pt x="1863" y="4387"/>
                      <a:pt x="1829" y="4394"/>
                      <a:pt x="1795" y="4394"/>
                    </a:cubicBezTo>
                    <a:cubicBezTo>
                      <a:pt x="1762" y="4394"/>
                      <a:pt x="1730" y="4387"/>
                      <a:pt x="1705" y="4372"/>
                    </a:cubicBezTo>
                    <a:lnTo>
                      <a:pt x="1669" y="4351"/>
                    </a:lnTo>
                    <a:cubicBezTo>
                      <a:pt x="1618" y="4322"/>
                      <a:pt x="1618" y="4272"/>
                      <a:pt x="1669" y="4243"/>
                    </a:cubicBezTo>
                    <a:lnTo>
                      <a:pt x="1907" y="4099"/>
                    </a:lnTo>
                    <a:cubicBezTo>
                      <a:pt x="1932" y="4085"/>
                      <a:pt x="1966" y="4077"/>
                      <a:pt x="2000" y="4077"/>
                    </a:cubicBezTo>
                    <a:close/>
                    <a:moveTo>
                      <a:pt x="3652" y="4041"/>
                    </a:moveTo>
                    <a:cubicBezTo>
                      <a:pt x="3686" y="4041"/>
                      <a:pt x="3721" y="4048"/>
                      <a:pt x="3746" y="4063"/>
                    </a:cubicBezTo>
                    <a:lnTo>
                      <a:pt x="3984" y="4199"/>
                    </a:lnTo>
                    <a:cubicBezTo>
                      <a:pt x="4034" y="4229"/>
                      <a:pt x="4034" y="4279"/>
                      <a:pt x="3984" y="4308"/>
                    </a:cubicBezTo>
                    <a:lnTo>
                      <a:pt x="3761" y="4437"/>
                    </a:lnTo>
                    <a:cubicBezTo>
                      <a:pt x="3735" y="4451"/>
                      <a:pt x="3701" y="4458"/>
                      <a:pt x="3666" y="4458"/>
                    </a:cubicBezTo>
                    <a:cubicBezTo>
                      <a:pt x="3632" y="4458"/>
                      <a:pt x="3598" y="4451"/>
                      <a:pt x="3573" y="4437"/>
                    </a:cubicBezTo>
                    <a:lnTo>
                      <a:pt x="3337" y="4299"/>
                    </a:lnTo>
                    <a:cubicBezTo>
                      <a:pt x="3287" y="4272"/>
                      <a:pt x="3287" y="4222"/>
                      <a:pt x="3337" y="4193"/>
                    </a:cubicBezTo>
                    <a:lnTo>
                      <a:pt x="3559" y="4063"/>
                    </a:lnTo>
                    <a:cubicBezTo>
                      <a:pt x="3584" y="4048"/>
                      <a:pt x="3618" y="4041"/>
                      <a:pt x="3652" y="4041"/>
                    </a:cubicBezTo>
                    <a:close/>
                    <a:moveTo>
                      <a:pt x="4472" y="4157"/>
                    </a:moveTo>
                    <a:cubicBezTo>
                      <a:pt x="4506" y="4157"/>
                      <a:pt x="4540" y="4164"/>
                      <a:pt x="4565" y="4179"/>
                    </a:cubicBezTo>
                    <a:lnTo>
                      <a:pt x="4774" y="4299"/>
                    </a:lnTo>
                    <a:cubicBezTo>
                      <a:pt x="4824" y="4329"/>
                      <a:pt x="4824" y="4379"/>
                      <a:pt x="4774" y="4408"/>
                    </a:cubicBezTo>
                    <a:lnTo>
                      <a:pt x="4558" y="4531"/>
                    </a:lnTo>
                    <a:cubicBezTo>
                      <a:pt x="4533" y="4544"/>
                      <a:pt x="4501" y="4551"/>
                      <a:pt x="4468" y="4551"/>
                    </a:cubicBezTo>
                    <a:cubicBezTo>
                      <a:pt x="4434" y="4551"/>
                      <a:pt x="4400" y="4544"/>
                      <a:pt x="4372" y="4531"/>
                    </a:cubicBezTo>
                    <a:lnTo>
                      <a:pt x="4163" y="4408"/>
                    </a:lnTo>
                    <a:cubicBezTo>
                      <a:pt x="4113" y="4379"/>
                      <a:pt x="4113" y="4329"/>
                      <a:pt x="4163" y="4299"/>
                    </a:cubicBezTo>
                    <a:lnTo>
                      <a:pt x="4379" y="4179"/>
                    </a:lnTo>
                    <a:cubicBezTo>
                      <a:pt x="4404" y="4164"/>
                      <a:pt x="4438" y="4157"/>
                      <a:pt x="4472" y="4157"/>
                    </a:cubicBezTo>
                    <a:close/>
                    <a:moveTo>
                      <a:pt x="1489" y="4372"/>
                    </a:moveTo>
                    <a:cubicBezTo>
                      <a:pt x="1523" y="4372"/>
                      <a:pt x="1557" y="4380"/>
                      <a:pt x="1582" y="4394"/>
                    </a:cubicBezTo>
                    <a:lnTo>
                      <a:pt x="1618" y="4415"/>
                    </a:lnTo>
                    <a:cubicBezTo>
                      <a:pt x="1669" y="4444"/>
                      <a:pt x="1669" y="4494"/>
                      <a:pt x="1618" y="4524"/>
                    </a:cubicBezTo>
                    <a:lnTo>
                      <a:pt x="1410" y="4644"/>
                    </a:lnTo>
                    <a:cubicBezTo>
                      <a:pt x="1381" y="4659"/>
                      <a:pt x="1347" y="4666"/>
                      <a:pt x="1313" y="4666"/>
                    </a:cubicBezTo>
                    <a:cubicBezTo>
                      <a:pt x="1279" y="4666"/>
                      <a:pt x="1245" y="4659"/>
                      <a:pt x="1217" y="4644"/>
                    </a:cubicBezTo>
                    <a:lnTo>
                      <a:pt x="1187" y="4624"/>
                    </a:lnTo>
                    <a:cubicBezTo>
                      <a:pt x="1130" y="4594"/>
                      <a:pt x="1130" y="4551"/>
                      <a:pt x="1187" y="4515"/>
                    </a:cubicBezTo>
                    <a:lnTo>
                      <a:pt x="1396" y="4394"/>
                    </a:lnTo>
                    <a:cubicBezTo>
                      <a:pt x="1421" y="4380"/>
                      <a:pt x="1455" y="4372"/>
                      <a:pt x="1489" y="4372"/>
                    </a:cubicBezTo>
                    <a:close/>
                    <a:moveTo>
                      <a:pt x="5252" y="4257"/>
                    </a:moveTo>
                    <a:cubicBezTo>
                      <a:pt x="5286" y="4257"/>
                      <a:pt x="5320" y="4264"/>
                      <a:pt x="5348" y="4279"/>
                    </a:cubicBezTo>
                    <a:lnTo>
                      <a:pt x="5564" y="4408"/>
                    </a:lnTo>
                    <a:cubicBezTo>
                      <a:pt x="5616" y="4437"/>
                      <a:pt x="5616" y="4488"/>
                      <a:pt x="5564" y="4515"/>
                    </a:cubicBezTo>
                    <a:lnTo>
                      <a:pt x="5327" y="4653"/>
                    </a:lnTo>
                    <a:cubicBezTo>
                      <a:pt x="5302" y="4667"/>
                      <a:pt x="5268" y="4674"/>
                      <a:pt x="5234" y="4674"/>
                    </a:cubicBezTo>
                    <a:cubicBezTo>
                      <a:pt x="5200" y="4674"/>
                      <a:pt x="5166" y="4667"/>
                      <a:pt x="5141" y="4653"/>
                    </a:cubicBezTo>
                    <a:lnTo>
                      <a:pt x="4917" y="4531"/>
                    </a:lnTo>
                    <a:cubicBezTo>
                      <a:pt x="4867" y="4494"/>
                      <a:pt x="4867" y="4451"/>
                      <a:pt x="4917" y="4415"/>
                    </a:cubicBezTo>
                    <a:lnTo>
                      <a:pt x="5162" y="4279"/>
                    </a:lnTo>
                    <a:cubicBezTo>
                      <a:pt x="5187" y="4264"/>
                      <a:pt x="5219" y="4257"/>
                      <a:pt x="5252" y="4257"/>
                    </a:cubicBezTo>
                    <a:close/>
                    <a:moveTo>
                      <a:pt x="3162" y="4322"/>
                    </a:moveTo>
                    <a:cubicBezTo>
                      <a:pt x="3195" y="4322"/>
                      <a:pt x="3229" y="4329"/>
                      <a:pt x="3257" y="4343"/>
                    </a:cubicBezTo>
                    <a:lnTo>
                      <a:pt x="3494" y="4488"/>
                    </a:lnTo>
                    <a:cubicBezTo>
                      <a:pt x="3545" y="4515"/>
                      <a:pt x="3545" y="4567"/>
                      <a:pt x="3494" y="4594"/>
                    </a:cubicBezTo>
                    <a:lnTo>
                      <a:pt x="3264" y="4724"/>
                    </a:lnTo>
                    <a:cubicBezTo>
                      <a:pt x="3236" y="4739"/>
                      <a:pt x="3202" y="4746"/>
                      <a:pt x="3169" y="4746"/>
                    </a:cubicBezTo>
                    <a:cubicBezTo>
                      <a:pt x="3135" y="4746"/>
                      <a:pt x="3103" y="4739"/>
                      <a:pt x="3078" y="4724"/>
                    </a:cubicBezTo>
                    <a:lnTo>
                      <a:pt x="2833" y="4588"/>
                    </a:lnTo>
                    <a:cubicBezTo>
                      <a:pt x="2783" y="4558"/>
                      <a:pt x="2783" y="4508"/>
                      <a:pt x="2840" y="4481"/>
                    </a:cubicBezTo>
                    <a:lnTo>
                      <a:pt x="3071" y="4343"/>
                    </a:lnTo>
                    <a:cubicBezTo>
                      <a:pt x="3096" y="4329"/>
                      <a:pt x="3128" y="4322"/>
                      <a:pt x="3162" y="4322"/>
                    </a:cubicBezTo>
                    <a:close/>
                    <a:moveTo>
                      <a:pt x="3991" y="4431"/>
                    </a:moveTo>
                    <a:cubicBezTo>
                      <a:pt x="4025" y="4431"/>
                      <a:pt x="4059" y="4440"/>
                      <a:pt x="4084" y="4458"/>
                    </a:cubicBezTo>
                    <a:lnTo>
                      <a:pt x="4292" y="4581"/>
                    </a:lnTo>
                    <a:cubicBezTo>
                      <a:pt x="4342" y="4610"/>
                      <a:pt x="4342" y="4660"/>
                      <a:pt x="4292" y="4688"/>
                    </a:cubicBezTo>
                    <a:lnTo>
                      <a:pt x="4070" y="4810"/>
                    </a:lnTo>
                    <a:cubicBezTo>
                      <a:pt x="4045" y="4828"/>
                      <a:pt x="4011" y="4837"/>
                      <a:pt x="3977" y="4837"/>
                    </a:cubicBezTo>
                    <a:cubicBezTo>
                      <a:pt x="3942" y="4837"/>
                      <a:pt x="3908" y="4828"/>
                      <a:pt x="3882" y="4810"/>
                    </a:cubicBezTo>
                    <a:lnTo>
                      <a:pt x="3675" y="4688"/>
                    </a:lnTo>
                    <a:cubicBezTo>
                      <a:pt x="3623" y="4660"/>
                      <a:pt x="3623" y="4610"/>
                      <a:pt x="3675" y="4581"/>
                    </a:cubicBezTo>
                    <a:lnTo>
                      <a:pt x="3897" y="4458"/>
                    </a:lnTo>
                    <a:cubicBezTo>
                      <a:pt x="3922" y="4440"/>
                      <a:pt x="3956" y="4431"/>
                      <a:pt x="3991" y="4431"/>
                    </a:cubicBezTo>
                    <a:close/>
                    <a:moveTo>
                      <a:pt x="2309" y="4257"/>
                    </a:moveTo>
                    <a:cubicBezTo>
                      <a:pt x="2343" y="4257"/>
                      <a:pt x="2377" y="4264"/>
                      <a:pt x="2402" y="4279"/>
                    </a:cubicBezTo>
                    <a:lnTo>
                      <a:pt x="2617" y="4401"/>
                    </a:lnTo>
                    <a:cubicBezTo>
                      <a:pt x="2667" y="4437"/>
                      <a:pt x="2667" y="4481"/>
                      <a:pt x="2610" y="4515"/>
                    </a:cubicBezTo>
                    <a:lnTo>
                      <a:pt x="1891" y="4933"/>
                    </a:lnTo>
                    <a:cubicBezTo>
                      <a:pt x="1866" y="4947"/>
                      <a:pt x="1832" y="4955"/>
                      <a:pt x="1798" y="4955"/>
                    </a:cubicBezTo>
                    <a:cubicBezTo>
                      <a:pt x="1764" y="4955"/>
                      <a:pt x="1730" y="4947"/>
                      <a:pt x="1705" y="4933"/>
                    </a:cubicBezTo>
                    <a:lnTo>
                      <a:pt x="1489" y="4803"/>
                    </a:lnTo>
                    <a:cubicBezTo>
                      <a:pt x="1439" y="4774"/>
                      <a:pt x="1439" y="4724"/>
                      <a:pt x="1496" y="4696"/>
                    </a:cubicBezTo>
                    <a:lnTo>
                      <a:pt x="2215" y="4279"/>
                    </a:lnTo>
                    <a:cubicBezTo>
                      <a:pt x="2240" y="4264"/>
                      <a:pt x="2274" y="4257"/>
                      <a:pt x="2309" y="4257"/>
                    </a:cubicBezTo>
                    <a:close/>
                    <a:moveTo>
                      <a:pt x="4745" y="4552"/>
                    </a:moveTo>
                    <a:cubicBezTo>
                      <a:pt x="4779" y="4552"/>
                      <a:pt x="4813" y="4559"/>
                      <a:pt x="4839" y="4574"/>
                    </a:cubicBezTo>
                    <a:lnTo>
                      <a:pt x="5055" y="4703"/>
                    </a:lnTo>
                    <a:cubicBezTo>
                      <a:pt x="5105" y="4731"/>
                      <a:pt x="5105" y="4783"/>
                      <a:pt x="5055" y="4810"/>
                    </a:cubicBezTo>
                    <a:lnTo>
                      <a:pt x="4846" y="4933"/>
                    </a:lnTo>
                    <a:cubicBezTo>
                      <a:pt x="4821" y="4947"/>
                      <a:pt x="4787" y="4955"/>
                      <a:pt x="4753" y="4955"/>
                    </a:cubicBezTo>
                    <a:cubicBezTo>
                      <a:pt x="4719" y="4955"/>
                      <a:pt x="4684" y="4947"/>
                      <a:pt x="4658" y="4933"/>
                    </a:cubicBezTo>
                    <a:lnTo>
                      <a:pt x="4436" y="4803"/>
                    </a:lnTo>
                    <a:cubicBezTo>
                      <a:pt x="4386" y="4774"/>
                      <a:pt x="4386" y="4724"/>
                      <a:pt x="4436" y="4696"/>
                    </a:cubicBezTo>
                    <a:lnTo>
                      <a:pt x="4651" y="4574"/>
                    </a:lnTo>
                    <a:cubicBezTo>
                      <a:pt x="4676" y="4559"/>
                      <a:pt x="4710" y="4552"/>
                      <a:pt x="4745" y="4552"/>
                    </a:cubicBezTo>
                    <a:close/>
                    <a:moveTo>
                      <a:pt x="8101" y="3179"/>
                    </a:moveTo>
                    <a:cubicBezTo>
                      <a:pt x="8136" y="3179"/>
                      <a:pt x="8170" y="3186"/>
                      <a:pt x="8195" y="3201"/>
                    </a:cubicBezTo>
                    <a:lnTo>
                      <a:pt x="8410" y="3330"/>
                    </a:lnTo>
                    <a:cubicBezTo>
                      <a:pt x="8462" y="3359"/>
                      <a:pt x="8462" y="3409"/>
                      <a:pt x="8410" y="3437"/>
                    </a:cubicBezTo>
                    <a:lnTo>
                      <a:pt x="5816" y="4939"/>
                    </a:lnTo>
                    <a:cubicBezTo>
                      <a:pt x="5787" y="4954"/>
                      <a:pt x="5753" y="4961"/>
                      <a:pt x="5720" y="4961"/>
                    </a:cubicBezTo>
                    <a:cubicBezTo>
                      <a:pt x="5687" y="4961"/>
                      <a:pt x="5654" y="4954"/>
                      <a:pt x="5629" y="4939"/>
                    </a:cubicBezTo>
                    <a:lnTo>
                      <a:pt x="5407" y="4810"/>
                    </a:lnTo>
                    <a:cubicBezTo>
                      <a:pt x="5357" y="4783"/>
                      <a:pt x="5357" y="4731"/>
                      <a:pt x="5407" y="4703"/>
                    </a:cubicBezTo>
                    <a:lnTo>
                      <a:pt x="8008" y="3201"/>
                    </a:lnTo>
                    <a:cubicBezTo>
                      <a:pt x="8033" y="3186"/>
                      <a:pt x="8067" y="3179"/>
                      <a:pt x="8101" y="3179"/>
                    </a:cubicBezTo>
                    <a:close/>
                    <a:moveTo>
                      <a:pt x="1008" y="4652"/>
                    </a:moveTo>
                    <a:cubicBezTo>
                      <a:pt x="1042" y="4652"/>
                      <a:pt x="1076" y="4659"/>
                      <a:pt x="1101" y="4674"/>
                    </a:cubicBezTo>
                    <a:lnTo>
                      <a:pt x="1137" y="4696"/>
                    </a:lnTo>
                    <a:cubicBezTo>
                      <a:pt x="1187" y="4724"/>
                      <a:pt x="1187" y="4774"/>
                      <a:pt x="1137" y="4803"/>
                    </a:cubicBezTo>
                    <a:lnTo>
                      <a:pt x="872" y="4955"/>
                    </a:lnTo>
                    <a:cubicBezTo>
                      <a:pt x="846" y="4969"/>
                      <a:pt x="811" y="4976"/>
                      <a:pt x="777" y="4976"/>
                    </a:cubicBezTo>
                    <a:cubicBezTo>
                      <a:pt x="743" y="4976"/>
                      <a:pt x="708" y="4969"/>
                      <a:pt x="683" y="4955"/>
                    </a:cubicBezTo>
                    <a:lnTo>
                      <a:pt x="647" y="4933"/>
                    </a:lnTo>
                    <a:cubicBezTo>
                      <a:pt x="597" y="4903"/>
                      <a:pt x="597" y="4853"/>
                      <a:pt x="647" y="4826"/>
                    </a:cubicBezTo>
                    <a:lnTo>
                      <a:pt x="915" y="4674"/>
                    </a:lnTo>
                    <a:cubicBezTo>
                      <a:pt x="940" y="4659"/>
                      <a:pt x="974" y="4652"/>
                      <a:pt x="1008" y="4652"/>
                    </a:cubicBezTo>
                    <a:close/>
                    <a:moveTo>
                      <a:pt x="5234" y="4839"/>
                    </a:moveTo>
                    <a:cubicBezTo>
                      <a:pt x="5268" y="4839"/>
                      <a:pt x="5302" y="4846"/>
                      <a:pt x="5327" y="4860"/>
                    </a:cubicBezTo>
                    <a:lnTo>
                      <a:pt x="5543" y="4983"/>
                    </a:lnTo>
                    <a:cubicBezTo>
                      <a:pt x="5593" y="5012"/>
                      <a:pt x="5593" y="5062"/>
                      <a:pt x="5543" y="5091"/>
                    </a:cubicBezTo>
                    <a:lnTo>
                      <a:pt x="5327" y="5214"/>
                    </a:lnTo>
                    <a:cubicBezTo>
                      <a:pt x="5302" y="5231"/>
                      <a:pt x="5270" y="5240"/>
                      <a:pt x="5237" y="5240"/>
                    </a:cubicBezTo>
                    <a:cubicBezTo>
                      <a:pt x="5204" y="5240"/>
                      <a:pt x="5170" y="5231"/>
                      <a:pt x="5141" y="5214"/>
                    </a:cubicBezTo>
                    <a:lnTo>
                      <a:pt x="4926" y="5091"/>
                    </a:lnTo>
                    <a:cubicBezTo>
                      <a:pt x="4874" y="5062"/>
                      <a:pt x="4874" y="5012"/>
                      <a:pt x="4926" y="4983"/>
                    </a:cubicBezTo>
                    <a:lnTo>
                      <a:pt x="5141" y="4860"/>
                    </a:lnTo>
                    <a:cubicBezTo>
                      <a:pt x="5166" y="4846"/>
                      <a:pt x="5200" y="4839"/>
                      <a:pt x="5234" y="4839"/>
                    </a:cubicBezTo>
                    <a:close/>
                    <a:moveTo>
                      <a:pt x="2660" y="4610"/>
                    </a:moveTo>
                    <a:cubicBezTo>
                      <a:pt x="2695" y="4610"/>
                      <a:pt x="2729" y="4619"/>
                      <a:pt x="2754" y="4638"/>
                    </a:cubicBezTo>
                    <a:lnTo>
                      <a:pt x="2992" y="4774"/>
                    </a:lnTo>
                    <a:cubicBezTo>
                      <a:pt x="3042" y="4803"/>
                      <a:pt x="3042" y="4853"/>
                      <a:pt x="2992" y="4883"/>
                    </a:cubicBezTo>
                    <a:lnTo>
                      <a:pt x="2402" y="5221"/>
                    </a:lnTo>
                    <a:cubicBezTo>
                      <a:pt x="2373" y="5239"/>
                      <a:pt x="2339" y="5248"/>
                      <a:pt x="2305" y="5248"/>
                    </a:cubicBezTo>
                    <a:cubicBezTo>
                      <a:pt x="2271" y="5248"/>
                      <a:pt x="2237" y="5239"/>
                      <a:pt x="2208" y="5221"/>
                    </a:cubicBezTo>
                    <a:lnTo>
                      <a:pt x="1970" y="5084"/>
                    </a:lnTo>
                    <a:cubicBezTo>
                      <a:pt x="1920" y="5055"/>
                      <a:pt x="1920" y="5005"/>
                      <a:pt x="1970" y="4976"/>
                    </a:cubicBezTo>
                    <a:lnTo>
                      <a:pt x="2567" y="4638"/>
                    </a:lnTo>
                    <a:cubicBezTo>
                      <a:pt x="2592" y="4619"/>
                      <a:pt x="2626" y="4610"/>
                      <a:pt x="2660" y="4610"/>
                    </a:cubicBezTo>
                    <a:close/>
                    <a:moveTo>
                      <a:pt x="1317" y="4833"/>
                    </a:moveTo>
                    <a:cubicBezTo>
                      <a:pt x="1351" y="4833"/>
                      <a:pt x="1385" y="4839"/>
                      <a:pt x="1410" y="4853"/>
                    </a:cubicBezTo>
                    <a:lnTo>
                      <a:pt x="1618" y="4976"/>
                    </a:lnTo>
                    <a:cubicBezTo>
                      <a:pt x="1675" y="5005"/>
                      <a:pt x="1675" y="5055"/>
                      <a:pt x="1618" y="5084"/>
                    </a:cubicBezTo>
                    <a:lnTo>
                      <a:pt x="1360" y="5234"/>
                    </a:lnTo>
                    <a:cubicBezTo>
                      <a:pt x="1335" y="5253"/>
                      <a:pt x="1301" y="5262"/>
                      <a:pt x="1267" y="5262"/>
                    </a:cubicBezTo>
                    <a:cubicBezTo>
                      <a:pt x="1232" y="5262"/>
                      <a:pt x="1198" y="5253"/>
                      <a:pt x="1173" y="5234"/>
                    </a:cubicBezTo>
                    <a:lnTo>
                      <a:pt x="958" y="5112"/>
                    </a:lnTo>
                    <a:cubicBezTo>
                      <a:pt x="906" y="5084"/>
                      <a:pt x="906" y="5033"/>
                      <a:pt x="958" y="5005"/>
                    </a:cubicBezTo>
                    <a:lnTo>
                      <a:pt x="1223" y="4853"/>
                    </a:lnTo>
                    <a:cubicBezTo>
                      <a:pt x="1248" y="4839"/>
                      <a:pt x="1283" y="4833"/>
                      <a:pt x="1317" y="4833"/>
                    </a:cubicBezTo>
                    <a:close/>
                    <a:moveTo>
                      <a:pt x="4749" y="5112"/>
                    </a:moveTo>
                    <a:cubicBezTo>
                      <a:pt x="4783" y="5112"/>
                      <a:pt x="4817" y="5120"/>
                      <a:pt x="4846" y="5134"/>
                    </a:cubicBezTo>
                    <a:lnTo>
                      <a:pt x="5062" y="5264"/>
                    </a:lnTo>
                    <a:cubicBezTo>
                      <a:pt x="5112" y="5291"/>
                      <a:pt x="5112" y="5343"/>
                      <a:pt x="5062" y="5371"/>
                    </a:cubicBezTo>
                    <a:lnTo>
                      <a:pt x="4867" y="5479"/>
                    </a:lnTo>
                    <a:cubicBezTo>
                      <a:pt x="4842" y="5498"/>
                      <a:pt x="4810" y="5507"/>
                      <a:pt x="4776" y="5507"/>
                    </a:cubicBezTo>
                    <a:cubicBezTo>
                      <a:pt x="4743" y="5507"/>
                      <a:pt x="4709" y="5498"/>
                      <a:pt x="4681" y="5479"/>
                    </a:cubicBezTo>
                    <a:lnTo>
                      <a:pt x="4465" y="5357"/>
                    </a:lnTo>
                    <a:cubicBezTo>
                      <a:pt x="4415" y="5328"/>
                      <a:pt x="4415" y="5278"/>
                      <a:pt x="4465" y="5248"/>
                    </a:cubicBezTo>
                    <a:lnTo>
                      <a:pt x="4651" y="5134"/>
                    </a:lnTo>
                    <a:cubicBezTo>
                      <a:pt x="4681" y="5120"/>
                      <a:pt x="4715" y="5112"/>
                      <a:pt x="4749" y="5112"/>
                    </a:cubicBezTo>
                    <a:close/>
                    <a:moveTo>
                      <a:pt x="4261" y="4833"/>
                    </a:moveTo>
                    <a:cubicBezTo>
                      <a:pt x="4294" y="4833"/>
                      <a:pt x="4328" y="4839"/>
                      <a:pt x="4356" y="4853"/>
                    </a:cubicBezTo>
                    <a:lnTo>
                      <a:pt x="4572" y="4983"/>
                    </a:lnTo>
                    <a:cubicBezTo>
                      <a:pt x="4624" y="5012"/>
                      <a:pt x="4624" y="5062"/>
                      <a:pt x="4572" y="5091"/>
                    </a:cubicBezTo>
                    <a:lnTo>
                      <a:pt x="3868" y="5493"/>
                    </a:lnTo>
                    <a:cubicBezTo>
                      <a:pt x="3843" y="5508"/>
                      <a:pt x="3811" y="5515"/>
                      <a:pt x="3777" y="5515"/>
                    </a:cubicBezTo>
                    <a:cubicBezTo>
                      <a:pt x="3744" y="5515"/>
                      <a:pt x="3710" y="5508"/>
                      <a:pt x="3682" y="5493"/>
                    </a:cubicBezTo>
                    <a:lnTo>
                      <a:pt x="3466" y="5364"/>
                    </a:lnTo>
                    <a:cubicBezTo>
                      <a:pt x="3416" y="5335"/>
                      <a:pt x="3416" y="5285"/>
                      <a:pt x="3466" y="5257"/>
                    </a:cubicBezTo>
                    <a:lnTo>
                      <a:pt x="4170" y="4853"/>
                    </a:lnTo>
                    <a:cubicBezTo>
                      <a:pt x="4195" y="4839"/>
                      <a:pt x="4227" y="4833"/>
                      <a:pt x="4261" y="4833"/>
                    </a:cubicBezTo>
                    <a:close/>
                    <a:moveTo>
                      <a:pt x="3494" y="4717"/>
                    </a:moveTo>
                    <a:cubicBezTo>
                      <a:pt x="3528" y="4717"/>
                      <a:pt x="3563" y="4725"/>
                      <a:pt x="3589" y="4739"/>
                    </a:cubicBezTo>
                    <a:lnTo>
                      <a:pt x="3804" y="4860"/>
                    </a:lnTo>
                    <a:cubicBezTo>
                      <a:pt x="3854" y="4889"/>
                      <a:pt x="3854" y="4939"/>
                      <a:pt x="3796" y="4969"/>
                    </a:cubicBezTo>
                    <a:lnTo>
                      <a:pt x="2876" y="5500"/>
                    </a:lnTo>
                    <a:cubicBezTo>
                      <a:pt x="2851" y="5515"/>
                      <a:pt x="2817" y="5522"/>
                      <a:pt x="2783" y="5522"/>
                    </a:cubicBezTo>
                    <a:cubicBezTo>
                      <a:pt x="2749" y="5522"/>
                      <a:pt x="2715" y="5515"/>
                      <a:pt x="2690" y="5500"/>
                    </a:cubicBezTo>
                    <a:lnTo>
                      <a:pt x="2481" y="5378"/>
                    </a:lnTo>
                    <a:cubicBezTo>
                      <a:pt x="2431" y="5350"/>
                      <a:pt x="2431" y="5300"/>
                      <a:pt x="2481" y="5271"/>
                    </a:cubicBezTo>
                    <a:lnTo>
                      <a:pt x="3401" y="4739"/>
                    </a:lnTo>
                    <a:cubicBezTo>
                      <a:pt x="3426" y="4725"/>
                      <a:pt x="3460" y="4717"/>
                      <a:pt x="3494" y="4717"/>
                    </a:cubicBezTo>
                    <a:close/>
                    <a:moveTo>
                      <a:pt x="1798" y="5112"/>
                    </a:moveTo>
                    <a:cubicBezTo>
                      <a:pt x="1832" y="5112"/>
                      <a:pt x="1866" y="5120"/>
                      <a:pt x="1891" y="5134"/>
                    </a:cubicBezTo>
                    <a:lnTo>
                      <a:pt x="2129" y="5271"/>
                    </a:lnTo>
                    <a:cubicBezTo>
                      <a:pt x="2179" y="5300"/>
                      <a:pt x="2179" y="5350"/>
                      <a:pt x="2129" y="5378"/>
                    </a:cubicBezTo>
                    <a:lnTo>
                      <a:pt x="1863" y="5529"/>
                    </a:lnTo>
                    <a:cubicBezTo>
                      <a:pt x="1838" y="5548"/>
                      <a:pt x="1803" y="5557"/>
                      <a:pt x="1769" y="5557"/>
                    </a:cubicBezTo>
                    <a:cubicBezTo>
                      <a:pt x="1735" y="5557"/>
                      <a:pt x="1700" y="5548"/>
                      <a:pt x="1675" y="5529"/>
                    </a:cubicBezTo>
                    <a:lnTo>
                      <a:pt x="1439" y="5393"/>
                    </a:lnTo>
                    <a:cubicBezTo>
                      <a:pt x="1389" y="5364"/>
                      <a:pt x="1389" y="5314"/>
                      <a:pt x="1439" y="5285"/>
                    </a:cubicBezTo>
                    <a:lnTo>
                      <a:pt x="1705" y="5134"/>
                    </a:lnTo>
                    <a:cubicBezTo>
                      <a:pt x="1730" y="5120"/>
                      <a:pt x="1764" y="5112"/>
                      <a:pt x="1798" y="5112"/>
                    </a:cubicBezTo>
                    <a:close/>
                    <a:moveTo>
                      <a:pt x="4288" y="5378"/>
                    </a:moveTo>
                    <a:cubicBezTo>
                      <a:pt x="4321" y="5378"/>
                      <a:pt x="4354" y="5385"/>
                      <a:pt x="4379" y="5400"/>
                    </a:cubicBezTo>
                    <a:lnTo>
                      <a:pt x="4601" y="5529"/>
                    </a:lnTo>
                    <a:cubicBezTo>
                      <a:pt x="4651" y="5559"/>
                      <a:pt x="4651" y="5609"/>
                      <a:pt x="4601" y="5636"/>
                    </a:cubicBezTo>
                    <a:lnTo>
                      <a:pt x="4356" y="5781"/>
                    </a:lnTo>
                    <a:cubicBezTo>
                      <a:pt x="4333" y="5794"/>
                      <a:pt x="4301" y="5801"/>
                      <a:pt x="4269" y="5801"/>
                    </a:cubicBezTo>
                    <a:cubicBezTo>
                      <a:pt x="4233" y="5801"/>
                      <a:pt x="4196" y="5793"/>
                      <a:pt x="4170" y="5774"/>
                    </a:cubicBezTo>
                    <a:lnTo>
                      <a:pt x="3954" y="5652"/>
                    </a:lnTo>
                    <a:cubicBezTo>
                      <a:pt x="3904" y="5623"/>
                      <a:pt x="3904" y="5573"/>
                      <a:pt x="3954" y="5543"/>
                    </a:cubicBezTo>
                    <a:lnTo>
                      <a:pt x="4192" y="5400"/>
                    </a:lnTo>
                    <a:cubicBezTo>
                      <a:pt x="4221" y="5385"/>
                      <a:pt x="4255" y="5378"/>
                      <a:pt x="4288" y="5378"/>
                    </a:cubicBezTo>
                    <a:close/>
                    <a:moveTo>
                      <a:pt x="3289" y="5393"/>
                    </a:moveTo>
                    <a:cubicBezTo>
                      <a:pt x="3322" y="5393"/>
                      <a:pt x="3355" y="5400"/>
                      <a:pt x="3380" y="5414"/>
                    </a:cubicBezTo>
                    <a:lnTo>
                      <a:pt x="3602" y="5543"/>
                    </a:lnTo>
                    <a:cubicBezTo>
                      <a:pt x="3652" y="5573"/>
                      <a:pt x="3652" y="5623"/>
                      <a:pt x="3602" y="5652"/>
                    </a:cubicBezTo>
                    <a:lnTo>
                      <a:pt x="3364" y="5788"/>
                    </a:lnTo>
                    <a:cubicBezTo>
                      <a:pt x="3339" y="5803"/>
                      <a:pt x="3305" y="5810"/>
                      <a:pt x="3271" y="5810"/>
                    </a:cubicBezTo>
                    <a:cubicBezTo>
                      <a:pt x="3237" y="5810"/>
                      <a:pt x="3203" y="5803"/>
                      <a:pt x="3178" y="5788"/>
                    </a:cubicBezTo>
                    <a:lnTo>
                      <a:pt x="2955" y="5659"/>
                    </a:lnTo>
                    <a:cubicBezTo>
                      <a:pt x="2905" y="5630"/>
                      <a:pt x="2905" y="5580"/>
                      <a:pt x="2962" y="5550"/>
                    </a:cubicBezTo>
                    <a:lnTo>
                      <a:pt x="3192" y="5414"/>
                    </a:lnTo>
                    <a:cubicBezTo>
                      <a:pt x="3221" y="5400"/>
                      <a:pt x="3256" y="5393"/>
                      <a:pt x="3289" y="5393"/>
                    </a:cubicBezTo>
                    <a:close/>
                    <a:moveTo>
                      <a:pt x="2302" y="5407"/>
                    </a:moveTo>
                    <a:cubicBezTo>
                      <a:pt x="2336" y="5407"/>
                      <a:pt x="2370" y="5415"/>
                      <a:pt x="2395" y="5429"/>
                    </a:cubicBezTo>
                    <a:lnTo>
                      <a:pt x="2610" y="5550"/>
                    </a:lnTo>
                    <a:cubicBezTo>
                      <a:pt x="2660" y="5580"/>
                      <a:pt x="2660" y="5630"/>
                      <a:pt x="2610" y="5659"/>
                    </a:cubicBezTo>
                    <a:lnTo>
                      <a:pt x="2345" y="5809"/>
                    </a:lnTo>
                    <a:cubicBezTo>
                      <a:pt x="2320" y="5824"/>
                      <a:pt x="2286" y="5831"/>
                      <a:pt x="2251" y="5831"/>
                    </a:cubicBezTo>
                    <a:cubicBezTo>
                      <a:pt x="2217" y="5831"/>
                      <a:pt x="2183" y="5824"/>
                      <a:pt x="2157" y="5809"/>
                    </a:cubicBezTo>
                    <a:lnTo>
                      <a:pt x="1950" y="5688"/>
                    </a:lnTo>
                    <a:cubicBezTo>
                      <a:pt x="1891" y="5659"/>
                      <a:pt x="1898" y="5609"/>
                      <a:pt x="1950" y="5580"/>
                    </a:cubicBezTo>
                    <a:lnTo>
                      <a:pt x="2208" y="5429"/>
                    </a:lnTo>
                    <a:cubicBezTo>
                      <a:pt x="2233" y="5415"/>
                      <a:pt x="2268" y="5407"/>
                      <a:pt x="2302" y="5407"/>
                    </a:cubicBezTo>
                    <a:close/>
                    <a:moveTo>
                      <a:pt x="3780" y="5674"/>
                    </a:moveTo>
                    <a:cubicBezTo>
                      <a:pt x="3813" y="5674"/>
                      <a:pt x="3844" y="5681"/>
                      <a:pt x="3868" y="5695"/>
                    </a:cubicBezTo>
                    <a:lnTo>
                      <a:pt x="4091" y="5824"/>
                    </a:lnTo>
                    <a:cubicBezTo>
                      <a:pt x="4141" y="5852"/>
                      <a:pt x="4141" y="5904"/>
                      <a:pt x="4091" y="5931"/>
                    </a:cubicBezTo>
                    <a:lnTo>
                      <a:pt x="3854" y="6068"/>
                    </a:lnTo>
                    <a:cubicBezTo>
                      <a:pt x="3829" y="6082"/>
                      <a:pt x="3795" y="6090"/>
                      <a:pt x="3761" y="6090"/>
                    </a:cubicBezTo>
                    <a:cubicBezTo>
                      <a:pt x="3727" y="6090"/>
                      <a:pt x="3692" y="6082"/>
                      <a:pt x="3666" y="6068"/>
                    </a:cubicBezTo>
                    <a:lnTo>
                      <a:pt x="3444" y="5938"/>
                    </a:lnTo>
                    <a:cubicBezTo>
                      <a:pt x="3394" y="5911"/>
                      <a:pt x="3394" y="5861"/>
                      <a:pt x="3451" y="5831"/>
                    </a:cubicBezTo>
                    <a:lnTo>
                      <a:pt x="3682" y="5702"/>
                    </a:lnTo>
                    <a:cubicBezTo>
                      <a:pt x="3708" y="5683"/>
                      <a:pt x="3744" y="5674"/>
                      <a:pt x="3780" y="5674"/>
                    </a:cubicBezTo>
                    <a:close/>
                    <a:moveTo>
                      <a:pt x="2783" y="5682"/>
                    </a:moveTo>
                    <a:cubicBezTo>
                      <a:pt x="2817" y="5682"/>
                      <a:pt x="2851" y="5691"/>
                      <a:pt x="2876" y="5709"/>
                    </a:cubicBezTo>
                    <a:lnTo>
                      <a:pt x="3099" y="5831"/>
                    </a:lnTo>
                    <a:cubicBezTo>
                      <a:pt x="3149" y="5861"/>
                      <a:pt x="3149" y="5911"/>
                      <a:pt x="3092" y="5938"/>
                    </a:cubicBezTo>
                    <a:lnTo>
                      <a:pt x="2833" y="6097"/>
                    </a:lnTo>
                    <a:cubicBezTo>
                      <a:pt x="2808" y="6112"/>
                      <a:pt x="2774" y="6119"/>
                      <a:pt x="2740" y="6119"/>
                    </a:cubicBezTo>
                    <a:cubicBezTo>
                      <a:pt x="2706" y="6119"/>
                      <a:pt x="2672" y="6112"/>
                      <a:pt x="2647" y="6097"/>
                    </a:cubicBezTo>
                    <a:lnTo>
                      <a:pt x="2424" y="5968"/>
                    </a:lnTo>
                    <a:cubicBezTo>
                      <a:pt x="2372" y="5938"/>
                      <a:pt x="2372" y="5888"/>
                      <a:pt x="2424" y="5861"/>
                    </a:cubicBezTo>
                    <a:lnTo>
                      <a:pt x="2690" y="5709"/>
                    </a:lnTo>
                    <a:cubicBezTo>
                      <a:pt x="2715" y="5691"/>
                      <a:pt x="2749" y="5682"/>
                      <a:pt x="2783" y="5682"/>
                    </a:cubicBezTo>
                    <a:close/>
                    <a:moveTo>
                      <a:pt x="8990" y="3299"/>
                    </a:moveTo>
                    <a:cubicBezTo>
                      <a:pt x="9015" y="3299"/>
                      <a:pt x="9040" y="3305"/>
                      <a:pt x="9057" y="3316"/>
                    </a:cubicBezTo>
                    <a:lnTo>
                      <a:pt x="10567" y="4193"/>
                    </a:lnTo>
                    <a:cubicBezTo>
                      <a:pt x="10610" y="4213"/>
                      <a:pt x="10610" y="4249"/>
                      <a:pt x="10567" y="4279"/>
                    </a:cubicBezTo>
                    <a:lnTo>
                      <a:pt x="9080" y="5134"/>
                    </a:lnTo>
                    <a:lnTo>
                      <a:pt x="7348" y="6133"/>
                    </a:lnTo>
                    <a:cubicBezTo>
                      <a:pt x="7329" y="6144"/>
                      <a:pt x="7304" y="6149"/>
                      <a:pt x="7279" y="6149"/>
                    </a:cubicBezTo>
                    <a:cubicBezTo>
                      <a:pt x="7254" y="6149"/>
                      <a:pt x="7229" y="6144"/>
                      <a:pt x="7211" y="6133"/>
                    </a:cubicBezTo>
                    <a:lnTo>
                      <a:pt x="6737" y="5861"/>
                    </a:lnTo>
                    <a:lnTo>
                      <a:pt x="5693" y="5257"/>
                    </a:lnTo>
                    <a:cubicBezTo>
                      <a:pt x="5659" y="5234"/>
                      <a:pt x="5659" y="5198"/>
                      <a:pt x="5702" y="5178"/>
                    </a:cubicBezTo>
                    <a:lnTo>
                      <a:pt x="8921" y="3316"/>
                    </a:lnTo>
                    <a:cubicBezTo>
                      <a:pt x="8939" y="3305"/>
                      <a:pt x="8964" y="3299"/>
                      <a:pt x="8990" y="3299"/>
                    </a:cubicBezTo>
                    <a:close/>
                    <a:moveTo>
                      <a:pt x="3271" y="5968"/>
                    </a:moveTo>
                    <a:cubicBezTo>
                      <a:pt x="3305" y="5968"/>
                      <a:pt x="3339" y="5975"/>
                      <a:pt x="3364" y="5990"/>
                    </a:cubicBezTo>
                    <a:lnTo>
                      <a:pt x="3580" y="6119"/>
                    </a:lnTo>
                    <a:cubicBezTo>
                      <a:pt x="3632" y="6147"/>
                      <a:pt x="3632" y="6197"/>
                      <a:pt x="3580" y="6226"/>
                    </a:cubicBezTo>
                    <a:lnTo>
                      <a:pt x="3321" y="6378"/>
                    </a:lnTo>
                    <a:cubicBezTo>
                      <a:pt x="3293" y="6392"/>
                      <a:pt x="3259" y="6399"/>
                      <a:pt x="3225" y="6399"/>
                    </a:cubicBezTo>
                    <a:cubicBezTo>
                      <a:pt x="3192" y="6399"/>
                      <a:pt x="3160" y="6392"/>
                      <a:pt x="3135" y="6378"/>
                    </a:cubicBezTo>
                    <a:lnTo>
                      <a:pt x="2912" y="6249"/>
                    </a:lnTo>
                    <a:cubicBezTo>
                      <a:pt x="2862" y="6220"/>
                      <a:pt x="2862" y="6169"/>
                      <a:pt x="2912" y="6140"/>
                    </a:cubicBezTo>
                    <a:lnTo>
                      <a:pt x="3178" y="5990"/>
                    </a:lnTo>
                    <a:cubicBezTo>
                      <a:pt x="3203" y="5975"/>
                      <a:pt x="3237" y="5968"/>
                      <a:pt x="3271" y="5968"/>
                    </a:cubicBezTo>
                    <a:close/>
                    <a:moveTo>
                      <a:pt x="8274" y="1"/>
                    </a:moveTo>
                    <a:cubicBezTo>
                      <a:pt x="8262" y="1"/>
                      <a:pt x="8250" y="1"/>
                      <a:pt x="8238" y="2"/>
                    </a:cubicBezTo>
                    <a:cubicBezTo>
                      <a:pt x="8188" y="9"/>
                      <a:pt x="8145" y="23"/>
                      <a:pt x="8108" y="45"/>
                    </a:cubicBezTo>
                    <a:lnTo>
                      <a:pt x="73" y="4681"/>
                    </a:lnTo>
                    <a:cubicBezTo>
                      <a:pt x="23" y="4710"/>
                      <a:pt x="0" y="4746"/>
                      <a:pt x="0" y="4783"/>
                    </a:cubicBezTo>
                    <a:cubicBezTo>
                      <a:pt x="0" y="4796"/>
                      <a:pt x="0" y="4810"/>
                      <a:pt x="9" y="4817"/>
                    </a:cubicBezTo>
                    <a:cubicBezTo>
                      <a:pt x="9" y="4826"/>
                      <a:pt x="16" y="4826"/>
                      <a:pt x="16" y="4826"/>
                    </a:cubicBezTo>
                    <a:cubicBezTo>
                      <a:pt x="23" y="4846"/>
                      <a:pt x="43" y="4860"/>
                      <a:pt x="73" y="4883"/>
                    </a:cubicBezTo>
                    <a:lnTo>
                      <a:pt x="4767" y="7758"/>
                    </a:lnTo>
                    <a:cubicBezTo>
                      <a:pt x="4812" y="7782"/>
                      <a:pt x="4870" y="7795"/>
                      <a:pt x="4929" y="7795"/>
                    </a:cubicBezTo>
                    <a:cubicBezTo>
                      <a:pt x="4992" y="7795"/>
                      <a:pt x="5057" y="7780"/>
                      <a:pt x="5105" y="7750"/>
                    </a:cubicBezTo>
                    <a:lnTo>
                      <a:pt x="13141" y="3114"/>
                    </a:lnTo>
                    <a:cubicBezTo>
                      <a:pt x="13147" y="3114"/>
                      <a:pt x="13154" y="3107"/>
                      <a:pt x="13154" y="3107"/>
                    </a:cubicBezTo>
                    <a:cubicBezTo>
                      <a:pt x="13170" y="3101"/>
                      <a:pt x="13177" y="3092"/>
                      <a:pt x="13184" y="3085"/>
                    </a:cubicBezTo>
                    <a:cubicBezTo>
                      <a:pt x="13206" y="3064"/>
                      <a:pt x="13213" y="3042"/>
                      <a:pt x="13213" y="3014"/>
                    </a:cubicBezTo>
                    <a:cubicBezTo>
                      <a:pt x="13213" y="2978"/>
                      <a:pt x="13191" y="2949"/>
                      <a:pt x="13141" y="2919"/>
                    </a:cubicBezTo>
                    <a:lnTo>
                      <a:pt x="8447" y="45"/>
                    </a:lnTo>
                    <a:cubicBezTo>
                      <a:pt x="8399" y="15"/>
                      <a:pt x="8336" y="1"/>
                      <a:pt x="82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48"/>
              <p:cNvSpPr/>
              <p:nvPr/>
            </p:nvSpPr>
            <p:spPr>
              <a:xfrm>
                <a:off x="6429272" y="8332001"/>
                <a:ext cx="62884" cy="34581"/>
              </a:xfrm>
              <a:custGeom>
                <a:rect b="b" l="l" r="r" t="t"/>
                <a:pathLst>
                  <a:path extrusionOk="0" h="325" w="591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48"/>
              <p:cNvSpPr/>
              <p:nvPr/>
            </p:nvSpPr>
            <p:spPr>
              <a:xfrm>
                <a:off x="6485985" y="8302314"/>
                <a:ext cx="57351" cy="31389"/>
              </a:xfrm>
              <a:custGeom>
                <a:rect b="b" l="l" r="r" t="t"/>
                <a:pathLst>
                  <a:path extrusionOk="0" h="295" w="539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48"/>
              <p:cNvSpPr/>
              <p:nvPr/>
            </p:nvSpPr>
            <p:spPr>
              <a:xfrm>
                <a:off x="6462151" y="8351260"/>
                <a:ext cx="81930" cy="45753"/>
              </a:xfrm>
              <a:custGeom>
                <a:rect b="b" l="l" r="r" t="t"/>
                <a:pathLst>
                  <a:path extrusionOk="0" h="430" w="77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48"/>
              <p:cNvSpPr/>
              <p:nvPr/>
            </p:nvSpPr>
            <p:spPr>
              <a:xfrm>
                <a:off x="6513544" y="8381053"/>
                <a:ext cx="84164" cy="47349"/>
              </a:xfrm>
              <a:custGeom>
                <a:rect b="b" l="l" r="r" t="t"/>
                <a:pathLst>
                  <a:path extrusionOk="0" h="445" w="791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48"/>
              <p:cNvSpPr/>
              <p:nvPr/>
            </p:nvSpPr>
            <p:spPr>
              <a:xfrm>
                <a:off x="6537910" y="8270925"/>
                <a:ext cx="59798" cy="33730"/>
              </a:xfrm>
              <a:custGeom>
                <a:rect b="b" l="l" r="r" t="t"/>
                <a:pathLst>
                  <a:path extrusionOk="0" h="317" w="562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48"/>
              <p:cNvSpPr/>
              <p:nvPr/>
            </p:nvSpPr>
            <p:spPr>
              <a:xfrm>
                <a:off x="6566958" y="8412442"/>
                <a:ext cx="81930" cy="45115"/>
              </a:xfrm>
              <a:custGeom>
                <a:rect b="b" l="l" r="r" t="t"/>
                <a:pathLst>
                  <a:path extrusionOk="0" h="424" w="77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48"/>
              <p:cNvSpPr/>
              <p:nvPr/>
            </p:nvSpPr>
            <p:spPr>
              <a:xfrm>
                <a:off x="6518864" y="8289972"/>
                <a:ext cx="130769" cy="74375"/>
              </a:xfrm>
              <a:custGeom>
                <a:rect b="b" l="l" r="r" t="t"/>
                <a:pathLst>
                  <a:path extrusionOk="0" h="699" w="1229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48"/>
              <p:cNvSpPr/>
              <p:nvPr/>
            </p:nvSpPr>
            <p:spPr>
              <a:xfrm>
                <a:off x="6591537" y="8240281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48"/>
              <p:cNvSpPr/>
              <p:nvPr/>
            </p:nvSpPr>
            <p:spPr>
              <a:xfrm>
                <a:off x="6570044" y="8327638"/>
                <a:ext cx="119384" cy="67885"/>
              </a:xfrm>
              <a:custGeom>
                <a:rect b="b" l="l" r="r" t="t"/>
                <a:pathLst>
                  <a:path extrusionOk="0" h="638" w="1122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48"/>
              <p:cNvSpPr/>
              <p:nvPr/>
            </p:nvSpPr>
            <p:spPr>
              <a:xfrm>
                <a:off x="6618138" y="8441596"/>
                <a:ext cx="82675" cy="46711"/>
              </a:xfrm>
              <a:custGeom>
                <a:rect b="b" l="l" r="r" t="t"/>
                <a:pathLst>
                  <a:path extrusionOk="0" h="439" w="777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48"/>
              <p:cNvSpPr/>
              <p:nvPr/>
            </p:nvSpPr>
            <p:spPr>
              <a:xfrm>
                <a:off x="6624416" y="8259434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48"/>
              <p:cNvSpPr/>
              <p:nvPr/>
            </p:nvSpPr>
            <p:spPr>
              <a:xfrm>
                <a:off x="6644952" y="8210488"/>
                <a:ext cx="58309" cy="32027"/>
              </a:xfrm>
              <a:custGeom>
                <a:rect b="b" l="l" r="r" t="t"/>
                <a:pathLst>
                  <a:path extrusionOk="0" h="301" w="54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48"/>
              <p:cNvSpPr/>
              <p:nvPr/>
            </p:nvSpPr>
            <p:spPr>
              <a:xfrm>
                <a:off x="6661764" y="8296888"/>
                <a:ext cx="81292" cy="45221"/>
              </a:xfrm>
              <a:custGeom>
                <a:rect b="b" l="l" r="r" t="t"/>
                <a:pathLst>
                  <a:path extrusionOk="0" h="425" w="764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48"/>
              <p:cNvSpPr/>
              <p:nvPr/>
            </p:nvSpPr>
            <p:spPr>
              <a:xfrm>
                <a:off x="6670276" y="8472134"/>
                <a:ext cx="81930" cy="45859"/>
              </a:xfrm>
              <a:custGeom>
                <a:rect b="b" l="l" r="r" t="t"/>
                <a:pathLst>
                  <a:path extrusionOk="0" h="431" w="77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48"/>
              <p:cNvSpPr/>
              <p:nvPr/>
            </p:nvSpPr>
            <p:spPr>
              <a:xfrm>
                <a:off x="6674851" y="8410952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48"/>
              <p:cNvSpPr/>
              <p:nvPr/>
            </p:nvSpPr>
            <p:spPr>
              <a:xfrm>
                <a:off x="6697089" y="8180589"/>
                <a:ext cx="57351" cy="31602"/>
              </a:xfrm>
              <a:custGeom>
                <a:rect b="b" l="l" r="r" t="t"/>
                <a:pathLst>
                  <a:path extrusionOk="0" h="297" w="539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48"/>
              <p:cNvSpPr/>
              <p:nvPr/>
            </p:nvSpPr>
            <p:spPr>
              <a:xfrm>
                <a:off x="6677830" y="8229641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48"/>
              <p:cNvSpPr/>
              <p:nvPr/>
            </p:nvSpPr>
            <p:spPr>
              <a:xfrm>
                <a:off x="6624416" y="8339023"/>
                <a:ext cx="151517" cy="85760"/>
              </a:xfrm>
              <a:custGeom>
                <a:rect b="b" l="l" r="r" t="t"/>
                <a:pathLst>
                  <a:path extrusionOk="0" h="806" w="1424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48"/>
              <p:cNvSpPr/>
              <p:nvPr/>
            </p:nvSpPr>
            <p:spPr>
              <a:xfrm>
                <a:off x="6715391" y="826709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48"/>
              <p:cNvSpPr/>
              <p:nvPr/>
            </p:nvSpPr>
            <p:spPr>
              <a:xfrm>
                <a:off x="6729862" y="8199848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48"/>
              <p:cNvSpPr/>
              <p:nvPr/>
            </p:nvSpPr>
            <p:spPr>
              <a:xfrm>
                <a:off x="6726776" y="8440745"/>
                <a:ext cx="79589" cy="44370"/>
              </a:xfrm>
              <a:custGeom>
                <a:rect b="b" l="l" r="r" t="t"/>
                <a:pathLst>
                  <a:path extrusionOk="0" h="417" w="748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48"/>
              <p:cNvSpPr/>
              <p:nvPr/>
            </p:nvSpPr>
            <p:spPr>
              <a:xfrm>
                <a:off x="6749014" y="8149306"/>
                <a:ext cx="59798" cy="32985"/>
              </a:xfrm>
              <a:custGeom>
                <a:rect b="b" l="l" r="r" t="t"/>
                <a:pathLst>
                  <a:path extrusionOk="0" h="310" w="562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48"/>
              <p:cNvSpPr/>
              <p:nvPr/>
            </p:nvSpPr>
            <p:spPr>
              <a:xfrm>
                <a:off x="6751249" y="8308592"/>
                <a:ext cx="76610" cy="43306"/>
              </a:xfrm>
              <a:custGeom>
                <a:rect b="b" l="l" r="r" t="t"/>
                <a:pathLst>
                  <a:path extrusionOk="0" h="407" w="72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48"/>
              <p:cNvSpPr/>
              <p:nvPr/>
            </p:nvSpPr>
            <p:spPr>
              <a:xfrm>
                <a:off x="6767316" y="8237302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48"/>
              <p:cNvSpPr/>
              <p:nvPr/>
            </p:nvSpPr>
            <p:spPr>
              <a:xfrm>
                <a:off x="6803386" y="8120897"/>
                <a:ext cx="54372" cy="30006"/>
              </a:xfrm>
              <a:custGeom>
                <a:rect b="b" l="l" r="r" t="t"/>
                <a:pathLst>
                  <a:path extrusionOk="0" h="282" w="511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48"/>
              <p:cNvSpPr/>
              <p:nvPr/>
            </p:nvSpPr>
            <p:spPr>
              <a:xfrm>
                <a:off x="6729223" y="8351260"/>
                <a:ext cx="128534" cy="72779"/>
              </a:xfrm>
              <a:custGeom>
                <a:rect b="b" l="l" r="r" t="t"/>
                <a:pathLst>
                  <a:path extrusionOk="0" h="684" w="1208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48"/>
              <p:cNvSpPr/>
              <p:nvPr/>
            </p:nvSpPr>
            <p:spPr>
              <a:xfrm>
                <a:off x="6781148" y="8168459"/>
                <a:ext cx="79589" cy="44263"/>
              </a:xfrm>
              <a:custGeom>
                <a:rect b="b" l="l" r="r" t="t"/>
                <a:pathLst>
                  <a:path extrusionOk="0" h="416" w="748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48"/>
              <p:cNvSpPr/>
              <p:nvPr/>
            </p:nvSpPr>
            <p:spPr>
              <a:xfrm>
                <a:off x="6781148" y="8409356"/>
                <a:ext cx="79589" cy="45115"/>
              </a:xfrm>
              <a:custGeom>
                <a:rect b="b" l="l" r="r" t="t"/>
                <a:pathLst>
                  <a:path extrusionOk="0" h="424" w="748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48"/>
              <p:cNvSpPr/>
              <p:nvPr/>
            </p:nvSpPr>
            <p:spPr>
              <a:xfrm>
                <a:off x="6803386" y="8279331"/>
                <a:ext cx="75652" cy="42135"/>
              </a:xfrm>
              <a:custGeom>
                <a:rect b="b" l="l" r="r" t="t"/>
                <a:pathLst>
                  <a:path extrusionOk="0" h="396" w="711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48"/>
              <p:cNvSpPr/>
              <p:nvPr/>
            </p:nvSpPr>
            <p:spPr>
              <a:xfrm>
                <a:off x="6818602" y="8205913"/>
                <a:ext cx="81930" cy="45966"/>
              </a:xfrm>
              <a:custGeom>
                <a:rect b="b" l="l" r="r" t="t"/>
                <a:pathLst>
                  <a:path extrusionOk="0" h="432" w="77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48"/>
              <p:cNvSpPr/>
              <p:nvPr/>
            </p:nvSpPr>
            <p:spPr>
              <a:xfrm>
                <a:off x="6835414" y="8140156"/>
                <a:ext cx="73524" cy="41178"/>
              </a:xfrm>
              <a:custGeom>
                <a:rect b="b" l="l" r="r" t="t"/>
                <a:pathLst>
                  <a:path extrusionOk="0" h="387" w="691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48"/>
              <p:cNvSpPr/>
              <p:nvPr/>
            </p:nvSpPr>
            <p:spPr>
              <a:xfrm>
                <a:off x="6832328" y="8321360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48"/>
              <p:cNvSpPr/>
              <p:nvPr/>
            </p:nvSpPr>
            <p:spPr>
              <a:xfrm>
                <a:off x="6851374" y="8091210"/>
                <a:ext cx="58309" cy="32134"/>
              </a:xfrm>
              <a:custGeom>
                <a:rect b="b" l="l" r="r" t="t"/>
                <a:pathLst>
                  <a:path extrusionOk="0" h="302" w="548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48"/>
              <p:cNvSpPr/>
              <p:nvPr/>
            </p:nvSpPr>
            <p:spPr>
              <a:xfrm>
                <a:off x="6835414" y="8381053"/>
                <a:ext cx="74269" cy="42029"/>
              </a:xfrm>
              <a:custGeom>
                <a:rect b="b" l="l" r="r" t="t"/>
                <a:pathLst>
                  <a:path extrusionOk="0" h="395" w="698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48"/>
              <p:cNvSpPr/>
              <p:nvPr/>
            </p:nvSpPr>
            <p:spPr>
              <a:xfrm>
                <a:off x="6854566" y="8247942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48"/>
              <p:cNvSpPr/>
              <p:nvPr/>
            </p:nvSpPr>
            <p:spPr>
              <a:xfrm>
                <a:off x="6872868" y="8177822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8" name="Google Shape;3588;p48"/>
              <p:cNvSpPr/>
              <p:nvPr/>
            </p:nvSpPr>
            <p:spPr>
              <a:xfrm>
                <a:off x="6903512" y="8061311"/>
                <a:ext cx="57457" cy="31602"/>
              </a:xfrm>
              <a:custGeom>
                <a:rect b="b" l="l" r="r" t="t"/>
                <a:pathLst>
                  <a:path extrusionOk="0" h="297" w="54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9" name="Google Shape;3589;p48"/>
              <p:cNvSpPr/>
              <p:nvPr/>
            </p:nvSpPr>
            <p:spPr>
              <a:xfrm>
                <a:off x="6884253" y="8352005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48"/>
              <p:cNvSpPr/>
              <p:nvPr/>
            </p:nvSpPr>
            <p:spPr>
              <a:xfrm>
                <a:off x="6884253" y="8110256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48"/>
              <p:cNvSpPr/>
              <p:nvPr/>
            </p:nvSpPr>
            <p:spPr>
              <a:xfrm>
                <a:off x="6883508" y="8289972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48"/>
              <p:cNvSpPr/>
              <p:nvPr/>
            </p:nvSpPr>
            <p:spPr>
              <a:xfrm>
                <a:off x="6908832" y="8219745"/>
                <a:ext cx="73524" cy="40539"/>
              </a:xfrm>
              <a:custGeom>
                <a:rect b="b" l="l" r="r" t="t"/>
                <a:pathLst>
                  <a:path extrusionOk="0" h="381" w="691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48"/>
              <p:cNvSpPr/>
              <p:nvPr/>
            </p:nvSpPr>
            <p:spPr>
              <a:xfrm>
                <a:off x="6921920" y="8147710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4" name="Google Shape;3594;p48"/>
              <p:cNvSpPr/>
              <p:nvPr/>
            </p:nvSpPr>
            <p:spPr>
              <a:xfrm>
                <a:off x="6937880" y="8261881"/>
                <a:ext cx="74269" cy="41178"/>
              </a:xfrm>
              <a:custGeom>
                <a:rect b="b" l="l" r="r" t="t"/>
                <a:pathLst>
                  <a:path extrusionOk="0" h="387" w="698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5" name="Google Shape;3595;p48"/>
              <p:cNvSpPr/>
              <p:nvPr/>
            </p:nvSpPr>
            <p:spPr>
              <a:xfrm>
                <a:off x="6936390" y="8080570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48"/>
              <p:cNvSpPr/>
              <p:nvPr/>
            </p:nvSpPr>
            <p:spPr>
              <a:xfrm>
                <a:off x="6954798" y="8030028"/>
                <a:ext cx="60437" cy="33517"/>
              </a:xfrm>
              <a:custGeom>
                <a:rect b="b" l="l" r="r" t="t"/>
                <a:pathLst>
                  <a:path extrusionOk="0" h="315" w="568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48"/>
              <p:cNvSpPr/>
              <p:nvPr/>
            </p:nvSpPr>
            <p:spPr>
              <a:xfrm>
                <a:off x="6956926" y="8189740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48"/>
              <p:cNvSpPr/>
              <p:nvPr/>
            </p:nvSpPr>
            <p:spPr>
              <a:xfrm>
                <a:off x="6973844" y="8117917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48"/>
              <p:cNvSpPr/>
              <p:nvPr/>
            </p:nvSpPr>
            <p:spPr>
              <a:xfrm>
                <a:off x="6986187" y="8231982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0" name="Google Shape;3600;p48"/>
              <p:cNvSpPr/>
              <p:nvPr/>
            </p:nvSpPr>
            <p:spPr>
              <a:xfrm>
                <a:off x="6987677" y="8049181"/>
                <a:ext cx="79483" cy="44476"/>
              </a:xfrm>
              <a:custGeom>
                <a:rect b="b" l="l" r="r" t="t"/>
                <a:pathLst>
                  <a:path extrusionOk="0" h="418" w="747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48"/>
              <p:cNvSpPr/>
              <p:nvPr/>
            </p:nvSpPr>
            <p:spPr>
              <a:xfrm>
                <a:off x="7009064" y="8000129"/>
                <a:ext cx="58096" cy="32027"/>
              </a:xfrm>
              <a:custGeom>
                <a:rect b="b" l="l" r="r" t="t"/>
                <a:pathLst>
                  <a:path extrusionOk="0" h="301" w="546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48"/>
              <p:cNvSpPr/>
              <p:nvPr/>
            </p:nvSpPr>
            <p:spPr>
              <a:xfrm>
                <a:off x="7009809" y="8160053"/>
                <a:ext cx="75759" cy="42135"/>
              </a:xfrm>
              <a:custGeom>
                <a:rect b="b" l="l" r="r" t="t"/>
                <a:pathLst>
                  <a:path extrusionOk="0" h="396" w="712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48"/>
              <p:cNvSpPr/>
              <p:nvPr/>
            </p:nvSpPr>
            <p:spPr>
              <a:xfrm>
                <a:off x="7025024" y="8086635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48"/>
              <p:cNvSpPr/>
              <p:nvPr/>
            </p:nvSpPr>
            <p:spPr>
              <a:xfrm>
                <a:off x="7038857" y="8202082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48"/>
              <p:cNvSpPr/>
              <p:nvPr/>
            </p:nvSpPr>
            <p:spPr>
              <a:xfrm>
                <a:off x="7041942" y="8019282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48"/>
              <p:cNvSpPr/>
              <p:nvPr/>
            </p:nvSpPr>
            <p:spPr>
              <a:xfrm>
                <a:off x="7061095" y="7969698"/>
                <a:ext cx="58202" cy="32134"/>
              </a:xfrm>
              <a:custGeom>
                <a:rect b="b" l="l" r="r" t="t"/>
                <a:pathLst>
                  <a:path extrusionOk="0" h="302" w="547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48"/>
              <p:cNvSpPr/>
              <p:nvPr/>
            </p:nvSpPr>
            <p:spPr>
              <a:xfrm>
                <a:off x="7061095" y="8128664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p48"/>
              <p:cNvSpPr/>
              <p:nvPr/>
            </p:nvSpPr>
            <p:spPr>
              <a:xfrm>
                <a:off x="7079396" y="805673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48"/>
              <p:cNvSpPr/>
              <p:nvPr/>
            </p:nvSpPr>
            <p:spPr>
              <a:xfrm>
                <a:off x="7090037" y="8170693"/>
                <a:ext cx="79802" cy="45008"/>
              </a:xfrm>
              <a:custGeom>
                <a:rect b="b" l="l" r="r" t="t"/>
                <a:pathLst>
                  <a:path extrusionOk="0" h="423" w="75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48"/>
              <p:cNvSpPr/>
              <p:nvPr/>
            </p:nvSpPr>
            <p:spPr>
              <a:xfrm>
                <a:off x="7113765" y="7940543"/>
                <a:ext cx="57564" cy="31389"/>
              </a:xfrm>
              <a:custGeom>
                <a:rect b="b" l="l" r="r" t="t"/>
                <a:pathLst>
                  <a:path extrusionOk="0" h="295" w="541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48"/>
              <p:cNvSpPr/>
              <p:nvPr/>
            </p:nvSpPr>
            <p:spPr>
              <a:xfrm>
                <a:off x="7093867" y="7988744"/>
                <a:ext cx="77461" cy="43412"/>
              </a:xfrm>
              <a:custGeom>
                <a:rect b="b" l="l" r="r" t="t"/>
                <a:pathLst>
                  <a:path extrusionOk="0" h="408" w="728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48"/>
              <p:cNvSpPr/>
              <p:nvPr/>
            </p:nvSpPr>
            <p:spPr>
              <a:xfrm>
                <a:off x="7115361" y="8098871"/>
                <a:ext cx="76503" cy="42667"/>
              </a:xfrm>
              <a:custGeom>
                <a:rect b="b" l="l" r="r" t="t"/>
                <a:pathLst>
                  <a:path extrusionOk="0" h="401" w="719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3" name="Google Shape;3613;p48"/>
              <p:cNvSpPr/>
              <p:nvPr/>
            </p:nvSpPr>
            <p:spPr>
              <a:xfrm>
                <a:off x="7131321" y="8026943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4" name="Google Shape;3614;p48"/>
              <p:cNvSpPr/>
              <p:nvPr/>
            </p:nvSpPr>
            <p:spPr>
              <a:xfrm>
                <a:off x="7144409" y="8140900"/>
                <a:ext cx="77355" cy="43625"/>
              </a:xfrm>
              <a:custGeom>
                <a:rect b="b" l="l" r="r" t="t"/>
                <a:pathLst>
                  <a:path extrusionOk="0" h="410" w="727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48"/>
              <p:cNvSpPr/>
              <p:nvPr/>
            </p:nvSpPr>
            <p:spPr>
              <a:xfrm>
                <a:off x="7146750" y="7959589"/>
                <a:ext cx="75759" cy="42242"/>
              </a:xfrm>
              <a:custGeom>
                <a:rect b="b" l="l" r="r" t="t"/>
                <a:pathLst>
                  <a:path extrusionOk="0" h="397" w="712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48"/>
              <p:cNvSpPr/>
              <p:nvPr/>
            </p:nvSpPr>
            <p:spPr>
              <a:xfrm>
                <a:off x="7165158" y="7909154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7" name="Google Shape;3617;p48"/>
              <p:cNvSpPr/>
              <p:nvPr/>
            </p:nvSpPr>
            <p:spPr>
              <a:xfrm>
                <a:off x="7167286" y="8068227"/>
                <a:ext cx="76716" cy="42987"/>
              </a:xfrm>
              <a:custGeom>
                <a:rect b="b" l="l" r="r" t="t"/>
                <a:pathLst>
                  <a:path extrusionOk="0" h="404" w="721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8" name="Google Shape;3618;p48"/>
              <p:cNvSpPr/>
              <p:nvPr/>
            </p:nvSpPr>
            <p:spPr>
              <a:xfrm>
                <a:off x="7184204" y="7997043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9" name="Google Shape;3619;p48"/>
              <p:cNvSpPr/>
              <p:nvPr/>
            </p:nvSpPr>
            <p:spPr>
              <a:xfrm>
                <a:off x="7196334" y="8110788"/>
                <a:ext cx="78099" cy="43199"/>
              </a:xfrm>
              <a:custGeom>
                <a:rect b="b" l="l" r="r" t="t"/>
                <a:pathLst>
                  <a:path extrusionOk="0" h="406" w="734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0" name="Google Shape;3620;p48"/>
              <p:cNvSpPr/>
              <p:nvPr/>
            </p:nvSpPr>
            <p:spPr>
              <a:xfrm>
                <a:off x="7198036" y="7928200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48"/>
              <p:cNvSpPr/>
              <p:nvPr/>
            </p:nvSpPr>
            <p:spPr>
              <a:xfrm>
                <a:off x="7219317" y="7876275"/>
                <a:ext cx="62139" cy="34474"/>
              </a:xfrm>
              <a:custGeom>
                <a:rect b="b" l="l" r="r" t="t"/>
                <a:pathLst>
                  <a:path extrusionOk="0" h="324" w="584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48"/>
              <p:cNvSpPr/>
              <p:nvPr/>
            </p:nvSpPr>
            <p:spPr>
              <a:xfrm>
                <a:off x="7219317" y="8038541"/>
                <a:ext cx="75865" cy="42774"/>
              </a:xfrm>
              <a:custGeom>
                <a:rect b="b" l="l" r="r" t="t"/>
                <a:pathLst>
                  <a:path extrusionOk="0" h="402" w="713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48"/>
              <p:cNvSpPr/>
              <p:nvPr/>
            </p:nvSpPr>
            <p:spPr>
              <a:xfrm>
                <a:off x="7235384" y="7965761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48"/>
              <p:cNvSpPr/>
              <p:nvPr/>
            </p:nvSpPr>
            <p:spPr>
              <a:xfrm>
                <a:off x="7240704" y="8145476"/>
                <a:ext cx="77461" cy="42880"/>
              </a:xfrm>
              <a:custGeom>
                <a:rect b="b" l="l" r="r" t="t"/>
                <a:pathLst>
                  <a:path extrusionOk="0" h="403" w="728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48"/>
              <p:cNvSpPr/>
              <p:nvPr/>
            </p:nvSpPr>
            <p:spPr>
              <a:xfrm>
                <a:off x="7248471" y="8081208"/>
                <a:ext cx="77355" cy="42880"/>
              </a:xfrm>
              <a:custGeom>
                <a:rect b="b" l="l" r="r" t="t"/>
                <a:pathLst>
                  <a:path extrusionOk="0" h="403" w="727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6" name="Google Shape;3626;p48"/>
              <p:cNvSpPr/>
              <p:nvPr/>
            </p:nvSpPr>
            <p:spPr>
              <a:xfrm>
                <a:off x="7252302" y="7895322"/>
                <a:ext cx="81079" cy="45221"/>
              </a:xfrm>
              <a:custGeom>
                <a:rect b="b" l="l" r="r" t="t"/>
                <a:pathLst>
                  <a:path extrusionOk="0" h="425" w="762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48"/>
              <p:cNvSpPr/>
              <p:nvPr/>
            </p:nvSpPr>
            <p:spPr>
              <a:xfrm>
                <a:off x="7270710" y="8007258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48"/>
              <p:cNvSpPr/>
              <p:nvPr/>
            </p:nvSpPr>
            <p:spPr>
              <a:xfrm>
                <a:off x="7292735" y="8115044"/>
                <a:ext cx="77355" cy="43519"/>
              </a:xfrm>
              <a:custGeom>
                <a:rect b="b" l="l" r="r" t="t"/>
                <a:pathLst>
                  <a:path extrusionOk="0" h="409" w="727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48"/>
              <p:cNvSpPr/>
              <p:nvPr/>
            </p:nvSpPr>
            <p:spPr>
              <a:xfrm>
                <a:off x="7299651" y="8049926"/>
                <a:ext cx="80334" cy="44370"/>
              </a:xfrm>
              <a:custGeom>
                <a:rect b="b" l="l" r="r" t="t"/>
                <a:pathLst>
                  <a:path extrusionOk="0" h="417" w="755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48"/>
              <p:cNvSpPr/>
              <p:nvPr/>
            </p:nvSpPr>
            <p:spPr>
              <a:xfrm>
                <a:off x="7289756" y="7925221"/>
                <a:ext cx="97252" cy="55116"/>
              </a:xfrm>
              <a:custGeom>
                <a:rect b="b" l="l" r="r" t="t"/>
                <a:pathLst>
                  <a:path extrusionOk="0" h="518" w="914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1" name="Google Shape;3631;p48"/>
              <p:cNvSpPr/>
              <p:nvPr/>
            </p:nvSpPr>
            <p:spPr>
              <a:xfrm>
                <a:off x="7344873" y="8085890"/>
                <a:ext cx="77355" cy="42774"/>
              </a:xfrm>
              <a:custGeom>
                <a:rect b="b" l="l" r="r" t="t"/>
                <a:pathLst>
                  <a:path extrusionOk="0" h="402" w="727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2" name="Google Shape;3632;p48"/>
              <p:cNvSpPr/>
              <p:nvPr/>
            </p:nvSpPr>
            <p:spPr>
              <a:xfrm>
                <a:off x="7324869" y="7956610"/>
                <a:ext cx="113319" cy="63629"/>
              </a:xfrm>
              <a:custGeom>
                <a:rect b="b" l="l" r="r" t="t"/>
                <a:pathLst>
                  <a:path extrusionOk="0" h="598" w="1065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48"/>
              <p:cNvSpPr/>
              <p:nvPr/>
            </p:nvSpPr>
            <p:spPr>
              <a:xfrm>
                <a:off x="7396053" y="8054501"/>
                <a:ext cx="80334" cy="44476"/>
              </a:xfrm>
              <a:custGeom>
                <a:rect b="b" l="l" r="r" t="t"/>
                <a:pathLst>
                  <a:path extrusionOk="0" h="418" w="755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48"/>
              <p:cNvSpPr/>
              <p:nvPr/>
            </p:nvSpPr>
            <p:spPr>
              <a:xfrm>
                <a:off x="7354023" y="7986403"/>
                <a:ext cx="136089" cy="76503"/>
              </a:xfrm>
              <a:custGeom>
                <a:rect b="b" l="l" r="r" t="t"/>
                <a:pathLst>
                  <a:path extrusionOk="0" h="719" w="1279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48"/>
              <p:cNvSpPr/>
              <p:nvPr/>
            </p:nvSpPr>
            <p:spPr>
              <a:xfrm>
                <a:off x="7450425" y="8016302"/>
                <a:ext cx="91825" cy="51286"/>
              </a:xfrm>
              <a:custGeom>
                <a:rect b="b" l="l" r="r" t="t"/>
                <a:pathLst>
                  <a:path extrusionOk="0" h="482" w="863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48"/>
              <p:cNvSpPr/>
              <p:nvPr/>
            </p:nvSpPr>
            <p:spPr>
              <a:xfrm>
                <a:off x="6781148" y="8409356"/>
                <a:ext cx="79589" cy="45115"/>
              </a:xfrm>
              <a:custGeom>
                <a:rect b="b" l="l" r="r" t="t"/>
                <a:pathLst>
                  <a:path extrusionOk="0" h="424" w="748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7" name="Google Shape;3637;p48"/>
              <p:cNvSpPr/>
              <p:nvPr/>
            </p:nvSpPr>
            <p:spPr>
              <a:xfrm>
                <a:off x="6674851" y="8410952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8" name="Google Shape;3638;p48"/>
              <p:cNvSpPr/>
              <p:nvPr/>
            </p:nvSpPr>
            <p:spPr>
              <a:xfrm>
                <a:off x="6726776" y="8440745"/>
                <a:ext cx="79589" cy="44370"/>
              </a:xfrm>
              <a:custGeom>
                <a:rect b="b" l="l" r="r" t="t"/>
                <a:pathLst>
                  <a:path extrusionOk="0" h="417" w="748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48"/>
              <p:cNvSpPr/>
              <p:nvPr/>
            </p:nvSpPr>
            <p:spPr>
              <a:xfrm>
                <a:off x="6729223" y="8351260"/>
                <a:ext cx="128534" cy="72779"/>
              </a:xfrm>
              <a:custGeom>
                <a:rect b="b" l="l" r="r" t="t"/>
                <a:pathLst>
                  <a:path extrusionOk="0" h="684" w="1208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48"/>
              <p:cNvSpPr/>
              <p:nvPr/>
            </p:nvSpPr>
            <p:spPr>
              <a:xfrm>
                <a:off x="6832328" y="8321360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48"/>
              <p:cNvSpPr/>
              <p:nvPr/>
            </p:nvSpPr>
            <p:spPr>
              <a:xfrm>
                <a:off x="6767316" y="8237302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48"/>
              <p:cNvSpPr/>
              <p:nvPr/>
            </p:nvSpPr>
            <p:spPr>
              <a:xfrm>
                <a:off x="6715391" y="826709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3" name="Google Shape;3643;p48"/>
              <p:cNvSpPr/>
              <p:nvPr/>
            </p:nvSpPr>
            <p:spPr>
              <a:xfrm>
                <a:off x="6803386" y="8120897"/>
                <a:ext cx="54372" cy="30006"/>
              </a:xfrm>
              <a:custGeom>
                <a:rect b="b" l="l" r="r" t="t"/>
                <a:pathLst>
                  <a:path extrusionOk="0" h="282" w="511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4" name="Google Shape;3644;p48"/>
              <p:cNvSpPr/>
              <p:nvPr/>
            </p:nvSpPr>
            <p:spPr>
              <a:xfrm>
                <a:off x="6749014" y="8149306"/>
                <a:ext cx="59798" cy="32985"/>
              </a:xfrm>
              <a:custGeom>
                <a:rect b="b" l="l" r="r" t="t"/>
                <a:pathLst>
                  <a:path extrusionOk="0" h="310" w="562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5" name="Google Shape;3645;p48"/>
              <p:cNvSpPr/>
              <p:nvPr/>
            </p:nvSpPr>
            <p:spPr>
              <a:xfrm>
                <a:off x="6781148" y="8168459"/>
                <a:ext cx="79589" cy="44263"/>
              </a:xfrm>
              <a:custGeom>
                <a:rect b="b" l="l" r="r" t="t"/>
                <a:pathLst>
                  <a:path extrusionOk="0" h="416" w="748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48"/>
              <p:cNvSpPr/>
              <p:nvPr/>
            </p:nvSpPr>
            <p:spPr>
              <a:xfrm>
                <a:off x="6936390" y="8080570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48"/>
              <p:cNvSpPr/>
              <p:nvPr/>
            </p:nvSpPr>
            <p:spPr>
              <a:xfrm>
                <a:off x="6884253" y="8110256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48"/>
              <p:cNvSpPr/>
              <p:nvPr/>
            </p:nvSpPr>
            <p:spPr>
              <a:xfrm>
                <a:off x="7184204" y="7997043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48"/>
              <p:cNvSpPr/>
              <p:nvPr/>
            </p:nvSpPr>
            <p:spPr>
              <a:xfrm>
                <a:off x="7146750" y="7959589"/>
                <a:ext cx="75759" cy="42242"/>
              </a:xfrm>
              <a:custGeom>
                <a:rect b="b" l="l" r="r" t="t"/>
                <a:pathLst>
                  <a:path extrusionOk="0" h="397" w="712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48"/>
              <p:cNvSpPr/>
              <p:nvPr/>
            </p:nvSpPr>
            <p:spPr>
              <a:xfrm>
                <a:off x="7113765" y="7940543"/>
                <a:ext cx="57564" cy="31389"/>
              </a:xfrm>
              <a:custGeom>
                <a:rect b="b" l="l" r="r" t="t"/>
                <a:pathLst>
                  <a:path extrusionOk="0" h="295" w="541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1" name="Google Shape;3651;p48"/>
              <p:cNvSpPr/>
              <p:nvPr/>
            </p:nvSpPr>
            <p:spPr>
              <a:xfrm>
                <a:off x="7061095" y="7969698"/>
                <a:ext cx="58202" cy="32134"/>
              </a:xfrm>
              <a:custGeom>
                <a:rect b="b" l="l" r="r" t="t"/>
                <a:pathLst>
                  <a:path extrusionOk="0" h="302" w="547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48"/>
              <p:cNvSpPr/>
              <p:nvPr/>
            </p:nvSpPr>
            <p:spPr>
              <a:xfrm>
                <a:off x="6903512" y="8061311"/>
                <a:ext cx="57457" cy="31602"/>
              </a:xfrm>
              <a:custGeom>
                <a:rect b="b" l="l" r="r" t="t"/>
                <a:pathLst>
                  <a:path extrusionOk="0" h="297" w="54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48"/>
              <p:cNvSpPr/>
              <p:nvPr/>
            </p:nvSpPr>
            <p:spPr>
              <a:xfrm>
                <a:off x="7009064" y="8000129"/>
                <a:ext cx="58096" cy="32027"/>
              </a:xfrm>
              <a:custGeom>
                <a:rect b="b" l="l" r="r" t="t"/>
                <a:pathLst>
                  <a:path extrusionOk="0" h="301" w="546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48"/>
              <p:cNvSpPr/>
              <p:nvPr/>
            </p:nvSpPr>
            <p:spPr>
              <a:xfrm>
                <a:off x="7093867" y="7988744"/>
                <a:ext cx="77461" cy="43412"/>
              </a:xfrm>
              <a:custGeom>
                <a:rect b="b" l="l" r="r" t="t"/>
                <a:pathLst>
                  <a:path extrusionOk="0" h="408" w="728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5" name="Google Shape;3655;p48"/>
              <p:cNvSpPr/>
              <p:nvPr/>
            </p:nvSpPr>
            <p:spPr>
              <a:xfrm>
                <a:off x="7041942" y="8019282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6" name="Google Shape;3656;p48"/>
              <p:cNvSpPr/>
              <p:nvPr/>
            </p:nvSpPr>
            <p:spPr>
              <a:xfrm>
                <a:off x="6954798" y="8030028"/>
                <a:ext cx="60437" cy="33517"/>
              </a:xfrm>
              <a:custGeom>
                <a:rect b="b" l="l" r="r" t="t"/>
                <a:pathLst>
                  <a:path extrusionOk="0" h="315" w="568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7" name="Google Shape;3657;p48"/>
              <p:cNvSpPr/>
              <p:nvPr/>
            </p:nvSpPr>
            <p:spPr>
              <a:xfrm>
                <a:off x="6987677" y="8049181"/>
                <a:ext cx="79483" cy="44476"/>
              </a:xfrm>
              <a:custGeom>
                <a:rect b="b" l="l" r="r" t="t"/>
                <a:pathLst>
                  <a:path extrusionOk="0" h="418" w="747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48"/>
              <p:cNvSpPr/>
              <p:nvPr/>
            </p:nvSpPr>
            <p:spPr>
              <a:xfrm>
                <a:off x="7270710" y="8007258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48"/>
              <p:cNvSpPr/>
              <p:nvPr/>
            </p:nvSpPr>
            <p:spPr>
              <a:xfrm>
                <a:off x="7219317" y="8038541"/>
                <a:ext cx="75865" cy="42774"/>
              </a:xfrm>
              <a:custGeom>
                <a:rect b="b" l="l" r="r" t="t"/>
                <a:pathLst>
                  <a:path extrusionOk="0" h="402" w="713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48"/>
              <p:cNvSpPr/>
              <p:nvPr/>
            </p:nvSpPr>
            <p:spPr>
              <a:xfrm>
                <a:off x="7131321" y="8026943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48"/>
              <p:cNvSpPr/>
              <p:nvPr/>
            </p:nvSpPr>
            <p:spPr>
              <a:xfrm>
                <a:off x="7079396" y="805673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2" name="Google Shape;3662;p48"/>
              <p:cNvSpPr/>
              <p:nvPr/>
            </p:nvSpPr>
            <p:spPr>
              <a:xfrm>
                <a:off x="7025024" y="8086635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3" name="Google Shape;3663;p48"/>
              <p:cNvSpPr/>
              <p:nvPr/>
            </p:nvSpPr>
            <p:spPr>
              <a:xfrm>
                <a:off x="7115361" y="8098871"/>
                <a:ext cx="76503" cy="42667"/>
              </a:xfrm>
              <a:custGeom>
                <a:rect b="b" l="l" r="r" t="t"/>
                <a:pathLst>
                  <a:path extrusionOk="0" h="401" w="719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48"/>
              <p:cNvSpPr/>
              <p:nvPr/>
            </p:nvSpPr>
            <p:spPr>
              <a:xfrm>
                <a:off x="6973844" y="8117917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48"/>
              <p:cNvSpPr/>
              <p:nvPr/>
            </p:nvSpPr>
            <p:spPr>
              <a:xfrm>
                <a:off x="7061095" y="8128664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48"/>
              <p:cNvSpPr/>
              <p:nvPr/>
            </p:nvSpPr>
            <p:spPr>
              <a:xfrm>
                <a:off x="7144409" y="8140900"/>
                <a:ext cx="77355" cy="43625"/>
              </a:xfrm>
              <a:custGeom>
                <a:rect b="b" l="l" r="r" t="t"/>
                <a:pathLst>
                  <a:path extrusionOk="0" h="410" w="727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48"/>
              <p:cNvSpPr/>
              <p:nvPr/>
            </p:nvSpPr>
            <p:spPr>
              <a:xfrm>
                <a:off x="7240704" y="8145476"/>
                <a:ext cx="77461" cy="42880"/>
              </a:xfrm>
              <a:custGeom>
                <a:rect b="b" l="l" r="r" t="t"/>
                <a:pathLst>
                  <a:path extrusionOk="0" h="403" w="728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48"/>
              <p:cNvSpPr/>
              <p:nvPr/>
            </p:nvSpPr>
            <p:spPr>
              <a:xfrm>
                <a:off x="6921920" y="8147710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9" name="Google Shape;3669;p48"/>
              <p:cNvSpPr/>
              <p:nvPr/>
            </p:nvSpPr>
            <p:spPr>
              <a:xfrm>
                <a:off x="7009809" y="8160053"/>
                <a:ext cx="75759" cy="42135"/>
              </a:xfrm>
              <a:custGeom>
                <a:rect b="b" l="l" r="r" t="t"/>
                <a:pathLst>
                  <a:path extrusionOk="0" h="396" w="712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48"/>
              <p:cNvSpPr/>
              <p:nvPr/>
            </p:nvSpPr>
            <p:spPr>
              <a:xfrm>
                <a:off x="7090037" y="8170693"/>
                <a:ext cx="79802" cy="45008"/>
              </a:xfrm>
              <a:custGeom>
                <a:rect b="b" l="l" r="r" t="t"/>
                <a:pathLst>
                  <a:path extrusionOk="0" h="423" w="75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48"/>
              <p:cNvSpPr/>
              <p:nvPr/>
            </p:nvSpPr>
            <p:spPr>
              <a:xfrm>
                <a:off x="6872868" y="8177822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48"/>
              <p:cNvSpPr/>
              <p:nvPr/>
            </p:nvSpPr>
            <p:spPr>
              <a:xfrm>
                <a:off x="6956926" y="8189740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48"/>
              <p:cNvSpPr/>
              <p:nvPr/>
            </p:nvSpPr>
            <p:spPr>
              <a:xfrm>
                <a:off x="7038857" y="8202082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48"/>
              <p:cNvSpPr/>
              <p:nvPr/>
            </p:nvSpPr>
            <p:spPr>
              <a:xfrm>
                <a:off x="6818602" y="8205913"/>
                <a:ext cx="81930" cy="45966"/>
              </a:xfrm>
              <a:custGeom>
                <a:rect b="b" l="l" r="r" t="t"/>
                <a:pathLst>
                  <a:path extrusionOk="0" h="432" w="77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5" name="Google Shape;3675;p48"/>
              <p:cNvSpPr/>
              <p:nvPr/>
            </p:nvSpPr>
            <p:spPr>
              <a:xfrm>
                <a:off x="6908832" y="8219745"/>
                <a:ext cx="73524" cy="40539"/>
              </a:xfrm>
              <a:custGeom>
                <a:rect b="b" l="l" r="r" t="t"/>
                <a:pathLst>
                  <a:path extrusionOk="0" h="381" w="691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48"/>
              <p:cNvSpPr/>
              <p:nvPr/>
            </p:nvSpPr>
            <p:spPr>
              <a:xfrm>
                <a:off x="6986187" y="8231982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48"/>
              <p:cNvSpPr/>
              <p:nvPr/>
            </p:nvSpPr>
            <p:spPr>
              <a:xfrm>
                <a:off x="6854566" y="8247942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48"/>
              <p:cNvSpPr/>
              <p:nvPr/>
            </p:nvSpPr>
            <p:spPr>
              <a:xfrm>
                <a:off x="6937880" y="8261881"/>
                <a:ext cx="74269" cy="41178"/>
              </a:xfrm>
              <a:custGeom>
                <a:rect b="b" l="l" r="r" t="t"/>
                <a:pathLst>
                  <a:path extrusionOk="0" h="387" w="698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48"/>
              <p:cNvSpPr/>
              <p:nvPr/>
            </p:nvSpPr>
            <p:spPr>
              <a:xfrm>
                <a:off x="6803386" y="8279331"/>
                <a:ext cx="75652" cy="42135"/>
              </a:xfrm>
              <a:custGeom>
                <a:rect b="b" l="l" r="r" t="t"/>
                <a:pathLst>
                  <a:path extrusionOk="0" h="396" w="711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48"/>
              <p:cNvSpPr/>
              <p:nvPr/>
            </p:nvSpPr>
            <p:spPr>
              <a:xfrm>
                <a:off x="6883508" y="8289972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48"/>
              <p:cNvSpPr/>
              <p:nvPr/>
            </p:nvSpPr>
            <p:spPr>
              <a:xfrm>
                <a:off x="6884253" y="8352005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48"/>
              <p:cNvSpPr/>
              <p:nvPr/>
            </p:nvSpPr>
            <p:spPr>
              <a:xfrm>
                <a:off x="6835414" y="8381053"/>
                <a:ext cx="74269" cy="42029"/>
              </a:xfrm>
              <a:custGeom>
                <a:rect b="b" l="l" r="r" t="t"/>
                <a:pathLst>
                  <a:path extrusionOk="0" h="395" w="698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48"/>
              <p:cNvSpPr/>
              <p:nvPr/>
            </p:nvSpPr>
            <p:spPr>
              <a:xfrm>
                <a:off x="7292735" y="8115044"/>
                <a:ext cx="77355" cy="43519"/>
              </a:xfrm>
              <a:custGeom>
                <a:rect b="b" l="l" r="r" t="t"/>
                <a:pathLst>
                  <a:path extrusionOk="0" h="409" w="727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48"/>
              <p:cNvSpPr/>
              <p:nvPr/>
            </p:nvSpPr>
            <p:spPr>
              <a:xfrm>
                <a:off x="7344873" y="8085890"/>
                <a:ext cx="77355" cy="42774"/>
              </a:xfrm>
              <a:custGeom>
                <a:rect b="b" l="l" r="r" t="t"/>
                <a:pathLst>
                  <a:path extrusionOk="0" h="402" w="727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48"/>
              <p:cNvSpPr/>
              <p:nvPr/>
            </p:nvSpPr>
            <p:spPr>
              <a:xfrm>
                <a:off x="7396053" y="8054501"/>
                <a:ext cx="80334" cy="44476"/>
              </a:xfrm>
              <a:custGeom>
                <a:rect b="b" l="l" r="r" t="t"/>
                <a:pathLst>
                  <a:path extrusionOk="0" h="418" w="755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6" name="Google Shape;3686;p48"/>
              <p:cNvSpPr/>
              <p:nvPr/>
            </p:nvSpPr>
            <p:spPr>
              <a:xfrm>
                <a:off x="6566958" y="8412442"/>
                <a:ext cx="81930" cy="45115"/>
              </a:xfrm>
              <a:custGeom>
                <a:rect b="b" l="l" r="r" t="t"/>
                <a:pathLst>
                  <a:path extrusionOk="0" h="424" w="77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7" name="Google Shape;3687;p48"/>
              <p:cNvSpPr/>
              <p:nvPr/>
            </p:nvSpPr>
            <p:spPr>
              <a:xfrm>
                <a:off x="6618138" y="8441596"/>
                <a:ext cx="82675" cy="46711"/>
              </a:xfrm>
              <a:custGeom>
                <a:rect b="b" l="l" r="r" t="t"/>
                <a:pathLst>
                  <a:path extrusionOk="0" h="439" w="777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8" name="Google Shape;3688;p48"/>
              <p:cNvSpPr/>
              <p:nvPr/>
            </p:nvSpPr>
            <p:spPr>
              <a:xfrm>
                <a:off x="7196334" y="8110788"/>
                <a:ext cx="78099" cy="43199"/>
              </a:xfrm>
              <a:custGeom>
                <a:rect b="b" l="l" r="r" t="t"/>
                <a:pathLst>
                  <a:path extrusionOk="0" h="406" w="734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9" name="Google Shape;3689;p48"/>
              <p:cNvSpPr/>
              <p:nvPr/>
            </p:nvSpPr>
            <p:spPr>
              <a:xfrm>
                <a:off x="7165158" y="7909154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0" name="Google Shape;3690;p48"/>
              <p:cNvSpPr/>
              <p:nvPr/>
            </p:nvSpPr>
            <p:spPr>
              <a:xfrm>
                <a:off x="7219317" y="7876275"/>
                <a:ext cx="62139" cy="34474"/>
              </a:xfrm>
              <a:custGeom>
                <a:rect b="b" l="l" r="r" t="t"/>
                <a:pathLst>
                  <a:path extrusionOk="0" h="324" w="584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1" name="Google Shape;3691;p48"/>
              <p:cNvSpPr/>
              <p:nvPr/>
            </p:nvSpPr>
            <p:spPr>
              <a:xfrm>
                <a:off x="7252302" y="7895322"/>
                <a:ext cx="81079" cy="45221"/>
              </a:xfrm>
              <a:custGeom>
                <a:rect b="b" l="l" r="r" t="t"/>
                <a:pathLst>
                  <a:path extrusionOk="0" h="425" w="762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48"/>
              <p:cNvSpPr/>
              <p:nvPr/>
            </p:nvSpPr>
            <p:spPr>
              <a:xfrm>
                <a:off x="7198036" y="7928200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3" name="Google Shape;3693;p48"/>
              <p:cNvSpPr/>
              <p:nvPr/>
            </p:nvSpPr>
            <p:spPr>
              <a:xfrm>
                <a:off x="7289756" y="7925221"/>
                <a:ext cx="97252" cy="55116"/>
              </a:xfrm>
              <a:custGeom>
                <a:rect b="b" l="l" r="r" t="t"/>
                <a:pathLst>
                  <a:path extrusionOk="0" h="518" w="914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4" name="Google Shape;3694;p48"/>
              <p:cNvSpPr/>
              <p:nvPr/>
            </p:nvSpPr>
            <p:spPr>
              <a:xfrm>
                <a:off x="7235384" y="7965761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48"/>
              <p:cNvSpPr/>
              <p:nvPr/>
            </p:nvSpPr>
            <p:spPr>
              <a:xfrm>
                <a:off x="7324869" y="7956610"/>
                <a:ext cx="113319" cy="63629"/>
              </a:xfrm>
              <a:custGeom>
                <a:rect b="b" l="l" r="r" t="t"/>
                <a:pathLst>
                  <a:path extrusionOk="0" h="598" w="1065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48"/>
              <p:cNvSpPr/>
              <p:nvPr/>
            </p:nvSpPr>
            <p:spPr>
              <a:xfrm>
                <a:off x="7450425" y="8016302"/>
                <a:ext cx="91825" cy="51286"/>
              </a:xfrm>
              <a:custGeom>
                <a:rect b="b" l="l" r="r" t="t"/>
                <a:pathLst>
                  <a:path extrusionOk="0" h="482" w="863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7" name="Google Shape;3697;p48"/>
              <p:cNvSpPr/>
              <p:nvPr/>
            </p:nvSpPr>
            <p:spPr>
              <a:xfrm>
                <a:off x="7354023" y="7986403"/>
                <a:ext cx="136089" cy="76503"/>
              </a:xfrm>
              <a:custGeom>
                <a:rect b="b" l="l" r="r" t="t"/>
                <a:pathLst>
                  <a:path extrusionOk="0" h="719" w="1279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8" name="Google Shape;3698;p48"/>
              <p:cNvSpPr/>
              <p:nvPr/>
            </p:nvSpPr>
            <p:spPr>
              <a:xfrm>
                <a:off x="7299651" y="8049926"/>
                <a:ext cx="80334" cy="44370"/>
              </a:xfrm>
              <a:custGeom>
                <a:rect b="b" l="l" r="r" t="t"/>
                <a:pathLst>
                  <a:path extrusionOk="0" h="417" w="755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48"/>
              <p:cNvSpPr/>
              <p:nvPr/>
            </p:nvSpPr>
            <p:spPr>
              <a:xfrm>
                <a:off x="7248471" y="8081208"/>
                <a:ext cx="77355" cy="42880"/>
              </a:xfrm>
              <a:custGeom>
                <a:rect b="b" l="l" r="r" t="t"/>
                <a:pathLst>
                  <a:path extrusionOk="0" h="403" w="727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48"/>
              <p:cNvSpPr/>
              <p:nvPr/>
            </p:nvSpPr>
            <p:spPr>
              <a:xfrm>
                <a:off x="6570044" y="8327638"/>
                <a:ext cx="119384" cy="67885"/>
              </a:xfrm>
              <a:custGeom>
                <a:rect b="b" l="l" r="r" t="t"/>
                <a:pathLst>
                  <a:path extrusionOk="0" h="638" w="1122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48"/>
              <p:cNvSpPr/>
              <p:nvPr/>
            </p:nvSpPr>
            <p:spPr>
              <a:xfrm>
                <a:off x="6661764" y="8296888"/>
                <a:ext cx="81292" cy="45221"/>
              </a:xfrm>
              <a:custGeom>
                <a:rect b="b" l="l" r="r" t="t"/>
                <a:pathLst>
                  <a:path extrusionOk="0" h="425" w="764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48"/>
              <p:cNvSpPr/>
              <p:nvPr/>
            </p:nvSpPr>
            <p:spPr>
              <a:xfrm>
                <a:off x="6624416" y="8339023"/>
                <a:ext cx="151517" cy="85760"/>
              </a:xfrm>
              <a:custGeom>
                <a:rect b="b" l="l" r="r" t="t"/>
                <a:pathLst>
                  <a:path extrusionOk="0" h="806" w="1424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3" name="Google Shape;3703;p48"/>
              <p:cNvSpPr/>
              <p:nvPr/>
            </p:nvSpPr>
            <p:spPr>
              <a:xfrm>
                <a:off x="6751249" y="8308592"/>
                <a:ext cx="76610" cy="43306"/>
              </a:xfrm>
              <a:custGeom>
                <a:rect b="b" l="l" r="r" t="t"/>
                <a:pathLst>
                  <a:path extrusionOk="0" h="407" w="72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4" name="Google Shape;3704;p48"/>
              <p:cNvSpPr/>
              <p:nvPr/>
            </p:nvSpPr>
            <p:spPr>
              <a:xfrm>
                <a:off x="7167286" y="8068227"/>
                <a:ext cx="76716" cy="42987"/>
              </a:xfrm>
              <a:custGeom>
                <a:rect b="b" l="l" r="r" t="t"/>
                <a:pathLst>
                  <a:path extrusionOk="0" h="404" w="721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5" name="Google Shape;3705;p48"/>
              <p:cNvSpPr/>
              <p:nvPr/>
            </p:nvSpPr>
            <p:spPr>
              <a:xfrm>
                <a:off x="6462151" y="8351260"/>
                <a:ext cx="81930" cy="45753"/>
              </a:xfrm>
              <a:custGeom>
                <a:rect b="b" l="l" r="r" t="t"/>
                <a:pathLst>
                  <a:path extrusionOk="0" h="430" w="77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6" name="Google Shape;3706;p48"/>
              <p:cNvSpPr/>
              <p:nvPr/>
            </p:nvSpPr>
            <p:spPr>
              <a:xfrm>
                <a:off x="6513544" y="8381053"/>
                <a:ext cx="84164" cy="47349"/>
              </a:xfrm>
              <a:custGeom>
                <a:rect b="b" l="l" r="r" t="t"/>
                <a:pathLst>
                  <a:path extrusionOk="0" h="445" w="791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7" name="Google Shape;3707;p48"/>
              <p:cNvSpPr/>
              <p:nvPr/>
            </p:nvSpPr>
            <p:spPr>
              <a:xfrm>
                <a:off x="6835414" y="8140156"/>
                <a:ext cx="73524" cy="41178"/>
              </a:xfrm>
              <a:custGeom>
                <a:rect b="b" l="l" r="r" t="t"/>
                <a:pathLst>
                  <a:path extrusionOk="0" h="387" w="691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8" name="Google Shape;3708;p48"/>
              <p:cNvSpPr/>
              <p:nvPr/>
            </p:nvSpPr>
            <p:spPr>
              <a:xfrm>
                <a:off x="6429272" y="8332001"/>
                <a:ext cx="62884" cy="34581"/>
              </a:xfrm>
              <a:custGeom>
                <a:rect b="b" l="l" r="r" t="t"/>
                <a:pathLst>
                  <a:path extrusionOk="0" h="325" w="591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48"/>
              <p:cNvSpPr/>
              <p:nvPr/>
            </p:nvSpPr>
            <p:spPr>
              <a:xfrm>
                <a:off x="6537910" y="8270925"/>
                <a:ext cx="59798" cy="33730"/>
              </a:xfrm>
              <a:custGeom>
                <a:rect b="b" l="l" r="r" t="t"/>
                <a:pathLst>
                  <a:path extrusionOk="0" h="317" w="562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48"/>
              <p:cNvSpPr/>
              <p:nvPr/>
            </p:nvSpPr>
            <p:spPr>
              <a:xfrm>
                <a:off x="6485985" y="8302314"/>
                <a:ext cx="57351" cy="31389"/>
              </a:xfrm>
              <a:custGeom>
                <a:rect b="b" l="l" r="r" t="t"/>
                <a:pathLst>
                  <a:path extrusionOk="0" h="295" w="539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48"/>
              <p:cNvSpPr/>
              <p:nvPr/>
            </p:nvSpPr>
            <p:spPr>
              <a:xfrm>
                <a:off x="6518864" y="8289972"/>
                <a:ext cx="130769" cy="74375"/>
              </a:xfrm>
              <a:custGeom>
                <a:rect b="b" l="l" r="r" t="t"/>
                <a:pathLst>
                  <a:path extrusionOk="0" h="699" w="1229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48"/>
              <p:cNvSpPr/>
              <p:nvPr/>
            </p:nvSpPr>
            <p:spPr>
              <a:xfrm>
                <a:off x="6591537" y="8240281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3" name="Google Shape;3713;p48"/>
              <p:cNvSpPr/>
              <p:nvPr/>
            </p:nvSpPr>
            <p:spPr>
              <a:xfrm>
                <a:off x="6644952" y="8210488"/>
                <a:ext cx="58309" cy="32027"/>
              </a:xfrm>
              <a:custGeom>
                <a:rect b="b" l="l" r="r" t="t"/>
                <a:pathLst>
                  <a:path extrusionOk="0" h="301" w="54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4" name="Google Shape;3714;p48"/>
              <p:cNvSpPr/>
              <p:nvPr/>
            </p:nvSpPr>
            <p:spPr>
              <a:xfrm>
                <a:off x="6697089" y="8180589"/>
                <a:ext cx="57351" cy="31602"/>
              </a:xfrm>
              <a:custGeom>
                <a:rect b="b" l="l" r="r" t="t"/>
                <a:pathLst>
                  <a:path extrusionOk="0" h="297" w="539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48"/>
              <p:cNvSpPr/>
              <p:nvPr/>
            </p:nvSpPr>
            <p:spPr>
              <a:xfrm>
                <a:off x="6729862" y="8199848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48"/>
              <p:cNvSpPr/>
              <p:nvPr/>
            </p:nvSpPr>
            <p:spPr>
              <a:xfrm>
                <a:off x="6677830" y="8229641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48"/>
              <p:cNvSpPr/>
              <p:nvPr/>
            </p:nvSpPr>
            <p:spPr>
              <a:xfrm>
                <a:off x="6624416" y="8259434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48"/>
              <p:cNvSpPr/>
              <p:nvPr/>
            </p:nvSpPr>
            <p:spPr>
              <a:xfrm>
                <a:off x="6851374" y="8091210"/>
                <a:ext cx="58309" cy="32134"/>
              </a:xfrm>
              <a:custGeom>
                <a:rect b="b" l="l" r="r" t="t"/>
                <a:pathLst>
                  <a:path extrusionOk="0" h="302" w="548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9" name="Google Shape;3719;p48"/>
              <p:cNvSpPr/>
              <p:nvPr/>
            </p:nvSpPr>
            <p:spPr>
              <a:xfrm>
                <a:off x="6670276" y="8472134"/>
                <a:ext cx="81930" cy="45859"/>
              </a:xfrm>
              <a:custGeom>
                <a:rect b="b" l="l" r="r" t="t"/>
                <a:pathLst>
                  <a:path extrusionOk="0" h="431" w="77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1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0" name="Google Shape;3720;p48"/>
              <p:cNvSpPr/>
              <p:nvPr/>
            </p:nvSpPr>
            <p:spPr>
              <a:xfrm>
                <a:off x="6781148" y="8409356"/>
                <a:ext cx="79589" cy="45115"/>
              </a:xfrm>
              <a:custGeom>
                <a:rect b="b" l="l" r="r" t="t"/>
                <a:pathLst>
                  <a:path extrusionOk="0" h="424" w="748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48"/>
              <p:cNvSpPr/>
              <p:nvPr/>
            </p:nvSpPr>
            <p:spPr>
              <a:xfrm>
                <a:off x="6674851" y="8410952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48"/>
              <p:cNvSpPr/>
              <p:nvPr/>
            </p:nvSpPr>
            <p:spPr>
              <a:xfrm>
                <a:off x="6726776" y="8440745"/>
                <a:ext cx="79589" cy="44370"/>
              </a:xfrm>
              <a:custGeom>
                <a:rect b="b" l="l" r="r" t="t"/>
                <a:pathLst>
                  <a:path extrusionOk="0" h="417" w="748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48"/>
              <p:cNvSpPr/>
              <p:nvPr/>
            </p:nvSpPr>
            <p:spPr>
              <a:xfrm>
                <a:off x="6729223" y="8351260"/>
                <a:ext cx="128534" cy="72779"/>
              </a:xfrm>
              <a:custGeom>
                <a:rect b="b" l="l" r="r" t="t"/>
                <a:pathLst>
                  <a:path extrusionOk="0" h="684" w="1208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48"/>
              <p:cNvSpPr/>
              <p:nvPr/>
            </p:nvSpPr>
            <p:spPr>
              <a:xfrm>
                <a:off x="6832328" y="8321360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5" name="Google Shape;3725;p48"/>
              <p:cNvSpPr/>
              <p:nvPr/>
            </p:nvSpPr>
            <p:spPr>
              <a:xfrm>
                <a:off x="6767316" y="8237302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48"/>
              <p:cNvSpPr/>
              <p:nvPr/>
            </p:nvSpPr>
            <p:spPr>
              <a:xfrm>
                <a:off x="6715391" y="826709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48"/>
              <p:cNvSpPr/>
              <p:nvPr/>
            </p:nvSpPr>
            <p:spPr>
              <a:xfrm>
                <a:off x="6803386" y="8120897"/>
                <a:ext cx="54372" cy="30006"/>
              </a:xfrm>
              <a:custGeom>
                <a:rect b="b" l="l" r="r" t="t"/>
                <a:pathLst>
                  <a:path extrusionOk="0" h="282" w="511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48"/>
              <p:cNvSpPr/>
              <p:nvPr/>
            </p:nvSpPr>
            <p:spPr>
              <a:xfrm>
                <a:off x="6749014" y="8149306"/>
                <a:ext cx="59798" cy="32985"/>
              </a:xfrm>
              <a:custGeom>
                <a:rect b="b" l="l" r="r" t="t"/>
                <a:pathLst>
                  <a:path extrusionOk="0" h="310" w="562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48"/>
              <p:cNvSpPr/>
              <p:nvPr/>
            </p:nvSpPr>
            <p:spPr>
              <a:xfrm>
                <a:off x="6781148" y="8168459"/>
                <a:ext cx="79589" cy="44263"/>
              </a:xfrm>
              <a:custGeom>
                <a:rect b="b" l="l" r="r" t="t"/>
                <a:pathLst>
                  <a:path extrusionOk="0" h="416" w="748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48"/>
              <p:cNvSpPr/>
              <p:nvPr/>
            </p:nvSpPr>
            <p:spPr>
              <a:xfrm>
                <a:off x="6936390" y="8080570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1" name="Google Shape;3731;p48"/>
              <p:cNvSpPr/>
              <p:nvPr/>
            </p:nvSpPr>
            <p:spPr>
              <a:xfrm>
                <a:off x="6884253" y="8110256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48"/>
              <p:cNvSpPr/>
              <p:nvPr/>
            </p:nvSpPr>
            <p:spPr>
              <a:xfrm>
                <a:off x="7184204" y="7997043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48"/>
              <p:cNvSpPr/>
              <p:nvPr/>
            </p:nvSpPr>
            <p:spPr>
              <a:xfrm>
                <a:off x="7146750" y="7959589"/>
                <a:ext cx="75759" cy="42242"/>
              </a:xfrm>
              <a:custGeom>
                <a:rect b="b" l="l" r="r" t="t"/>
                <a:pathLst>
                  <a:path extrusionOk="0" h="397" w="712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48"/>
              <p:cNvSpPr/>
              <p:nvPr/>
            </p:nvSpPr>
            <p:spPr>
              <a:xfrm>
                <a:off x="7113765" y="7940543"/>
                <a:ext cx="57564" cy="31389"/>
              </a:xfrm>
              <a:custGeom>
                <a:rect b="b" l="l" r="r" t="t"/>
                <a:pathLst>
                  <a:path extrusionOk="0" h="295" w="541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48"/>
              <p:cNvSpPr/>
              <p:nvPr/>
            </p:nvSpPr>
            <p:spPr>
              <a:xfrm>
                <a:off x="7061095" y="7969698"/>
                <a:ext cx="58202" cy="32134"/>
              </a:xfrm>
              <a:custGeom>
                <a:rect b="b" l="l" r="r" t="t"/>
                <a:pathLst>
                  <a:path extrusionOk="0" h="302" w="547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48"/>
              <p:cNvSpPr/>
              <p:nvPr/>
            </p:nvSpPr>
            <p:spPr>
              <a:xfrm>
                <a:off x="6903512" y="8061311"/>
                <a:ext cx="57457" cy="31602"/>
              </a:xfrm>
              <a:custGeom>
                <a:rect b="b" l="l" r="r" t="t"/>
                <a:pathLst>
                  <a:path extrusionOk="0" h="297" w="54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7" name="Google Shape;3737;p48"/>
              <p:cNvSpPr/>
              <p:nvPr/>
            </p:nvSpPr>
            <p:spPr>
              <a:xfrm>
                <a:off x="7009064" y="8000129"/>
                <a:ext cx="58096" cy="32027"/>
              </a:xfrm>
              <a:custGeom>
                <a:rect b="b" l="l" r="r" t="t"/>
                <a:pathLst>
                  <a:path extrusionOk="0" h="301" w="546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8" name="Google Shape;3738;p48"/>
              <p:cNvSpPr/>
              <p:nvPr/>
            </p:nvSpPr>
            <p:spPr>
              <a:xfrm>
                <a:off x="7093867" y="7988744"/>
                <a:ext cx="77461" cy="43412"/>
              </a:xfrm>
              <a:custGeom>
                <a:rect b="b" l="l" r="r" t="t"/>
                <a:pathLst>
                  <a:path extrusionOk="0" h="408" w="728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48"/>
              <p:cNvSpPr/>
              <p:nvPr/>
            </p:nvSpPr>
            <p:spPr>
              <a:xfrm>
                <a:off x="7041942" y="8019282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48"/>
              <p:cNvSpPr/>
              <p:nvPr/>
            </p:nvSpPr>
            <p:spPr>
              <a:xfrm>
                <a:off x="6954798" y="8030028"/>
                <a:ext cx="60437" cy="33517"/>
              </a:xfrm>
              <a:custGeom>
                <a:rect b="b" l="l" r="r" t="t"/>
                <a:pathLst>
                  <a:path extrusionOk="0" h="315" w="568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48"/>
              <p:cNvSpPr/>
              <p:nvPr/>
            </p:nvSpPr>
            <p:spPr>
              <a:xfrm>
                <a:off x="6987677" y="8049181"/>
                <a:ext cx="79483" cy="44476"/>
              </a:xfrm>
              <a:custGeom>
                <a:rect b="b" l="l" r="r" t="t"/>
                <a:pathLst>
                  <a:path extrusionOk="0" h="418" w="747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48"/>
              <p:cNvSpPr/>
              <p:nvPr/>
            </p:nvSpPr>
            <p:spPr>
              <a:xfrm>
                <a:off x="7270710" y="8007258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48"/>
              <p:cNvSpPr/>
              <p:nvPr/>
            </p:nvSpPr>
            <p:spPr>
              <a:xfrm>
                <a:off x="7219317" y="8038541"/>
                <a:ext cx="75865" cy="42774"/>
              </a:xfrm>
              <a:custGeom>
                <a:rect b="b" l="l" r="r" t="t"/>
                <a:pathLst>
                  <a:path extrusionOk="0" h="402" w="713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48"/>
              <p:cNvSpPr/>
              <p:nvPr/>
            </p:nvSpPr>
            <p:spPr>
              <a:xfrm>
                <a:off x="7131321" y="8026943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48"/>
              <p:cNvSpPr/>
              <p:nvPr/>
            </p:nvSpPr>
            <p:spPr>
              <a:xfrm>
                <a:off x="7079396" y="8056735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48"/>
              <p:cNvSpPr/>
              <p:nvPr/>
            </p:nvSpPr>
            <p:spPr>
              <a:xfrm>
                <a:off x="7025024" y="8086635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48"/>
              <p:cNvSpPr/>
              <p:nvPr/>
            </p:nvSpPr>
            <p:spPr>
              <a:xfrm>
                <a:off x="7115361" y="8098871"/>
                <a:ext cx="76503" cy="42667"/>
              </a:xfrm>
              <a:custGeom>
                <a:rect b="b" l="l" r="r" t="t"/>
                <a:pathLst>
                  <a:path extrusionOk="0" h="401" w="719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48"/>
              <p:cNvSpPr/>
              <p:nvPr/>
            </p:nvSpPr>
            <p:spPr>
              <a:xfrm>
                <a:off x="6973844" y="8117917"/>
                <a:ext cx="78844" cy="44476"/>
              </a:xfrm>
              <a:custGeom>
                <a:rect b="b" l="l" r="r" t="t"/>
                <a:pathLst>
                  <a:path extrusionOk="0" h="418" w="741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9" name="Google Shape;3749;p48"/>
              <p:cNvSpPr/>
              <p:nvPr/>
            </p:nvSpPr>
            <p:spPr>
              <a:xfrm>
                <a:off x="7061095" y="8128664"/>
                <a:ext cx="78844" cy="44263"/>
              </a:xfrm>
              <a:custGeom>
                <a:rect b="b" l="l" r="r" t="t"/>
                <a:pathLst>
                  <a:path extrusionOk="0" h="416" w="741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0" name="Google Shape;3750;p48"/>
              <p:cNvSpPr/>
              <p:nvPr/>
            </p:nvSpPr>
            <p:spPr>
              <a:xfrm>
                <a:off x="7144409" y="8140900"/>
                <a:ext cx="77355" cy="43625"/>
              </a:xfrm>
              <a:custGeom>
                <a:rect b="b" l="l" r="r" t="t"/>
                <a:pathLst>
                  <a:path extrusionOk="0" h="410" w="727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1" name="Google Shape;3751;p48"/>
              <p:cNvSpPr/>
              <p:nvPr/>
            </p:nvSpPr>
            <p:spPr>
              <a:xfrm>
                <a:off x="7240704" y="8145476"/>
                <a:ext cx="77461" cy="42880"/>
              </a:xfrm>
              <a:custGeom>
                <a:rect b="b" l="l" r="r" t="t"/>
                <a:pathLst>
                  <a:path extrusionOk="0" h="403" w="728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48"/>
              <p:cNvSpPr/>
              <p:nvPr/>
            </p:nvSpPr>
            <p:spPr>
              <a:xfrm>
                <a:off x="6921920" y="8147710"/>
                <a:ext cx="79589" cy="44476"/>
              </a:xfrm>
              <a:custGeom>
                <a:rect b="b" l="l" r="r" t="t"/>
                <a:pathLst>
                  <a:path extrusionOk="0" h="418" w="748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48"/>
              <p:cNvSpPr/>
              <p:nvPr/>
            </p:nvSpPr>
            <p:spPr>
              <a:xfrm>
                <a:off x="7009809" y="8160053"/>
                <a:ext cx="75759" cy="42135"/>
              </a:xfrm>
              <a:custGeom>
                <a:rect b="b" l="l" r="r" t="t"/>
                <a:pathLst>
                  <a:path extrusionOk="0" h="396" w="712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4" name="Google Shape;3754;p48"/>
              <p:cNvSpPr/>
              <p:nvPr/>
            </p:nvSpPr>
            <p:spPr>
              <a:xfrm>
                <a:off x="7090037" y="8170693"/>
                <a:ext cx="79802" cy="45008"/>
              </a:xfrm>
              <a:custGeom>
                <a:rect b="b" l="l" r="r" t="t"/>
                <a:pathLst>
                  <a:path extrusionOk="0" h="423" w="75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48"/>
              <p:cNvSpPr/>
              <p:nvPr/>
            </p:nvSpPr>
            <p:spPr>
              <a:xfrm>
                <a:off x="6872868" y="8177822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6" name="Google Shape;3756;p48"/>
              <p:cNvSpPr/>
              <p:nvPr/>
            </p:nvSpPr>
            <p:spPr>
              <a:xfrm>
                <a:off x="6956926" y="8189740"/>
                <a:ext cx="77461" cy="42987"/>
              </a:xfrm>
              <a:custGeom>
                <a:rect b="b" l="l" r="r" t="t"/>
                <a:pathLst>
                  <a:path extrusionOk="0" h="404" w="728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7" name="Google Shape;3757;p48"/>
              <p:cNvSpPr/>
              <p:nvPr/>
            </p:nvSpPr>
            <p:spPr>
              <a:xfrm>
                <a:off x="7038857" y="8202082"/>
                <a:ext cx="76610" cy="42987"/>
              </a:xfrm>
              <a:custGeom>
                <a:rect b="b" l="l" r="r" t="t"/>
                <a:pathLst>
                  <a:path extrusionOk="0" h="404" w="72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48"/>
              <p:cNvSpPr/>
              <p:nvPr/>
            </p:nvSpPr>
            <p:spPr>
              <a:xfrm>
                <a:off x="6818602" y="8205913"/>
                <a:ext cx="81930" cy="45966"/>
              </a:xfrm>
              <a:custGeom>
                <a:rect b="b" l="l" r="r" t="t"/>
                <a:pathLst>
                  <a:path extrusionOk="0" h="432" w="77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48"/>
              <p:cNvSpPr/>
              <p:nvPr/>
            </p:nvSpPr>
            <p:spPr>
              <a:xfrm>
                <a:off x="6908832" y="8219745"/>
                <a:ext cx="73524" cy="40539"/>
              </a:xfrm>
              <a:custGeom>
                <a:rect b="b" l="l" r="r" t="t"/>
                <a:pathLst>
                  <a:path extrusionOk="0" h="381" w="691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48"/>
              <p:cNvSpPr/>
              <p:nvPr/>
            </p:nvSpPr>
            <p:spPr>
              <a:xfrm>
                <a:off x="6986187" y="8231982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48"/>
              <p:cNvSpPr/>
              <p:nvPr/>
            </p:nvSpPr>
            <p:spPr>
              <a:xfrm>
                <a:off x="6854566" y="8247942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2" name="Google Shape;3762;p48"/>
              <p:cNvSpPr/>
              <p:nvPr/>
            </p:nvSpPr>
            <p:spPr>
              <a:xfrm>
                <a:off x="6937880" y="8261881"/>
                <a:ext cx="74269" cy="41178"/>
              </a:xfrm>
              <a:custGeom>
                <a:rect b="b" l="l" r="r" t="t"/>
                <a:pathLst>
                  <a:path extrusionOk="0" h="387" w="698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3" name="Google Shape;3763;p48"/>
              <p:cNvSpPr/>
              <p:nvPr/>
            </p:nvSpPr>
            <p:spPr>
              <a:xfrm>
                <a:off x="6803386" y="8279331"/>
                <a:ext cx="75652" cy="42135"/>
              </a:xfrm>
              <a:custGeom>
                <a:rect b="b" l="l" r="r" t="t"/>
                <a:pathLst>
                  <a:path extrusionOk="0" h="396" w="711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48"/>
              <p:cNvSpPr/>
              <p:nvPr/>
            </p:nvSpPr>
            <p:spPr>
              <a:xfrm>
                <a:off x="6883508" y="8289972"/>
                <a:ext cx="79802" cy="44476"/>
              </a:xfrm>
              <a:custGeom>
                <a:rect b="b" l="l" r="r" t="t"/>
                <a:pathLst>
                  <a:path extrusionOk="0" h="418" w="75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5" name="Google Shape;3765;p48"/>
              <p:cNvSpPr/>
              <p:nvPr/>
            </p:nvSpPr>
            <p:spPr>
              <a:xfrm>
                <a:off x="6935646" y="8175269"/>
                <a:ext cx="330593" cy="189822"/>
              </a:xfrm>
              <a:custGeom>
                <a:rect b="b" l="l" r="r" t="t"/>
                <a:pathLst>
                  <a:path extrusionOk="0" h="1784" w="3107">
                    <a:moveTo>
                      <a:pt x="2745" y="1"/>
                    </a:moveTo>
                    <a:cubicBezTo>
                      <a:pt x="2711" y="1"/>
                      <a:pt x="2677" y="8"/>
                      <a:pt x="2652" y="23"/>
                    </a:cubicBezTo>
                    <a:lnTo>
                      <a:pt x="51" y="1525"/>
                    </a:lnTo>
                    <a:cubicBezTo>
                      <a:pt x="1" y="1553"/>
                      <a:pt x="1" y="1605"/>
                      <a:pt x="51" y="1632"/>
                    </a:cubicBezTo>
                    <a:lnTo>
                      <a:pt x="273" y="1761"/>
                    </a:lnTo>
                    <a:cubicBezTo>
                      <a:pt x="298" y="1776"/>
                      <a:pt x="331" y="1783"/>
                      <a:pt x="364" y="1783"/>
                    </a:cubicBezTo>
                    <a:cubicBezTo>
                      <a:pt x="397" y="1783"/>
                      <a:pt x="431" y="1776"/>
                      <a:pt x="460" y="1761"/>
                    </a:cubicBezTo>
                    <a:lnTo>
                      <a:pt x="3054" y="259"/>
                    </a:lnTo>
                    <a:cubicBezTo>
                      <a:pt x="3106" y="231"/>
                      <a:pt x="3106" y="181"/>
                      <a:pt x="3054" y="152"/>
                    </a:cubicBezTo>
                    <a:lnTo>
                      <a:pt x="2839" y="23"/>
                    </a:lnTo>
                    <a:cubicBezTo>
                      <a:pt x="2814" y="8"/>
                      <a:pt x="2780" y="1"/>
                      <a:pt x="2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6" name="Google Shape;3766;p48"/>
              <p:cNvSpPr/>
              <p:nvPr/>
            </p:nvSpPr>
            <p:spPr>
              <a:xfrm>
                <a:off x="6884253" y="8352005"/>
                <a:ext cx="76716" cy="42667"/>
              </a:xfrm>
              <a:custGeom>
                <a:rect b="b" l="l" r="r" t="t"/>
                <a:pathLst>
                  <a:path extrusionOk="0" h="401" w="721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48"/>
              <p:cNvSpPr/>
              <p:nvPr/>
            </p:nvSpPr>
            <p:spPr>
              <a:xfrm>
                <a:off x="6967779" y="8188144"/>
                <a:ext cx="526905" cy="272603"/>
              </a:xfrm>
              <a:custGeom>
                <a:rect b="b" l="l" r="r" t="t"/>
                <a:pathLst>
                  <a:path extrusionOk="0" h="2562" w="4952">
                    <a:moveTo>
                      <a:pt x="3332" y="0"/>
                    </a:moveTo>
                    <a:cubicBezTo>
                      <a:pt x="3306" y="0"/>
                      <a:pt x="3281" y="6"/>
                      <a:pt x="3263" y="17"/>
                    </a:cubicBezTo>
                    <a:lnTo>
                      <a:pt x="44" y="1879"/>
                    </a:lnTo>
                    <a:cubicBezTo>
                      <a:pt x="1" y="1899"/>
                      <a:pt x="1" y="1935"/>
                      <a:pt x="35" y="1958"/>
                    </a:cubicBezTo>
                    <a:lnTo>
                      <a:pt x="1079" y="2562"/>
                    </a:lnTo>
                    <a:lnTo>
                      <a:pt x="2882" y="1518"/>
                    </a:lnTo>
                    <a:lnTo>
                      <a:pt x="3422" y="1835"/>
                    </a:lnTo>
                    <a:lnTo>
                      <a:pt x="4909" y="980"/>
                    </a:lnTo>
                    <a:cubicBezTo>
                      <a:pt x="4952" y="950"/>
                      <a:pt x="4952" y="914"/>
                      <a:pt x="4909" y="894"/>
                    </a:cubicBezTo>
                    <a:lnTo>
                      <a:pt x="3399" y="17"/>
                    </a:lnTo>
                    <a:cubicBezTo>
                      <a:pt x="3382" y="6"/>
                      <a:pt x="3357" y="0"/>
                      <a:pt x="3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8" name="Google Shape;3768;p48"/>
              <p:cNvSpPr/>
              <p:nvPr/>
            </p:nvSpPr>
            <p:spPr>
              <a:xfrm>
                <a:off x="7082482" y="8349664"/>
                <a:ext cx="249407" cy="141728"/>
              </a:xfrm>
              <a:custGeom>
                <a:rect b="b" l="l" r="r" t="t"/>
                <a:pathLst>
                  <a:path extrusionOk="0" h="1332" w="2344">
                    <a:moveTo>
                      <a:pt x="1804" y="0"/>
                    </a:moveTo>
                    <a:lnTo>
                      <a:pt x="1" y="1044"/>
                    </a:lnTo>
                    <a:lnTo>
                      <a:pt x="475" y="1316"/>
                    </a:lnTo>
                    <a:cubicBezTo>
                      <a:pt x="493" y="1327"/>
                      <a:pt x="518" y="1332"/>
                      <a:pt x="543" y="1332"/>
                    </a:cubicBezTo>
                    <a:cubicBezTo>
                      <a:pt x="568" y="1332"/>
                      <a:pt x="593" y="1327"/>
                      <a:pt x="612" y="1316"/>
                    </a:cubicBezTo>
                    <a:lnTo>
                      <a:pt x="2344" y="317"/>
                    </a:lnTo>
                    <a:lnTo>
                      <a:pt x="180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9" name="Google Shape;3769;p48"/>
              <p:cNvSpPr/>
              <p:nvPr/>
            </p:nvSpPr>
            <p:spPr>
              <a:xfrm>
                <a:off x="6835414" y="8381053"/>
                <a:ext cx="74269" cy="42029"/>
              </a:xfrm>
              <a:custGeom>
                <a:rect b="b" l="l" r="r" t="t"/>
                <a:pathLst>
                  <a:path extrusionOk="0" h="395" w="698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48"/>
              <p:cNvSpPr/>
              <p:nvPr/>
            </p:nvSpPr>
            <p:spPr>
              <a:xfrm>
                <a:off x="7292735" y="8115044"/>
                <a:ext cx="77355" cy="43519"/>
              </a:xfrm>
              <a:custGeom>
                <a:rect b="b" l="l" r="r" t="t"/>
                <a:pathLst>
                  <a:path extrusionOk="0" h="409" w="727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48"/>
              <p:cNvSpPr/>
              <p:nvPr/>
            </p:nvSpPr>
            <p:spPr>
              <a:xfrm>
                <a:off x="7344873" y="8085890"/>
                <a:ext cx="77355" cy="42774"/>
              </a:xfrm>
              <a:custGeom>
                <a:rect b="b" l="l" r="r" t="t"/>
                <a:pathLst>
                  <a:path extrusionOk="0" h="402" w="727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48"/>
              <p:cNvSpPr/>
              <p:nvPr/>
            </p:nvSpPr>
            <p:spPr>
              <a:xfrm>
                <a:off x="7396053" y="8054501"/>
                <a:ext cx="80334" cy="44476"/>
              </a:xfrm>
              <a:custGeom>
                <a:rect b="b" l="l" r="r" t="t"/>
                <a:pathLst>
                  <a:path extrusionOk="0" h="418" w="755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48"/>
              <p:cNvSpPr/>
              <p:nvPr/>
            </p:nvSpPr>
            <p:spPr>
              <a:xfrm>
                <a:off x="6566958" y="8412442"/>
                <a:ext cx="81930" cy="45115"/>
              </a:xfrm>
              <a:custGeom>
                <a:rect b="b" l="l" r="r" t="t"/>
                <a:pathLst>
                  <a:path extrusionOk="0" h="424" w="77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4" name="Google Shape;3774;p48"/>
              <p:cNvSpPr/>
              <p:nvPr/>
            </p:nvSpPr>
            <p:spPr>
              <a:xfrm>
                <a:off x="6618138" y="8441596"/>
                <a:ext cx="82675" cy="46711"/>
              </a:xfrm>
              <a:custGeom>
                <a:rect b="b" l="l" r="r" t="t"/>
                <a:pathLst>
                  <a:path extrusionOk="0" h="439" w="777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5" name="Google Shape;3775;p48"/>
              <p:cNvSpPr/>
              <p:nvPr/>
            </p:nvSpPr>
            <p:spPr>
              <a:xfrm>
                <a:off x="7196334" y="8110788"/>
                <a:ext cx="78099" cy="43199"/>
              </a:xfrm>
              <a:custGeom>
                <a:rect b="b" l="l" r="r" t="t"/>
                <a:pathLst>
                  <a:path extrusionOk="0" h="406" w="734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48"/>
              <p:cNvSpPr/>
              <p:nvPr/>
            </p:nvSpPr>
            <p:spPr>
              <a:xfrm>
                <a:off x="7165158" y="7909154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48"/>
              <p:cNvSpPr/>
              <p:nvPr/>
            </p:nvSpPr>
            <p:spPr>
              <a:xfrm>
                <a:off x="7219317" y="7876275"/>
                <a:ext cx="62139" cy="34474"/>
              </a:xfrm>
              <a:custGeom>
                <a:rect b="b" l="l" r="r" t="t"/>
                <a:pathLst>
                  <a:path extrusionOk="0" h="324" w="584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48"/>
              <p:cNvSpPr/>
              <p:nvPr/>
            </p:nvSpPr>
            <p:spPr>
              <a:xfrm>
                <a:off x="7252302" y="7895322"/>
                <a:ext cx="81079" cy="45221"/>
              </a:xfrm>
              <a:custGeom>
                <a:rect b="b" l="l" r="r" t="t"/>
                <a:pathLst>
                  <a:path extrusionOk="0" h="425" w="762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48"/>
              <p:cNvSpPr/>
              <p:nvPr/>
            </p:nvSpPr>
            <p:spPr>
              <a:xfrm>
                <a:off x="7198036" y="7928200"/>
                <a:ext cx="78844" cy="43731"/>
              </a:xfrm>
              <a:custGeom>
                <a:rect b="b" l="l" r="r" t="t"/>
                <a:pathLst>
                  <a:path extrusionOk="0" h="411" w="741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0" name="Google Shape;3780;p48"/>
              <p:cNvSpPr/>
              <p:nvPr/>
            </p:nvSpPr>
            <p:spPr>
              <a:xfrm>
                <a:off x="7289756" y="7925221"/>
                <a:ext cx="97252" cy="55116"/>
              </a:xfrm>
              <a:custGeom>
                <a:rect b="b" l="l" r="r" t="t"/>
                <a:pathLst>
                  <a:path extrusionOk="0" h="518" w="914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1" name="Google Shape;3781;p48"/>
              <p:cNvSpPr/>
              <p:nvPr/>
            </p:nvSpPr>
            <p:spPr>
              <a:xfrm>
                <a:off x="7235384" y="7965761"/>
                <a:ext cx="82036" cy="45966"/>
              </a:xfrm>
              <a:custGeom>
                <a:rect b="b" l="l" r="r" t="t"/>
                <a:pathLst>
                  <a:path extrusionOk="0" h="432" w="771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48"/>
              <p:cNvSpPr/>
              <p:nvPr/>
            </p:nvSpPr>
            <p:spPr>
              <a:xfrm>
                <a:off x="7324869" y="7956610"/>
                <a:ext cx="113319" cy="63629"/>
              </a:xfrm>
              <a:custGeom>
                <a:rect b="b" l="l" r="r" t="t"/>
                <a:pathLst>
                  <a:path extrusionOk="0" h="598" w="1065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48"/>
              <p:cNvSpPr/>
              <p:nvPr/>
            </p:nvSpPr>
            <p:spPr>
              <a:xfrm>
                <a:off x="7450425" y="8016302"/>
                <a:ext cx="91825" cy="51286"/>
              </a:xfrm>
              <a:custGeom>
                <a:rect b="b" l="l" r="r" t="t"/>
                <a:pathLst>
                  <a:path extrusionOk="0" h="482" w="863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48"/>
              <p:cNvSpPr/>
              <p:nvPr/>
            </p:nvSpPr>
            <p:spPr>
              <a:xfrm>
                <a:off x="7354023" y="7986403"/>
                <a:ext cx="136089" cy="76503"/>
              </a:xfrm>
              <a:custGeom>
                <a:rect b="b" l="l" r="r" t="t"/>
                <a:pathLst>
                  <a:path extrusionOk="0" h="719" w="1279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48"/>
              <p:cNvSpPr/>
              <p:nvPr/>
            </p:nvSpPr>
            <p:spPr>
              <a:xfrm>
                <a:off x="7299651" y="8049926"/>
                <a:ext cx="80334" cy="44370"/>
              </a:xfrm>
              <a:custGeom>
                <a:rect b="b" l="l" r="r" t="t"/>
                <a:pathLst>
                  <a:path extrusionOk="0" h="417" w="755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6" name="Google Shape;3786;p48"/>
              <p:cNvSpPr/>
              <p:nvPr/>
            </p:nvSpPr>
            <p:spPr>
              <a:xfrm>
                <a:off x="7248471" y="8081208"/>
                <a:ext cx="77355" cy="42880"/>
              </a:xfrm>
              <a:custGeom>
                <a:rect b="b" l="l" r="r" t="t"/>
                <a:pathLst>
                  <a:path extrusionOk="0" h="403" w="727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7" name="Google Shape;3787;p48"/>
              <p:cNvSpPr/>
              <p:nvPr/>
            </p:nvSpPr>
            <p:spPr>
              <a:xfrm>
                <a:off x="6570044" y="8327638"/>
                <a:ext cx="119384" cy="67885"/>
              </a:xfrm>
              <a:custGeom>
                <a:rect b="b" l="l" r="r" t="t"/>
                <a:pathLst>
                  <a:path extrusionOk="0" h="638" w="1122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48"/>
              <p:cNvSpPr/>
              <p:nvPr/>
            </p:nvSpPr>
            <p:spPr>
              <a:xfrm>
                <a:off x="6661764" y="8296888"/>
                <a:ext cx="81292" cy="45221"/>
              </a:xfrm>
              <a:custGeom>
                <a:rect b="b" l="l" r="r" t="t"/>
                <a:pathLst>
                  <a:path extrusionOk="0" h="425" w="764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9" name="Google Shape;3789;p48"/>
              <p:cNvSpPr/>
              <p:nvPr/>
            </p:nvSpPr>
            <p:spPr>
              <a:xfrm>
                <a:off x="6624416" y="8339023"/>
                <a:ext cx="151517" cy="85760"/>
              </a:xfrm>
              <a:custGeom>
                <a:rect b="b" l="l" r="r" t="t"/>
                <a:pathLst>
                  <a:path extrusionOk="0" h="806" w="1424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48"/>
              <p:cNvSpPr/>
              <p:nvPr/>
            </p:nvSpPr>
            <p:spPr>
              <a:xfrm>
                <a:off x="6751249" y="8308592"/>
                <a:ext cx="76610" cy="43306"/>
              </a:xfrm>
              <a:custGeom>
                <a:rect b="b" l="l" r="r" t="t"/>
                <a:pathLst>
                  <a:path extrusionOk="0" h="407" w="72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48"/>
              <p:cNvSpPr/>
              <p:nvPr/>
            </p:nvSpPr>
            <p:spPr>
              <a:xfrm>
                <a:off x="7167286" y="8068227"/>
                <a:ext cx="76716" cy="42987"/>
              </a:xfrm>
              <a:custGeom>
                <a:rect b="b" l="l" r="r" t="t"/>
                <a:pathLst>
                  <a:path extrusionOk="0" h="404" w="721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2" name="Google Shape;3792;p48"/>
              <p:cNvSpPr/>
              <p:nvPr/>
            </p:nvSpPr>
            <p:spPr>
              <a:xfrm>
                <a:off x="6462151" y="8351260"/>
                <a:ext cx="81930" cy="45753"/>
              </a:xfrm>
              <a:custGeom>
                <a:rect b="b" l="l" r="r" t="t"/>
                <a:pathLst>
                  <a:path extrusionOk="0" h="430" w="77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3" name="Google Shape;3793;p48"/>
              <p:cNvSpPr/>
              <p:nvPr/>
            </p:nvSpPr>
            <p:spPr>
              <a:xfrm>
                <a:off x="6513544" y="8381053"/>
                <a:ext cx="84164" cy="47349"/>
              </a:xfrm>
              <a:custGeom>
                <a:rect b="b" l="l" r="r" t="t"/>
                <a:pathLst>
                  <a:path extrusionOk="0" h="445" w="791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4" name="Google Shape;3794;p48"/>
              <p:cNvSpPr/>
              <p:nvPr/>
            </p:nvSpPr>
            <p:spPr>
              <a:xfrm>
                <a:off x="6835414" y="8140156"/>
                <a:ext cx="73524" cy="41178"/>
              </a:xfrm>
              <a:custGeom>
                <a:rect b="b" l="l" r="r" t="t"/>
                <a:pathLst>
                  <a:path extrusionOk="0" h="387" w="691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48"/>
              <p:cNvSpPr/>
              <p:nvPr/>
            </p:nvSpPr>
            <p:spPr>
              <a:xfrm>
                <a:off x="6429272" y="8332001"/>
                <a:ext cx="62884" cy="34581"/>
              </a:xfrm>
              <a:custGeom>
                <a:rect b="b" l="l" r="r" t="t"/>
                <a:pathLst>
                  <a:path extrusionOk="0" h="325" w="591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48"/>
              <p:cNvSpPr/>
              <p:nvPr/>
            </p:nvSpPr>
            <p:spPr>
              <a:xfrm>
                <a:off x="6537910" y="8270925"/>
                <a:ext cx="59798" cy="33730"/>
              </a:xfrm>
              <a:custGeom>
                <a:rect b="b" l="l" r="r" t="t"/>
                <a:pathLst>
                  <a:path extrusionOk="0" h="317" w="562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48"/>
              <p:cNvSpPr/>
              <p:nvPr/>
            </p:nvSpPr>
            <p:spPr>
              <a:xfrm>
                <a:off x="6485985" y="8302314"/>
                <a:ext cx="57351" cy="31389"/>
              </a:xfrm>
              <a:custGeom>
                <a:rect b="b" l="l" r="r" t="t"/>
                <a:pathLst>
                  <a:path extrusionOk="0" h="295" w="539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48"/>
              <p:cNvSpPr/>
              <p:nvPr/>
            </p:nvSpPr>
            <p:spPr>
              <a:xfrm>
                <a:off x="6518864" y="8289972"/>
                <a:ext cx="130769" cy="74375"/>
              </a:xfrm>
              <a:custGeom>
                <a:rect b="b" l="l" r="r" t="t"/>
                <a:pathLst>
                  <a:path extrusionOk="0" h="699" w="1229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9" name="Google Shape;3799;p48"/>
              <p:cNvSpPr/>
              <p:nvPr/>
            </p:nvSpPr>
            <p:spPr>
              <a:xfrm>
                <a:off x="6591537" y="8240281"/>
                <a:ext cx="59692" cy="32985"/>
              </a:xfrm>
              <a:custGeom>
                <a:rect b="b" l="l" r="r" t="t"/>
                <a:pathLst>
                  <a:path extrusionOk="0" h="310" w="561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48"/>
              <p:cNvSpPr/>
              <p:nvPr/>
            </p:nvSpPr>
            <p:spPr>
              <a:xfrm>
                <a:off x="6644952" y="8210488"/>
                <a:ext cx="58309" cy="32027"/>
              </a:xfrm>
              <a:custGeom>
                <a:rect b="b" l="l" r="r" t="t"/>
                <a:pathLst>
                  <a:path extrusionOk="0" h="301" w="548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48"/>
              <p:cNvSpPr/>
              <p:nvPr/>
            </p:nvSpPr>
            <p:spPr>
              <a:xfrm>
                <a:off x="6697089" y="8180589"/>
                <a:ext cx="57351" cy="31602"/>
              </a:xfrm>
              <a:custGeom>
                <a:rect b="b" l="l" r="r" t="t"/>
                <a:pathLst>
                  <a:path extrusionOk="0" h="297" w="539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48"/>
              <p:cNvSpPr/>
              <p:nvPr/>
            </p:nvSpPr>
            <p:spPr>
              <a:xfrm>
                <a:off x="6729862" y="8199848"/>
                <a:ext cx="76503" cy="42029"/>
              </a:xfrm>
              <a:custGeom>
                <a:rect b="b" l="l" r="r" t="t"/>
                <a:pathLst>
                  <a:path extrusionOk="0" h="395" w="719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48"/>
              <p:cNvSpPr/>
              <p:nvPr/>
            </p:nvSpPr>
            <p:spPr>
              <a:xfrm>
                <a:off x="6677830" y="8229641"/>
                <a:ext cx="77355" cy="42987"/>
              </a:xfrm>
              <a:custGeom>
                <a:rect b="b" l="l" r="r" t="t"/>
                <a:pathLst>
                  <a:path extrusionOk="0" h="404" w="727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48"/>
              <p:cNvSpPr/>
              <p:nvPr/>
            </p:nvSpPr>
            <p:spPr>
              <a:xfrm>
                <a:off x="6624416" y="8259434"/>
                <a:ext cx="78099" cy="43625"/>
              </a:xfrm>
              <a:custGeom>
                <a:rect b="b" l="l" r="r" t="t"/>
                <a:pathLst>
                  <a:path extrusionOk="0" h="410" w="734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5" name="Google Shape;3805;p48"/>
              <p:cNvSpPr/>
              <p:nvPr/>
            </p:nvSpPr>
            <p:spPr>
              <a:xfrm>
                <a:off x="6851374" y="8091210"/>
                <a:ext cx="58309" cy="32134"/>
              </a:xfrm>
              <a:custGeom>
                <a:rect b="b" l="l" r="r" t="t"/>
                <a:pathLst>
                  <a:path extrusionOk="0" h="302" w="548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6" name="Google Shape;3806;p48"/>
              <p:cNvSpPr/>
              <p:nvPr/>
            </p:nvSpPr>
            <p:spPr>
              <a:xfrm>
                <a:off x="6670276" y="8472134"/>
                <a:ext cx="81930" cy="45859"/>
              </a:xfrm>
              <a:custGeom>
                <a:rect b="b" l="l" r="r" t="t"/>
                <a:pathLst>
                  <a:path extrusionOk="0" h="431" w="77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48"/>
              <p:cNvSpPr/>
              <p:nvPr/>
            </p:nvSpPr>
            <p:spPr>
              <a:xfrm>
                <a:off x="7082482" y="8460642"/>
                <a:ext cx="106" cy="106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48"/>
              <p:cNvSpPr/>
              <p:nvPr/>
            </p:nvSpPr>
            <p:spPr>
              <a:xfrm>
                <a:off x="7082482" y="8460642"/>
                <a:ext cx="106" cy="106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48"/>
              <p:cNvSpPr/>
              <p:nvPr/>
            </p:nvSpPr>
            <p:spPr>
              <a:xfrm>
                <a:off x="7274327" y="8254114"/>
                <a:ext cx="166201" cy="95656"/>
              </a:xfrm>
              <a:custGeom>
                <a:rect b="b" l="l" r="r" t="t"/>
                <a:pathLst>
                  <a:path extrusionOk="0" h="899" w="1562">
                    <a:moveTo>
                      <a:pt x="1562" y="1"/>
                    </a:moveTo>
                    <a:lnTo>
                      <a:pt x="1" y="89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48"/>
              <p:cNvSpPr/>
              <p:nvPr/>
            </p:nvSpPr>
            <p:spPr>
              <a:xfrm>
                <a:off x="7274327" y="8254114"/>
                <a:ext cx="166201" cy="95656"/>
              </a:xfrm>
              <a:custGeom>
                <a:rect b="b" l="l" r="r" t="t"/>
                <a:pathLst>
                  <a:path extrusionOk="0" fill="none" h="899" w="1562">
                    <a:moveTo>
                      <a:pt x="1562" y="1"/>
                    </a:moveTo>
                    <a:lnTo>
                      <a:pt x="1" y="89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1" name="Google Shape;3811;p48"/>
            <p:cNvGrpSpPr/>
            <p:nvPr/>
          </p:nvGrpSpPr>
          <p:grpSpPr>
            <a:xfrm flipH="1">
              <a:off x="1305340" y="2368716"/>
              <a:ext cx="984038" cy="487676"/>
              <a:chOff x="7351415" y="1096516"/>
              <a:chExt cx="984038" cy="487676"/>
            </a:xfrm>
          </p:grpSpPr>
          <p:sp>
            <p:nvSpPr>
              <p:cNvPr id="3812" name="Google Shape;3812;p48"/>
              <p:cNvSpPr/>
              <p:nvPr/>
            </p:nvSpPr>
            <p:spPr>
              <a:xfrm>
                <a:off x="7351415" y="1448942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13" name="Google Shape;3813;p48"/>
              <p:cNvGrpSpPr/>
              <p:nvPr/>
            </p:nvGrpSpPr>
            <p:grpSpPr>
              <a:xfrm>
                <a:off x="8221303" y="1365235"/>
                <a:ext cx="114150" cy="114196"/>
                <a:chOff x="-736313" y="4136737"/>
                <a:chExt cx="38359" cy="38359"/>
              </a:xfrm>
            </p:grpSpPr>
            <p:sp>
              <p:nvSpPr>
                <p:cNvPr id="3814" name="Google Shape;3814;p48"/>
                <p:cNvSpPr/>
                <p:nvPr/>
              </p:nvSpPr>
              <p:spPr>
                <a:xfrm>
                  <a:off x="-736313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5" name="Google Shape;3815;p48"/>
                <p:cNvSpPr/>
                <p:nvPr/>
              </p:nvSpPr>
              <p:spPr>
                <a:xfrm>
                  <a:off x="-736313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16" name="Google Shape;3816;p48"/>
              <p:cNvSpPr/>
              <p:nvPr/>
            </p:nvSpPr>
            <p:spPr>
              <a:xfrm>
                <a:off x="7790897" y="109651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17" name="Google Shape;3817;p48"/>
          <p:cNvSpPr txBox="1"/>
          <p:nvPr/>
        </p:nvSpPr>
        <p:spPr>
          <a:xfrm>
            <a:off x="3402075" y="1335587"/>
            <a:ext cx="4908600" cy="26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Example 1 - Floyd's Cycle Detection: 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List: 1→2→3→4→5→(back to 3)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Cycle Start: Node 3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Example 2 - Palindrome Check: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List: [1, 2, 3, 2, 1]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Result: True (Is Palindrome)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18" name="Google Shape;3818;p48"/>
          <p:cNvSpPr txBox="1"/>
          <p:nvPr/>
        </p:nvSpPr>
        <p:spPr>
          <a:xfrm>
            <a:off x="3387991" y="4063813"/>
            <a:ext cx="5181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 Outputs: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All implementations tested with edge cases including empty lists, single elements, and large inputs</a:t>
            </a:r>
            <a:endParaRPr/>
          </a:p>
        </p:txBody>
      </p:sp>
      <p:sp>
        <p:nvSpPr>
          <p:cNvPr id="3819" name="Google Shape;3819;p48"/>
          <p:cNvSpPr txBox="1"/>
          <p:nvPr/>
        </p:nvSpPr>
        <p:spPr>
          <a:xfrm>
            <a:off x="3384274" y="8605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Test Cases Executed: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4" name="Google Shape;3824;p49"/>
          <p:cNvGrpSpPr/>
          <p:nvPr/>
        </p:nvGrpSpPr>
        <p:grpSpPr>
          <a:xfrm>
            <a:off x="5511669" y="1256145"/>
            <a:ext cx="3023496" cy="2497360"/>
            <a:chOff x="4938503" y="2556967"/>
            <a:chExt cx="2799015" cy="2311942"/>
          </a:xfrm>
        </p:grpSpPr>
        <p:sp>
          <p:nvSpPr>
            <p:cNvPr id="3825" name="Google Shape;3825;p49"/>
            <p:cNvSpPr/>
            <p:nvPr/>
          </p:nvSpPr>
          <p:spPr>
            <a:xfrm>
              <a:off x="4938503" y="2556967"/>
              <a:ext cx="2799015" cy="1590981"/>
            </a:xfrm>
            <a:custGeom>
              <a:rect b="b" l="l" r="r" t="t"/>
              <a:pathLst>
                <a:path extrusionOk="0" h="6693" w="11775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8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49"/>
            <p:cNvSpPr/>
            <p:nvPr/>
          </p:nvSpPr>
          <p:spPr>
            <a:xfrm>
              <a:off x="5603901" y="4424395"/>
              <a:ext cx="1476644" cy="444514"/>
            </a:xfrm>
            <a:custGeom>
              <a:rect b="b" l="l" r="r" t="t"/>
              <a:pathLst>
                <a:path extrusionOk="0" h="1870" w="6212">
                  <a:moveTo>
                    <a:pt x="1862" y="1"/>
                  </a:moveTo>
                  <a:lnTo>
                    <a:pt x="1862" y="498"/>
                  </a:lnTo>
                  <a:cubicBezTo>
                    <a:pt x="1862" y="777"/>
                    <a:pt x="1324" y="1209"/>
                    <a:pt x="37" y="1690"/>
                  </a:cubicBezTo>
                  <a:cubicBezTo>
                    <a:pt x="1" y="1740"/>
                    <a:pt x="1" y="1819"/>
                    <a:pt x="1" y="1869"/>
                  </a:cubicBezTo>
                  <a:lnTo>
                    <a:pt x="6211" y="1869"/>
                  </a:lnTo>
                  <a:cubicBezTo>
                    <a:pt x="6211" y="1819"/>
                    <a:pt x="6211" y="1740"/>
                    <a:pt x="6182" y="1690"/>
                  </a:cubicBezTo>
                  <a:cubicBezTo>
                    <a:pt x="4888" y="1209"/>
                    <a:pt x="4350" y="777"/>
                    <a:pt x="4350" y="498"/>
                  </a:cubicBezTo>
                  <a:lnTo>
                    <a:pt x="435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8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49"/>
            <p:cNvSpPr/>
            <p:nvPr/>
          </p:nvSpPr>
          <p:spPr>
            <a:xfrm>
              <a:off x="4938503" y="4147704"/>
              <a:ext cx="2799006" cy="276929"/>
            </a:xfrm>
            <a:custGeom>
              <a:rect b="b" l="l" r="r" t="t"/>
              <a:pathLst>
                <a:path extrusionOk="0" h="1165" w="11775">
                  <a:moveTo>
                    <a:pt x="0" y="1"/>
                  </a:moveTo>
                  <a:lnTo>
                    <a:pt x="0" y="956"/>
                  </a:lnTo>
                  <a:cubicBezTo>
                    <a:pt x="0" y="1072"/>
                    <a:pt x="95" y="1165"/>
                    <a:pt x="209" y="1165"/>
                  </a:cubicBezTo>
                  <a:lnTo>
                    <a:pt x="11567" y="1165"/>
                  </a:lnTo>
                  <a:cubicBezTo>
                    <a:pt x="11681" y="1165"/>
                    <a:pt x="11774" y="1072"/>
                    <a:pt x="11774" y="956"/>
                  </a:cubicBezTo>
                  <a:lnTo>
                    <a:pt x="1177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8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25" lIns="76825" spcFirstLastPara="1" rIns="76825" wrap="square" tIns="76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28" name="Google Shape;3828;p49"/>
          <p:cNvSpPr txBox="1"/>
          <p:nvPr>
            <p:ph type="title"/>
          </p:nvPr>
        </p:nvSpPr>
        <p:spPr>
          <a:xfrm>
            <a:off x="317225" y="223211"/>
            <a:ext cx="7782300" cy="6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Snippets and Structure Explanation</a:t>
            </a:r>
            <a:endParaRPr/>
          </a:p>
        </p:txBody>
      </p:sp>
      <p:sp>
        <p:nvSpPr>
          <p:cNvPr id="3829" name="Google Shape;3829;p49"/>
          <p:cNvSpPr txBox="1"/>
          <p:nvPr>
            <p:ph idx="1" type="subTitle"/>
          </p:nvPr>
        </p:nvSpPr>
        <p:spPr>
          <a:xfrm>
            <a:off x="412975" y="983300"/>
            <a:ext cx="3023400" cy="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Array Rotation (Three-Reversal):</a:t>
            </a:r>
            <a:endParaRPr b="1"/>
          </a:p>
        </p:txBody>
      </p:sp>
      <p:pic>
        <p:nvPicPr>
          <p:cNvPr id="3830" name="Google Shape;3830;p49" title="Screenshot 2025-12-29 at 10.45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5" y="1521295"/>
            <a:ext cx="3593769" cy="117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1" name="Google Shape;3831;p49"/>
          <p:cNvSpPr txBox="1"/>
          <p:nvPr/>
        </p:nvSpPr>
        <p:spPr>
          <a:xfrm>
            <a:off x="1151675" y="2873649"/>
            <a:ext cx="400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Achieves O(n) time, O(1) space by reversing entire array, then first k elements, then remaining elements.</a:t>
            </a:r>
            <a:endParaRPr/>
          </a:p>
        </p:txBody>
      </p:sp>
      <p:sp>
        <p:nvSpPr>
          <p:cNvPr id="3832" name="Google Shape;3832;p49"/>
          <p:cNvSpPr txBox="1"/>
          <p:nvPr/>
        </p:nvSpPr>
        <p:spPr>
          <a:xfrm>
            <a:off x="1523574" y="3932400"/>
            <a:ext cx="6093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Floyd's Cycle Detection: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Slow pointer moves one step, fast moves two. When they meet, reset slow to head, move both one step until they meet at cycle start.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3833" name="Google Shape;3833;p49"/>
          <p:cNvGrpSpPr/>
          <p:nvPr/>
        </p:nvGrpSpPr>
        <p:grpSpPr>
          <a:xfrm rot="151">
            <a:off x="6254248" y="1554673"/>
            <a:ext cx="1538349" cy="1178553"/>
            <a:chOff x="5082519" y="5599008"/>
            <a:chExt cx="677627" cy="519186"/>
          </a:xfrm>
        </p:grpSpPr>
        <p:sp>
          <p:nvSpPr>
            <p:cNvPr id="3834" name="Google Shape;3834;p49"/>
            <p:cNvSpPr/>
            <p:nvPr/>
          </p:nvSpPr>
          <p:spPr>
            <a:xfrm>
              <a:off x="5231652" y="5902732"/>
              <a:ext cx="341488" cy="160046"/>
            </a:xfrm>
            <a:custGeom>
              <a:rect b="b" l="l" r="r" t="t"/>
              <a:pathLst>
                <a:path extrusionOk="0" h="1496" w="3192">
                  <a:moveTo>
                    <a:pt x="0" y="1"/>
                  </a:moveTo>
                  <a:lnTo>
                    <a:pt x="0" y="468"/>
                  </a:lnTo>
                  <a:cubicBezTo>
                    <a:pt x="0" y="727"/>
                    <a:pt x="173" y="993"/>
                    <a:pt x="525" y="1195"/>
                  </a:cubicBezTo>
                  <a:cubicBezTo>
                    <a:pt x="870" y="1395"/>
                    <a:pt x="1325" y="1496"/>
                    <a:pt x="1780" y="1496"/>
                  </a:cubicBezTo>
                  <a:cubicBezTo>
                    <a:pt x="2235" y="1496"/>
                    <a:pt x="2690" y="1395"/>
                    <a:pt x="3035" y="1195"/>
                  </a:cubicBezTo>
                  <a:cubicBezTo>
                    <a:pt x="3092" y="1158"/>
                    <a:pt x="3142" y="1122"/>
                    <a:pt x="3192" y="1086"/>
                  </a:cubicBezTo>
                  <a:cubicBezTo>
                    <a:pt x="3099" y="784"/>
                    <a:pt x="3062" y="491"/>
                    <a:pt x="3042" y="296"/>
                  </a:cubicBezTo>
                  <a:lnTo>
                    <a:pt x="1784" y="10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49"/>
            <p:cNvSpPr/>
            <p:nvPr/>
          </p:nvSpPr>
          <p:spPr>
            <a:xfrm>
              <a:off x="5597853" y="5903481"/>
              <a:ext cx="12945" cy="71036"/>
            </a:xfrm>
            <a:custGeom>
              <a:rect b="b" l="l" r="r" t="t"/>
              <a:pathLst>
                <a:path extrusionOk="0" h="664" w="121">
                  <a:moveTo>
                    <a:pt x="121" y="1"/>
                  </a:moveTo>
                  <a:lnTo>
                    <a:pt x="0" y="73"/>
                  </a:lnTo>
                  <a:cubicBezTo>
                    <a:pt x="14" y="216"/>
                    <a:pt x="35" y="432"/>
                    <a:pt x="93" y="663"/>
                  </a:cubicBezTo>
                  <a:cubicBezTo>
                    <a:pt x="114" y="591"/>
                    <a:pt x="121" y="527"/>
                    <a:pt x="121" y="461"/>
                  </a:cubicBezTo>
                  <a:lnTo>
                    <a:pt x="12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49"/>
            <p:cNvSpPr/>
            <p:nvPr/>
          </p:nvSpPr>
          <p:spPr>
            <a:xfrm>
              <a:off x="5082519" y="5599008"/>
              <a:ext cx="677627" cy="392305"/>
            </a:xfrm>
            <a:custGeom>
              <a:rect b="b" l="l" r="r" t="t"/>
              <a:pathLst>
                <a:path extrusionOk="0" h="3667" w="6334">
                  <a:moveTo>
                    <a:pt x="3156" y="0"/>
                  </a:moveTo>
                  <a:lnTo>
                    <a:pt x="0" y="1834"/>
                  </a:lnTo>
                  <a:lnTo>
                    <a:pt x="1287" y="2574"/>
                  </a:lnTo>
                  <a:lnTo>
                    <a:pt x="1331" y="2603"/>
                  </a:lnTo>
                  <a:lnTo>
                    <a:pt x="1394" y="2640"/>
                  </a:lnTo>
                  <a:lnTo>
                    <a:pt x="3178" y="3666"/>
                  </a:lnTo>
                  <a:lnTo>
                    <a:pt x="4420" y="2942"/>
                  </a:lnTo>
                  <a:lnTo>
                    <a:pt x="3006" y="1748"/>
                  </a:lnTo>
                  <a:lnTo>
                    <a:pt x="3385" y="1539"/>
                  </a:lnTo>
                  <a:lnTo>
                    <a:pt x="4788" y="2733"/>
                  </a:lnTo>
                  <a:lnTo>
                    <a:pt x="4938" y="2647"/>
                  </a:lnTo>
                  <a:lnTo>
                    <a:pt x="6333" y="1834"/>
                  </a:lnTo>
                  <a:lnTo>
                    <a:pt x="4486" y="770"/>
                  </a:lnTo>
                  <a:lnTo>
                    <a:pt x="4443" y="742"/>
                  </a:lnTo>
                  <a:lnTo>
                    <a:pt x="315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49"/>
            <p:cNvSpPr/>
            <p:nvPr/>
          </p:nvSpPr>
          <p:spPr>
            <a:xfrm>
              <a:off x="5082519" y="5795214"/>
              <a:ext cx="340097" cy="217602"/>
            </a:xfrm>
            <a:custGeom>
              <a:rect b="b" l="l" r="r" t="t"/>
              <a:pathLst>
                <a:path extrusionOk="0" h="2034" w="3179">
                  <a:moveTo>
                    <a:pt x="0" y="0"/>
                  </a:moveTo>
                  <a:lnTo>
                    <a:pt x="0" y="202"/>
                  </a:lnTo>
                  <a:lnTo>
                    <a:pt x="1115" y="840"/>
                  </a:lnTo>
                  <a:lnTo>
                    <a:pt x="1158" y="869"/>
                  </a:lnTo>
                  <a:lnTo>
                    <a:pt x="1394" y="1006"/>
                  </a:lnTo>
                  <a:lnTo>
                    <a:pt x="3178" y="2034"/>
                  </a:lnTo>
                  <a:lnTo>
                    <a:pt x="3178" y="1832"/>
                  </a:lnTo>
                  <a:lnTo>
                    <a:pt x="1394" y="806"/>
                  </a:lnTo>
                  <a:lnTo>
                    <a:pt x="1331" y="769"/>
                  </a:lnTo>
                  <a:lnTo>
                    <a:pt x="1287" y="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49"/>
            <p:cNvSpPr/>
            <p:nvPr/>
          </p:nvSpPr>
          <p:spPr>
            <a:xfrm>
              <a:off x="5422509" y="5913644"/>
              <a:ext cx="134584" cy="99173"/>
            </a:xfrm>
            <a:custGeom>
              <a:rect b="b" l="l" r="r" t="t"/>
              <a:pathLst>
                <a:path extrusionOk="0" h="927" w="1258">
                  <a:moveTo>
                    <a:pt x="1242" y="1"/>
                  </a:moveTo>
                  <a:lnTo>
                    <a:pt x="0" y="725"/>
                  </a:lnTo>
                  <a:lnTo>
                    <a:pt x="0" y="927"/>
                  </a:lnTo>
                  <a:lnTo>
                    <a:pt x="1258" y="194"/>
                  </a:lnTo>
                  <a:cubicBezTo>
                    <a:pt x="1251" y="78"/>
                    <a:pt x="1242" y="1"/>
                    <a:pt x="124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49"/>
            <p:cNvSpPr/>
            <p:nvPr/>
          </p:nvSpPr>
          <p:spPr>
            <a:xfrm>
              <a:off x="5594644" y="5795214"/>
              <a:ext cx="165502" cy="116183"/>
            </a:xfrm>
            <a:custGeom>
              <a:rect b="b" l="l" r="r" t="t"/>
              <a:pathLst>
                <a:path extrusionOk="0" h="1086" w="1547">
                  <a:moveTo>
                    <a:pt x="1546" y="0"/>
                  </a:moveTo>
                  <a:lnTo>
                    <a:pt x="151" y="813"/>
                  </a:lnTo>
                  <a:lnTo>
                    <a:pt x="1" y="899"/>
                  </a:lnTo>
                  <a:lnTo>
                    <a:pt x="14" y="906"/>
                  </a:lnTo>
                  <a:cubicBezTo>
                    <a:pt x="14" y="906"/>
                    <a:pt x="14" y="970"/>
                    <a:pt x="30" y="1085"/>
                  </a:cubicBezTo>
                  <a:lnTo>
                    <a:pt x="151" y="1013"/>
                  </a:lnTo>
                  <a:lnTo>
                    <a:pt x="1546" y="202"/>
                  </a:lnTo>
                  <a:lnTo>
                    <a:pt x="154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49"/>
            <p:cNvSpPr/>
            <p:nvPr/>
          </p:nvSpPr>
          <p:spPr>
            <a:xfrm>
              <a:off x="5404001" y="5763654"/>
              <a:ext cx="273768" cy="354540"/>
            </a:xfrm>
            <a:custGeom>
              <a:rect b="b" l="l" r="r" t="t"/>
              <a:pathLst>
                <a:path extrusionOk="0" h="3314" w="2559">
                  <a:moveTo>
                    <a:pt x="380" y="0"/>
                  </a:moveTo>
                  <a:lnTo>
                    <a:pt x="1" y="209"/>
                  </a:lnTo>
                  <a:lnTo>
                    <a:pt x="1415" y="1403"/>
                  </a:lnTo>
                  <a:cubicBezTo>
                    <a:pt x="1415" y="1403"/>
                    <a:pt x="1424" y="1480"/>
                    <a:pt x="1431" y="1596"/>
                  </a:cubicBezTo>
                  <a:cubicBezTo>
                    <a:pt x="1451" y="1791"/>
                    <a:pt x="1488" y="2084"/>
                    <a:pt x="1581" y="2386"/>
                  </a:cubicBezTo>
                  <a:cubicBezTo>
                    <a:pt x="1690" y="2767"/>
                    <a:pt x="1876" y="3141"/>
                    <a:pt x="2185" y="3314"/>
                  </a:cubicBezTo>
                  <a:lnTo>
                    <a:pt x="2243" y="3155"/>
                  </a:lnTo>
                  <a:lnTo>
                    <a:pt x="2559" y="3105"/>
                  </a:lnTo>
                  <a:cubicBezTo>
                    <a:pt x="2192" y="2903"/>
                    <a:pt x="2005" y="2408"/>
                    <a:pt x="1905" y="1970"/>
                  </a:cubicBezTo>
                  <a:cubicBezTo>
                    <a:pt x="1847" y="1739"/>
                    <a:pt x="1826" y="1523"/>
                    <a:pt x="1812" y="1380"/>
                  </a:cubicBezTo>
                  <a:cubicBezTo>
                    <a:pt x="1796" y="1265"/>
                    <a:pt x="1796" y="1201"/>
                    <a:pt x="1796" y="1201"/>
                  </a:cubicBezTo>
                  <a:lnTo>
                    <a:pt x="1783" y="119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4" name="Shape 3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5" name="Google Shape;3845;p50"/>
          <p:cNvSpPr txBox="1"/>
          <p:nvPr>
            <p:ph type="title"/>
          </p:nvPr>
        </p:nvSpPr>
        <p:spPr>
          <a:xfrm>
            <a:off x="720000" y="3688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and Screenshots</a:t>
            </a:r>
            <a:endParaRPr/>
          </a:p>
        </p:txBody>
      </p:sp>
      <p:pic>
        <p:nvPicPr>
          <p:cNvPr id="3846" name="Google Shape;384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475" y="1782425"/>
            <a:ext cx="3202051" cy="2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7" name="Google Shape;384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830" y="1794601"/>
            <a:ext cx="3547859" cy="2772624"/>
          </a:xfrm>
          <a:prstGeom prst="rect">
            <a:avLst/>
          </a:prstGeom>
          <a:noFill/>
          <a:ln>
            <a:noFill/>
          </a:ln>
        </p:spPr>
      </p:pic>
      <p:sp>
        <p:nvSpPr>
          <p:cNvPr id="3848" name="Google Shape;3848;p50"/>
          <p:cNvSpPr txBox="1"/>
          <p:nvPr/>
        </p:nvSpPr>
        <p:spPr>
          <a:xfrm>
            <a:off x="745023" y="12092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Question 1 - Array Rotation: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49" name="Google Shape;3849;p50"/>
          <p:cNvSpPr txBox="1"/>
          <p:nvPr/>
        </p:nvSpPr>
        <p:spPr>
          <a:xfrm>
            <a:off x="4424974" y="1209275"/>
            <a:ext cx="337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Question 2 - Rearrange Negatives: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3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51"/>
          <p:cNvSpPr txBox="1"/>
          <p:nvPr>
            <p:ph type="title"/>
          </p:nvPr>
        </p:nvSpPr>
        <p:spPr>
          <a:xfrm>
            <a:off x="720000" y="3688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and Screenshots</a:t>
            </a:r>
            <a:endParaRPr/>
          </a:p>
        </p:txBody>
      </p:sp>
      <p:sp>
        <p:nvSpPr>
          <p:cNvPr id="3855" name="Google Shape;3855;p51"/>
          <p:cNvSpPr txBox="1"/>
          <p:nvPr/>
        </p:nvSpPr>
        <p:spPr>
          <a:xfrm>
            <a:off x="745023" y="12092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Question 5 - Merge Sorted Lists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56" name="Google Shape;3856;p51"/>
          <p:cNvSpPr txBox="1"/>
          <p:nvPr/>
        </p:nvSpPr>
        <p:spPr>
          <a:xfrm>
            <a:off x="4424974" y="1209275"/>
            <a:ext cx="337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bert Sans"/>
                <a:ea typeface="Albert Sans"/>
                <a:cs typeface="Albert Sans"/>
                <a:sym typeface="Albert Sans"/>
              </a:rPr>
              <a:t>Question 6 - Detect Cycle Start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857" name="Google Shape;385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500" y="1782450"/>
            <a:ext cx="3094206" cy="278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8" name="Google Shape;385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826" y="1782448"/>
            <a:ext cx="3869395" cy="27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2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Google Shape;3863;p52"/>
          <p:cNvSpPr txBox="1"/>
          <p:nvPr>
            <p:ph type="title"/>
          </p:nvPr>
        </p:nvSpPr>
        <p:spPr>
          <a:xfrm>
            <a:off x="720000" y="2926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and Learning Reflection</a:t>
            </a:r>
            <a:endParaRPr/>
          </a:p>
        </p:txBody>
      </p:sp>
      <p:sp>
        <p:nvSpPr>
          <p:cNvPr id="3864" name="Google Shape;3864;p52"/>
          <p:cNvSpPr txBox="1"/>
          <p:nvPr/>
        </p:nvSpPr>
        <p:spPr>
          <a:xfrm>
            <a:off x="760329" y="1079638"/>
            <a:ext cx="64518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Key Learnings: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Floyd's algorithm demonstrated clever pointer manipulation for cycle detection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Recursive stack sorting showed how call stack can replace auxiliary structures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AVL rotations taught importance of maintaining invariants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Graph algorithms revealed power of different traversal strategies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Skills Developed: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Debugging, pointer manipulation, edge case handling, modular code design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8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Google Shape;3869;p53"/>
          <p:cNvSpPr txBox="1"/>
          <p:nvPr>
            <p:ph type="title"/>
          </p:nvPr>
        </p:nvSpPr>
        <p:spPr>
          <a:xfrm>
            <a:off x="720000" y="26320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3870" name="Google Shape;3870;p53"/>
          <p:cNvSpPr txBox="1"/>
          <p:nvPr/>
        </p:nvSpPr>
        <p:spPr>
          <a:xfrm>
            <a:off x="670900" y="1276579"/>
            <a:ext cx="3667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Technical Challenges: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Memory management with dynamic allocation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Pointer manipulation in doubly-linked structures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Edge cases (empty lists, single nodes, tail operations)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71" name="Google Shape;3871;p53"/>
          <p:cNvSpPr txBox="1"/>
          <p:nvPr/>
        </p:nvSpPr>
        <p:spPr>
          <a:xfrm>
            <a:off x="4458850" y="1304429"/>
            <a:ext cx="39651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Solutions Implemented: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Systematic testing with comprehensive test cases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Drawing diagrams for visualizing pointer changes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Creating decision flowcharts for AVL rotations</a:t>
            </a:r>
            <a:endParaRPr/>
          </a:p>
        </p:txBody>
      </p:sp>
      <p:sp>
        <p:nvSpPr>
          <p:cNvPr id="3872" name="Google Shape;3872;p53"/>
          <p:cNvSpPr txBox="1"/>
          <p:nvPr/>
        </p:nvSpPr>
        <p:spPr>
          <a:xfrm>
            <a:off x="765305" y="4127704"/>
            <a:ext cx="6093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Recursion Depth: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For large structures, iterative approaches preferred over recursive to avoid stack overflow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6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7" name="Google Shape;3877;p54"/>
          <p:cNvGrpSpPr/>
          <p:nvPr/>
        </p:nvGrpSpPr>
        <p:grpSpPr>
          <a:xfrm>
            <a:off x="5175117" y="891566"/>
            <a:ext cx="3379233" cy="3987434"/>
            <a:chOff x="5175117" y="891566"/>
            <a:chExt cx="3379233" cy="3987434"/>
          </a:xfrm>
        </p:grpSpPr>
        <p:sp>
          <p:nvSpPr>
            <p:cNvPr id="3878" name="Google Shape;3878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54"/>
            <p:cNvSpPr/>
            <p:nvPr/>
          </p:nvSpPr>
          <p:spPr>
            <a:xfrm>
              <a:off x="7465590" y="2275413"/>
              <a:ext cx="718177" cy="1446065"/>
            </a:xfrm>
            <a:custGeom>
              <a:rect b="b" l="l" r="r" t="t"/>
              <a:pathLst>
                <a:path extrusionOk="0" h="7297" w="3624">
                  <a:moveTo>
                    <a:pt x="0" y="1"/>
                  </a:moveTo>
                  <a:lnTo>
                    <a:pt x="0" y="575"/>
                  </a:lnTo>
                  <a:lnTo>
                    <a:pt x="59" y="611"/>
                  </a:lnTo>
                  <a:lnTo>
                    <a:pt x="138" y="654"/>
                  </a:lnTo>
                  <a:lnTo>
                    <a:pt x="1165" y="1251"/>
                  </a:lnTo>
                  <a:lnTo>
                    <a:pt x="1224" y="1281"/>
                  </a:lnTo>
                  <a:lnTo>
                    <a:pt x="1303" y="1324"/>
                  </a:lnTo>
                  <a:lnTo>
                    <a:pt x="1891" y="1669"/>
                  </a:lnTo>
                  <a:lnTo>
                    <a:pt x="3164" y="2402"/>
                  </a:lnTo>
                  <a:lnTo>
                    <a:pt x="3164" y="4974"/>
                  </a:lnTo>
                  <a:lnTo>
                    <a:pt x="3164" y="5687"/>
                  </a:lnTo>
                  <a:lnTo>
                    <a:pt x="3164" y="7030"/>
                  </a:lnTo>
                  <a:lnTo>
                    <a:pt x="3623" y="7296"/>
                  </a:lnTo>
                  <a:lnTo>
                    <a:pt x="3623" y="5242"/>
                  </a:lnTo>
                  <a:lnTo>
                    <a:pt x="3623" y="3135"/>
                  </a:lnTo>
                  <a:lnTo>
                    <a:pt x="3623" y="2136"/>
                  </a:lnTo>
                  <a:lnTo>
                    <a:pt x="1898" y="1144"/>
                  </a:lnTo>
                  <a:lnTo>
                    <a:pt x="1303" y="799"/>
                  </a:lnTo>
                  <a:lnTo>
                    <a:pt x="1224" y="756"/>
                  </a:lnTo>
                  <a:lnTo>
                    <a:pt x="1165" y="720"/>
                  </a:lnTo>
                  <a:lnTo>
                    <a:pt x="239" y="187"/>
                  </a:lnTo>
                  <a:lnTo>
                    <a:pt x="189" y="159"/>
                  </a:lnTo>
                  <a:lnTo>
                    <a:pt x="138" y="123"/>
                  </a:lnTo>
                  <a:lnTo>
                    <a:pt x="59" y="80"/>
                  </a:lnTo>
                  <a:cubicBezTo>
                    <a:pt x="23" y="58"/>
                    <a:pt x="0" y="3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54"/>
            <p:cNvSpPr/>
            <p:nvPr/>
          </p:nvSpPr>
          <p:spPr>
            <a:xfrm>
              <a:off x="8183568" y="2688404"/>
              <a:ext cx="19025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54"/>
            <p:cNvSpPr/>
            <p:nvPr/>
          </p:nvSpPr>
          <p:spPr>
            <a:xfrm>
              <a:off x="8414240" y="2554836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0"/>
                  </a:moveTo>
                  <a:lnTo>
                    <a:pt x="1" y="57"/>
                  </a:lnTo>
                  <a:lnTo>
                    <a:pt x="1" y="5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54"/>
            <p:cNvSpPr/>
            <p:nvPr/>
          </p:nvSpPr>
          <p:spPr>
            <a:xfrm>
              <a:off x="7723610" y="2085366"/>
              <a:ext cx="812309" cy="1432193"/>
            </a:xfrm>
            <a:custGeom>
              <a:rect b="b" l="l" r="r" t="t"/>
              <a:pathLst>
                <a:path extrusionOk="0" h="7227" w="4099">
                  <a:moveTo>
                    <a:pt x="489" y="1"/>
                  </a:moveTo>
                  <a:cubicBezTo>
                    <a:pt x="472" y="1"/>
                    <a:pt x="456" y="4"/>
                    <a:pt x="446" y="11"/>
                  </a:cubicBezTo>
                  <a:lnTo>
                    <a:pt x="15" y="263"/>
                  </a:lnTo>
                  <a:cubicBezTo>
                    <a:pt x="15" y="263"/>
                    <a:pt x="8" y="263"/>
                    <a:pt x="8" y="270"/>
                  </a:cubicBezTo>
                  <a:cubicBezTo>
                    <a:pt x="1" y="277"/>
                    <a:pt x="1" y="277"/>
                    <a:pt x="1" y="283"/>
                  </a:cubicBezTo>
                  <a:cubicBezTo>
                    <a:pt x="1" y="299"/>
                    <a:pt x="8" y="306"/>
                    <a:pt x="15" y="313"/>
                  </a:cubicBezTo>
                  <a:lnTo>
                    <a:pt x="144" y="385"/>
                  </a:lnTo>
                  <a:lnTo>
                    <a:pt x="532" y="163"/>
                  </a:lnTo>
                  <a:lnTo>
                    <a:pt x="3969" y="2147"/>
                  </a:lnTo>
                  <a:lnTo>
                    <a:pt x="3969" y="7084"/>
                  </a:lnTo>
                  <a:lnTo>
                    <a:pt x="3910" y="7120"/>
                  </a:lnTo>
                  <a:lnTo>
                    <a:pt x="4098" y="7227"/>
                  </a:lnTo>
                  <a:lnTo>
                    <a:pt x="4098" y="2067"/>
                  </a:lnTo>
                  <a:lnTo>
                    <a:pt x="532" y="11"/>
                  </a:lnTo>
                  <a:cubicBezTo>
                    <a:pt x="521" y="4"/>
                    <a:pt x="505" y="1"/>
                    <a:pt x="48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54"/>
            <p:cNvSpPr/>
            <p:nvPr/>
          </p:nvSpPr>
          <p:spPr>
            <a:xfrm>
              <a:off x="7696263" y="2141449"/>
              <a:ext cx="198" cy="114346"/>
            </a:xfrm>
            <a:custGeom>
              <a:rect b="b" l="l" r="r" t="t"/>
              <a:pathLst>
                <a:path extrusionOk="0" h="577" w="1">
                  <a:moveTo>
                    <a:pt x="1" y="0"/>
                  </a:moveTo>
                  <a:lnTo>
                    <a:pt x="1" y="577"/>
                  </a:lnTo>
                  <a:lnTo>
                    <a:pt x="1" y="577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54"/>
            <p:cNvSpPr/>
            <p:nvPr/>
          </p:nvSpPr>
          <p:spPr>
            <a:xfrm>
              <a:off x="8535720" y="2485079"/>
              <a:ext cx="18628" cy="1032479"/>
            </a:xfrm>
            <a:custGeom>
              <a:rect b="b" l="l" r="r" t="t"/>
              <a:pathLst>
                <a:path extrusionOk="0" h="5210" w="94">
                  <a:moveTo>
                    <a:pt x="93" y="0"/>
                  </a:moveTo>
                  <a:lnTo>
                    <a:pt x="0" y="50"/>
                  </a:lnTo>
                  <a:lnTo>
                    <a:pt x="0" y="5210"/>
                  </a:lnTo>
                  <a:lnTo>
                    <a:pt x="93" y="515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54"/>
            <p:cNvSpPr/>
            <p:nvPr/>
          </p:nvSpPr>
          <p:spPr>
            <a:xfrm>
              <a:off x="7752147" y="2117470"/>
              <a:ext cx="758010" cy="437565"/>
            </a:xfrm>
            <a:custGeom>
              <a:rect b="b" l="l" r="r" t="t"/>
              <a:pathLst>
                <a:path extrusionOk="0" h="2208" w="3825">
                  <a:moveTo>
                    <a:pt x="388" y="1"/>
                  </a:moveTo>
                  <a:lnTo>
                    <a:pt x="0" y="223"/>
                  </a:lnTo>
                  <a:lnTo>
                    <a:pt x="3437" y="2207"/>
                  </a:lnTo>
                  <a:lnTo>
                    <a:pt x="3825" y="1985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54"/>
            <p:cNvSpPr/>
            <p:nvPr/>
          </p:nvSpPr>
          <p:spPr>
            <a:xfrm>
              <a:off x="8433067" y="2510643"/>
              <a:ext cx="77089" cy="1024155"/>
            </a:xfrm>
            <a:custGeom>
              <a:rect b="b" l="l" r="r" t="t"/>
              <a:pathLst>
                <a:path extrusionOk="0" h="5168" w="389">
                  <a:moveTo>
                    <a:pt x="389" y="1"/>
                  </a:moveTo>
                  <a:lnTo>
                    <a:pt x="1" y="223"/>
                  </a:lnTo>
                  <a:lnTo>
                    <a:pt x="1" y="4779"/>
                  </a:lnTo>
                  <a:lnTo>
                    <a:pt x="1" y="5167"/>
                  </a:lnTo>
                  <a:lnTo>
                    <a:pt x="330" y="4974"/>
                  </a:lnTo>
                  <a:lnTo>
                    <a:pt x="389" y="4938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54"/>
            <p:cNvSpPr/>
            <p:nvPr/>
          </p:nvSpPr>
          <p:spPr>
            <a:xfrm>
              <a:off x="8414240" y="2554836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0"/>
                  </a:moveTo>
                  <a:lnTo>
                    <a:pt x="1" y="57"/>
                  </a:lnTo>
                  <a:lnTo>
                    <a:pt x="1" y="5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54"/>
            <p:cNvSpPr/>
            <p:nvPr/>
          </p:nvSpPr>
          <p:spPr>
            <a:xfrm>
              <a:off x="8183568" y="2688404"/>
              <a:ext cx="19025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54"/>
            <p:cNvSpPr/>
            <p:nvPr/>
          </p:nvSpPr>
          <p:spPr>
            <a:xfrm>
              <a:off x="7696263" y="2141449"/>
              <a:ext cx="718177" cy="1446263"/>
            </a:xfrm>
            <a:custGeom>
              <a:rect b="b" l="l" r="r" t="t"/>
              <a:pathLst>
                <a:path extrusionOk="0" h="7298" w="3624">
                  <a:moveTo>
                    <a:pt x="1" y="0"/>
                  </a:moveTo>
                  <a:lnTo>
                    <a:pt x="1" y="577"/>
                  </a:lnTo>
                  <a:lnTo>
                    <a:pt x="60" y="613"/>
                  </a:lnTo>
                  <a:lnTo>
                    <a:pt x="139" y="656"/>
                  </a:lnTo>
                  <a:lnTo>
                    <a:pt x="3165" y="2402"/>
                  </a:lnTo>
                  <a:lnTo>
                    <a:pt x="3165" y="6326"/>
                  </a:lnTo>
                  <a:lnTo>
                    <a:pt x="3165" y="7030"/>
                  </a:lnTo>
                  <a:lnTo>
                    <a:pt x="3624" y="7298"/>
                  </a:lnTo>
                  <a:lnTo>
                    <a:pt x="3624" y="6592"/>
                  </a:lnTo>
                  <a:lnTo>
                    <a:pt x="3624" y="2143"/>
                  </a:lnTo>
                  <a:lnTo>
                    <a:pt x="189" y="159"/>
                  </a:lnTo>
                  <a:lnTo>
                    <a:pt x="139" y="130"/>
                  </a:lnTo>
                  <a:lnTo>
                    <a:pt x="60" y="87"/>
                  </a:lnTo>
                  <a:cubicBezTo>
                    <a:pt x="53" y="80"/>
                    <a:pt x="53" y="80"/>
                    <a:pt x="44" y="73"/>
                  </a:cubicBezTo>
                  <a:cubicBezTo>
                    <a:pt x="37" y="73"/>
                    <a:pt x="30" y="66"/>
                    <a:pt x="23" y="59"/>
                  </a:cubicBezTo>
                  <a:cubicBezTo>
                    <a:pt x="10" y="37"/>
                    <a:pt x="1" y="2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54"/>
            <p:cNvSpPr/>
            <p:nvPr/>
          </p:nvSpPr>
          <p:spPr>
            <a:xfrm>
              <a:off x="8183568" y="2688404"/>
              <a:ext cx="19025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54"/>
            <p:cNvSpPr/>
            <p:nvPr/>
          </p:nvSpPr>
          <p:spPr>
            <a:xfrm>
              <a:off x="7696263" y="2070107"/>
              <a:ext cx="858087" cy="496224"/>
            </a:xfrm>
            <a:custGeom>
              <a:rect b="b" l="l" r="r" t="t"/>
              <a:pathLst>
                <a:path extrusionOk="0" h="2504" w="4330">
                  <a:moveTo>
                    <a:pt x="627" y="0"/>
                  </a:moveTo>
                  <a:cubicBezTo>
                    <a:pt x="576" y="0"/>
                    <a:pt x="526" y="13"/>
                    <a:pt x="491" y="38"/>
                  </a:cubicBezTo>
                  <a:lnTo>
                    <a:pt x="60" y="283"/>
                  </a:lnTo>
                  <a:cubicBezTo>
                    <a:pt x="23" y="304"/>
                    <a:pt x="1" y="333"/>
                    <a:pt x="1" y="360"/>
                  </a:cubicBezTo>
                  <a:cubicBezTo>
                    <a:pt x="1" y="383"/>
                    <a:pt x="10" y="397"/>
                    <a:pt x="23" y="419"/>
                  </a:cubicBezTo>
                  <a:cubicBezTo>
                    <a:pt x="30" y="426"/>
                    <a:pt x="37" y="433"/>
                    <a:pt x="44" y="433"/>
                  </a:cubicBezTo>
                  <a:cubicBezTo>
                    <a:pt x="53" y="440"/>
                    <a:pt x="53" y="440"/>
                    <a:pt x="60" y="447"/>
                  </a:cubicBezTo>
                  <a:lnTo>
                    <a:pt x="139" y="490"/>
                  </a:lnTo>
                  <a:lnTo>
                    <a:pt x="189" y="519"/>
                  </a:lnTo>
                  <a:lnTo>
                    <a:pt x="3624" y="2503"/>
                  </a:lnTo>
                  <a:lnTo>
                    <a:pt x="3719" y="2446"/>
                  </a:lnTo>
                  <a:lnTo>
                    <a:pt x="282" y="462"/>
                  </a:lnTo>
                  <a:lnTo>
                    <a:pt x="153" y="390"/>
                  </a:lnTo>
                  <a:cubicBezTo>
                    <a:pt x="146" y="383"/>
                    <a:pt x="139" y="376"/>
                    <a:pt x="139" y="360"/>
                  </a:cubicBezTo>
                  <a:cubicBezTo>
                    <a:pt x="139" y="354"/>
                    <a:pt x="139" y="354"/>
                    <a:pt x="146" y="347"/>
                  </a:cubicBezTo>
                  <a:cubicBezTo>
                    <a:pt x="146" y="340"/>
                    <a:pt x="153" y="340"/>
                    <a:pt x="153" y="340"/>
                  </a:cubicBezTo>
                  <a:lnTo>
                    <a:pt x="584" y="88"/>
                  </a:lnTo>
                  <a:cubicBezTo>
                    <a:pt x="594" y="81"/>
                    <a:pt x="610" y="78"/>
                    <a:pt x="627" y="78"/>
                  </a:cubicBezTo>
                  <a:cubicBezTo>
                    <a:pt x="643" y="78"/>
                    <a:pt x="659" y="81"/>
                    <a:pt x="670" y="88"/>
                  </a:cubicBezTo>
                  <a:lnTo>
                    <a:pt x="4236" y="2144"/>
                  </a:lnTo>
                  <a:lnTo>
                    <a:pt x="4329" y="2094"/>
                  </a:lnTo>
                  <a:lnTo>
                    <a:pt x="763" y="38"/>
                  </a:lnTo>
                  <a:cubicBezTo>
                    <a:pt x="727" y="13"/>
                    <a:pt x="677" y="0"/>
                    <a:pt x="62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54"/>
            <p:cNvSpPr/>
            <p:nvPr/>
          </p:nvSpPr>
          <p:spPr>
            <a:xfrm>
              <a:off x="8414240" y="2554836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0"/>
                  </a:moveTo>
                  <a:lnTo>
                    <a:pt x="1" y="57"/>
                  </a:lnTo>
                  <a:lnTo>
                    <a:pt x="1" y="5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54"/>
            <p:cNvSpPr/>
            <p:nvPr/>
          </p:nvSpPr>
          <p:spPr>
            <a:xfrm>
              <a:off x="8414240" y="2554836"/>
              <a:ext cx="19025" cy="1032875"/>
            </a:xfrm>
            <a:custGeom>
              <a:rect b="b" l="l" r="r" t="t"/>
              <a:pathLst>
                <a:path extrusionOk="0" h="5212" w="96">
                  <a:moveTo>
                    <a:pt x="96" y="0"/>
                  </a:moveTo>
                  <a:lnTo>
                    <a:pt x="1" y="57"/>
                  </a:lnTo>
                  <a:lnTo>
                    <a:pt x="1" y="4506"/>
                  </a:lnTo>
                  <a:lnTo>
                    <a:pt x="1" y="5212"/>
                  </a:lnTo>
                  <a:lnTo>
                    <a:pt x="96" y="5160"/>
                  </a:lnTo>
                  <a:lnTo>
                    <a:pt x="96" y="455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54"/>
            <p:cNvSpPr/>
            <p:nvPr/>
          </p:nvSpPr>
          <p:spPr>
            <a:xfrm>
              <a:off x="7512755" y="2312273"/>
              <a:ext cx="183706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54"/>
            <p:cNvSpPr/>
            <p:nvPr/>
          </p:nvSpPr>
          <p:spPr>
            <a:xfrm>
              <a:off x="8183568" y="2688404"/>
              <a:ext cx="19025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54"/>
            <p:cNvSpPr/>
            <p:nvPr/>
          </p:nvSpPr>
          <p:spPr>
            <a:xfrm>
              <a:off x="7492938" y="2219132"/>
              <a:ext cx="812111" cy="1432589"/>
            </a:xfrm>
            <a:custGeom>
              <a:rect b="b" l="l" r="r" t="t"/>
              <a:pathLst>
                <a:path extrusionOk="0" h="7229" w="4098">
                  <a:moveTo>
                    <a:pt x="488" y="0"/>
                  </a:moveTo>
                  <a:cubicBezTo>
                    <a:pt x="472" y="0"/>
                    <a:pt x="456" y="4"/>
                    <a:pt x="446" y="12"/>
                  </a:cubicBezTo>
                  <a:lnTo>
                    <a:pt x="14" y="264"/>
                  </a:lnTo>
                  <a:cubicBezTo>
                    <a:pt x="7" y="264"/>
                    <a:pt x="7" y="271"/>
                    <a:pt x="0" y="271"/>
                  </a:cubicBezTo>
                  <a:lnTo>
                    <a:pt x="0" y="278"/>
                  </a:lnTo>
                  <a:lnTo>
                    <a:pt x="0" y="285"/>
                  </a:lnTo>
                  <a:cubicBezTo>
                    <a:pt x="0" y="292"/>
                    <a:pt x="0" y="307"/>
                    <a:pt x="14" y="314"/>
                  </a:cubicBezTo>
                  <a:lnTo>
                    <a:pt x="144" y="385"/>
                  </a:lnTo>
                  <a:lnTo>
                    <a:pt x="532" y="162"/>
                  </a:lnTo>
                  <a:lnTo>
                    <a:pt x="1027" y="450"/>
                  </a:lnTo>
                  <a:lnTo>
                    <a:pt x="1086" y="480"/>
                  </a:lnTo>
                  <a:lnTo>
                    <a:pt x="1165" y="523"/>
                  </a:lnTo>
                  <a:lnTo>
                    <a:pt x="3968" y="2146"/>
                  </a:lnTo>
                  <a:lnTo>
                    <a:pt x="3968" y="7085"/>
                  </a:lnTo>
                  <a:lnTo>
                    <a:pt x="3910" y="7121"/>
                  </a:lnTo>
                  <a:lnTo>
                    <a:pt x="4098" y="7228"/>
                  </a:lnTo>
                  <a:lnTo>
                    <a:pt x="4098" y="5877"/>
                  </a:lnTo>
                  <a:lnTo>
                    <a:pt x="4098" y="2067"/>
                  </a:lnTo>
                  <a:lnTo>
                    <a:pt x="1165" y="371"/>
                  </a:lnTo>
                  <a:lnTo>
                    <a:pt x="1086" y="328"/>
                  </a:lnTo>
                  <a:lnTo>
                    <a:pt x="1027" y="298"/>
                  </a:lnTo>
                  <a:lnTo>
                    <a:pt x="532" y="12"/>
                  </a:lnTo>
                  <a:cubicBezTo>
                    <a:pt x="521" y="4"/>
                    <a:pt x="504" y="0"/>
                    <a:pt x="4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54"/>
            <p:cNvSpPr/>
            <p:nvPr/>
          </p:nvSpPr>
          <p:spPr>
            <a:xfrm>
              <a:off x="7465590" y="2275413"/>
              <a:ext cx="198" cy="114147"/>
            </a:xfrm>
            <a:custGeom>
              <a:rect b="b" l="l" r="r" t="t"/>
              <a:pathLst>
                <a:path extrusionOk="0" h="576" w="1">
                  <a:moveTo>
                    <a:pt x="0" y="1"/>
                  </a:moveTo>
                  <a:lnTo>
                    <a:pt x="0" y="575"/>
                  </a:lnTo>
                  <a:lnTo>
                    <a:pt x="0" y="575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54"/>
            <p:cNvSpPr/>
            <p:nvPr/>
          </p:nvSpPr>
          <p:spPr>
            <a:xfrm>
              <a:off x="8304849" y="2617260"/>
              <a:ext cx="18628" cy="1034460"/>
            </a:xfrm>
            <a:custGeom>
              <a:rect b="b" l="l" r="r" t="t"/>
              <a:pathLst>
                <a:path extrusionOk="0" h="5220" w="94">
                  <a:moveTo>
                    <a:pt x="94" y="1"/>
                  </a:moveTo>
                  <a:lnTo>
                    <a:pt x="1" y="58"/>
                  </a:lnTo>
                  <a:lnTo>
                    <a:pt x="1" y="3868"/>
                  </a:lnTo>
                  <a:lnTo>
                    <a:pt x="1" y="5219"/>
                  </a:lnTo>
                  <a:lnTo>
                    <a:pt x="94" y="5162"/>
                  </a:lnTo>
                  <a:lnTo>
                    <a:pt x="94" y="3925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54"/>
            <p:cNvSpPr/>
            <p:nvPr/>
          </p:nvSpPr>
          <p:spPr>
            <a:xfrm>
              <a:off x="7512755" y="2312273"/>
              <a:ext cx="183706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54"/>
            <p:cNvSpPr/>
            <p:nvPr/>
          </p:nvSpPr>
          <p:spPr>
            <a:xfrm>
              <a:off x="7521277" y="2251236"/>
              <a:ext cx="758208" cy="437367"/>
            </a:xfrm>
            <a:custGeom>
              <a:rect b="b" l="l" r="r" t="t"/>
              <a:pathLst>
                <a:path extrusionOk="0" h="2207" w="3826">
                  <a:moveTo>
                    <a:pt x="389" y="0"/>
                  </a:moveTo>
                  <a:lnTo>
                    <a:pt x="1" y="223"/>
                  </a:lnTo>
                  <a:lnTo>
                    <a:pt x="884" y="733"/>
                  </a:lnTo>
                  <a:lnTo>
                    <a:pt x="943" y="763"/>
                  </a:lnTo>
                  <a:lnTo>
                    <a:pt x="1022" y="813"/>
                  </a:lnTo>
                  <a:lnTo>
                    <a:pt x="1617" y="1151"/>
                  </a:lnTo>
                  <a:lnTo>
                    <a:pt x="3437" y="2207"/>
                  </a:lnTo>
                  <a:lnTo>
                    <a:pt x="3601" y="2107"/>
                  </a:lnTo>
                  <a:lnTo>
                    <a:pt x="3825" y="1984"/>
                  </a:lnTo>
                  <a:lnTo>
                    <a:pt x="1022" y="361"/>
                  </a:lnTo>
                  <a:lnTo>
                    <a:pt x="943" y="318"/>
                  </a:lnTo>
                  <a:lnTo>
                    <a:pt x="884" y="288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54"/>
            <p:cNvSpPr/>
            <p:nvPr/>
          </p:nvSpPr>
          <p:spPr>
            <a:xfrm>
              <a:off x="8202394" y="2644410"/>
              <a:ext cx="77089" cy="1022966"/>
            </a:xfrm>
            <a:custGeom>
              <a:rect b="b" l="l" r="r" t="t"/>
              <a:pathLst>
                <a:path extrusionOk="0" h="5162" w="389">
                  <a:moveTo>
                    <a:pt x="388" y="0"/>
                  </a:moveTo>
                  <a:lnTo>
                    <a:pt x="164" y="123"/>
                  </a:lnTo>
                  <a:lnTo>
                    <a:pt x="0" y="223"/>
                  </a:lnTo>
                  <a:lnTo>
                    <a:pt x="0" y="1330"/>
                  </a:lnTo>
                  <a:lnTo>
                    <a:pt x="0" y="3436"/>
                  </a:lnTo>
                  <a:lnTo>
                    <a:pt x="0" y="5162"/>
                  </a:lnTo>
                  <a:lnTo>
                    <a:pt x="330" y="4975"/>
                  </a:lnTo>
                  <a:lnTo>
                    <a:pt x="388" y="4939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54"/>
            <p:cNvSpPr/>
            <p:nvPr/>
          </p:nvSpPr>
          <p:spPr>
            <a:xfrm>
              <a:off x="8183568" y="2688404"/>
              <a:ext cx="19025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54"/>
            <p:cNvSpPr/>
            <p:nvPr/>
          </p:nvSpPr>
          <p:spPr>
            <a:xfrm>
              <a:off x="7512755" y="2312273"/>
              <a:ext cx="183706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54"/>
            <p:cNvSpPr/>
            <p:nvPr/>
          </p:nvSpPr>
          <p:spPr>
            <a:xfrm>
              <a:off x="7465590" y="2203477"/>
              <a:ext cx="857889" cy="495431"/>
            </a:xfrm>
            <a:custGeom>
              <a:rect b="b" l="l" r="r" t="t"/>
              <a:pathLst>
                <a:path extrusionOk="0" h="2500" w="4329">
                  <a:moveTo>
                    <a:pt x="626" y="0"/>
                  </a:moveTo>
                  <a:cubicBezTo>
                    <a:pt x="576" y="0"/>
                    <a:pt x="526" y="11"/>
                    <a:pt x="490" y="32"/>
                  </a:cubicBezTo>
                  <a:lnTo>
                    <a:pt x="59" y="284"/>
                  </a:lnTo>
                  <a:cubicBezTo>
                    <a:pt x="23" y="307"/>
                    <a:pt x="0" y="334"/>
                    <a:pt x="0" y="364"/>
                  </a:cubicBezTo>
                  <a:cubicBezTo>
                    <a:pt x="0" y="393"/>
                    <a:pt x="23" y="421"/>
                    <a:pt x="59" y="443"/>
                  </a:cubicBezTo>
                  <a:lnTo>
                    <a:pt x="138" y="486"/>
                  </a:lnTo>
                  <a:lnTo>
                    <a:pt x="189" y="522"/>
                  </a:lnTo>
                  <a:lnTo>
                    <a:pt x="239" y="550"/>
                  </a:lnTo>
                  <a:lnTo>
                    <a:pt x="1165" y="1083"/>
                  </a:lnTo>
                  <a:lnTo>
                    <a:pt x="1224" y="1119"/>
                  </a:lnTo>
                  <a:lnTo>
                    <a:pt x="1303" y="1162"/>
                  </a:lnTo>
                  <a:lnTo>
                    <a:pt x="1898" y="1507"/>
                  </a:lnTo>
                  <a:lnTo>
                    <a:pt x="3623" y="2499"/>
                  </a:lnTo>
                  <a:lnTo>
                    <a:pt x="3718" y="2448"/>
                  </a:lnTo>
                  <a:lnTo>
                    <a:pt x="1898" y="1392"/>
                  </a:lnTo>
                  <a:lnTo>
                    <a:pt x="1303" y="1054"/>
                  </a:lnTo>
                  <a:lnTo>
                    <a:pt x="1224" y="1004"/>
                  </a:lnTo>
                  <a:lnTo>
                    <a:pt x="1165" y="974"/>
                  </a:lnTo>
                  <a:lnTo>
                    <a:pt x="282" y="464"/>
                  </a:lnTo>
                  <a:lnTo>
                    <a:pt x="152" y="393"/>
                  </a:lnTo>
                  <a:cubicBezTo>
                    <a:pt x="138" y="386"/>
                    <a:pt x="138" y="371"/>
                    <a:pt x="138" y="364"/>
                  </a:cubicBezTo>
                  <a:lnTo>
                    <a:pt x="138" y="357"/>
                  </a:lnTo>
                  <a:lnTo>
                    <a:pt x="138" y="350"/>
                  </a:lnTo>
                  <a:cubicBezTo>
                    <a:pt x="145" y="350"/>
                    <a:pt x="145" y="343"/>
                    <a:pt x="152" y="343"/>
                  </a:cubicBezTo>
                  <a:lnTo>
                    <a:pt x="584" y="91"/>
                  </a:lnTo>
                  <a:cubicBezTo>
                    <a:pt x="594" y="83"/>
                    <a:pt x="610" y="79"/>
                    <a:pt x="626" y="79"/>
                  </a:cubicBezTo>
                  <a:cubicBezTo>
                    <a:pt x="642" y="79"/>
                    <a:pt x="659" y="83"/>
                    <a:pt x="670" y="91"/>
                  </a:cubicBezTo>
                  <a:lnTo>
                    <a:pt x="1165" y="377"/>
                  </a:lnTo>
                  <a:lnTo>
                    <a:pt x="1224" y="407"/>
                  </a:lnTo>
                  <a:lnTo>
                    <a:pt x="1303" y="450"/>
                  </a:lnTo>
                  <a:lnTo>
                    <a:pt x="4236" y="2146"/>
                  </a:lnTo>
                  <a:lnTo>
                    <a:pt x="4329" y="2089"/>
                  </a:lnTo>
                  <a:lnTo>
                    <a:pt x="1303" y="343"/>
                  </a:lnTo>
                  <a:lnTo>
                    <a:pt x="1224" y="300"/>
                  </a:lnTo>
                  <a:lnTo>
                    <a:pt x="1165" y="264"/>
                  </a:lnTo>
                  <a:lnTo>
                    <a:pt x="763" y="32"/>
                  </a:lnTo>
                  <a:cubicBezTo>
                    <a:pt x="727" y="11"/>
                    <a:pt x="676" y="0"/>
                    <a:pt x="62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54"/>
            <p:cNvSpPr/>
            <p:nvPr/>
          </p:nvSpPr>
          <p:spPr>
            <a:xfrm>
              <a:off x="7512755" y="2312273"/>
              <a:ext cx="183706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54"/>
            <p:cNvSpPr/>
            <p:nvPr/>
          </p:nvSpPr>
          <p:spPr>
            <a:xfrm>
              <a:off x="8183568" y="2688404"/>
              <a:ext cx="19025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54"/>
            <p:cNvSpPr/>
            <p:nvPr/>
          </p:nvSpPr>
          <p:spPr>
            <a:xfrm>
              <a:off x="8183568" y="2688404"/>
              <a:ext cx="19025" cy="1033073"/>
            </a:xfrm>
            <a:custGeom>
              <a:rect b="b" l="l" r="r" t="t"/>
              <a:pathLst>
                <a:path extrusionOk="0" h="5213" w="96">
                  <a:moveTo>
                    <a:pt x="95" y="1"/>
                  </a:moveTo>
                  <a:lnTo>
                    <a:pt x="0" y="52"/>
                  </a:lnTo>
                  <a:lnTo>
                    <a:pt x="0" y="1051"/>
                  </a:lnTo>
                  <a:lnTo>
                    <a:pt x="0" y="3158"/>
                  </a:lnTo>
                  <a:lnTo>
                    <a:pt x="0" y="5212"/>
                  </a:lnTo>
                  <a:lnTo>
                    <a:pt x="95" y="5155"/>
                  </a:lnTo>
                  <a:lnTo>
                    <a:pt x="95" y="3214"/>
                  </a:lnTo>
                  <a:lnTo>
                    <a:pt x="95" y="110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54"/>
            <p:cNvSpPr/>
            <p:nvPr/>
          </p:nvSpPr>
          <p:spPr>
            <a:xfrm>
              <a:off x="7262266" y="2353097"/>
              <a:ext cx="812111" cy="1431202"/>
            </a:xfrm>
            <a:custGeom>
              <a:rect b="b" l="l" r="r" t="t"/>
              <a:pathLst>
                <a:path extrusionOk="0" h="7222" w="4098">
                  <a:moveTo>
                    <a:pt x="488" y="0"/>
                  </a:moveTo>
                  <a:cubicBezTo>
                    <a:pt x="471" y="0"/>
                    <a:pt x="455" y="4"/>
                    <a:pt x="445" y="11"/>
                  </a:cubicBezTo>
                  <a:lnTo>
                    <a:pt x="14" y="256"/>
                  </a:lnTo>
                  <a:cubicBezTo>
                    <a:pt x="7" y="262"/>
                    <a:pt x="0" y="269"/>
                    <a:pt x="0" y="285"/>
                  </a:cubicBezTo>
                  <a:cubicBezTo>
                    <a:pt x="0" y="292"/>
                    <a:pt x="7" y="299"/>
                    <a:pt x="14" y="306"/>
                  </a:cubicBezTo>
                  <a:lnTo>
                    <a:pt x="143" y="385"/>
                  </a:lnTo>
                  <a:lnTo>
                    <a:pt x="531" y="156"/>
                  </a:lnTo>
                  <a:lnTo>
                    <a:pt x="1026" y="442"/>
                  </a:lnTo>
                  <a:lnTo>
                    <a:pt x="1085" y="478"/>
                  </a:lnTo>
                  <a:lnTo>
                    <a:pt x="1164" y="521"/>
                  </a:lnTo>
                  <a:lnTo>
                    <a:pt x="2191" y="1118"/>
                  </a:lnTo>
                  <a:lnTo>
                    <a:pt x="2250" y="1147"/>
                  </a:lnTo>
                  <a:lnTo>
                    <a:pt x="2329" y="1191"/>
                  </a:lnTo>
                  <a:lnTo>
                    <a:pt x="2917" y="1536"/>
                  </a:lnTo>
                  <a:lnTo>
                    <a:pt x="3968" y="2139"/>
                  </a:lnTo>
                  <a:lnTo>
                    <a:pt x="3968" y="7084"/>
                  </a:lnTo>
                  <a:lnTo>
                    <a:pt x="3909" y="7113"/>
                  </a:lnTo>
                  <a:lnTo>
                    <a:pt x="4097" y="7222"/>
                  </a:lnTo>
                  <a:lnTo>
                    <a:pt x="4097" y="2067"/>
                  </a:lnTo>
                  <a:lnTo>
                    <a:pt x="2917" y="1384"/>
                  </a:lnTo>
                  <a:lnTo>
                    <a:pt x="2329" y="1039"/>
                  </a:lnTo>
                  <a:lnTo>
                    <a:pt x="2250" y="996"/>
                  </a:lnTo>
                  <a:lnTo>
                    <a:pt x="2191" y="968"/>
                  </a:lnTo>
                  <a:lnTo>
                    <a:pt x="1164" y="371"/>
                  </a:lnTo>
                  <a:lnTo>
                    <a:pt x="1085" y="328"/>
                  </a:lnTo>
                  <a:lnTo>
                    <a:pt x="1026" y="292"/>
                  </a:lnTo>
                  <a:lnTo>
                    <a:pt x="531" y="11"/>
                  </a:lnTo>
                  <a:cubicBezTo>
                    <a:pt x="520" y="4"/>
                    <a:pt x="504" y="0"/>
                    <a:pt x="4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54"/>
            <p:cNvSpPr/>
            <p:nvPr/>
          </p:nvSpPr>
          <p:spPr>
            <a:xfrm>
              <a:off x="7290604" y="2383813"/>
              <a:ext cx="758010" cy="437367"/>
            </a:xfrm>
            <a:custGeom>
              <a:rect b="b" l="l" r="r" t="t"/>
              <a:pathLst>
                <a:path extrusionOk="0" h="2207" w="3825">
                  <a:moveTo>
                    <a:pt x="388" y="1"/>
                  </a:moveTo>
                  <a:lnTo>
                    <a:pt x="0" y="230"/>
                  </a:lnTo>
                  <a:lnTo>
                    <a:pt x="883" y="741"/>
                  </a:lnTo>
                  <a:lnTo>
                    <a:pt x="942" y="770"/>
                  </a:lnTo>
                  <a:lnTo>
                    <a:pt x="1021" y="813"/>
                  </a:lnTo>
                  <a:lnTo>
                    <a:pt x="1617" y="1158"/>
                  </a:lnTo>
                  <a:lnTo>
                    <a:pt x="2048" y="1408"/>
                  </a:lnTo>
                  <a:lnTo>
                    <a:pt x="2107" y="1444"/>
                  </a:lnTo>
                  <a:lnTo>
                    <a:pt x="2186" y="1488"/>
                  </a:lnTo>
                  <a:lnTo>
                    <a:pt x="3437" y="2207"/>
                  </a:lnTo>
                  <a:lnTo>
                    <a:pt x="3601" y="2114"/>
                  </a:lnTo>
                  <a:lnTo>
                    <a:pt x="3644" y="2091"/>
                  </a:lnTo>
                  <a:lnTo>
                    <a:pt x="3825" y="1984"/>
                  </a:lnTo>
                  <a:lnTo>
                    <a:pt x="2774" y="1381"/>
                  </a:lnTo>
                  <a:lnTo>
                    <a:pt x="2186" y="1036"/>
                  </a:lnTo>
                  <a:lnTo>
                    <a:pt x="2107" y="992"/>
                  </a:lnTo>
                  <a:lnTo>
                    <a:pt x="2048" y="963"/>
                  </a:lnTo>
                  <a:lnTo>
                    <a:pt x="1021" y="366"/>
                  </a:lnTo>
                  <a:lnTo>
                    <a:pt x="942" y="323"/>
                  </a:lnTo>
                  <a:lnTo>
                    <a:pt x="883" y="287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54"/>
            <p:cNvSpPr/>
            <p:nvPr/>
          </p:nvSpPr>
          <p:spPr>
            <a:xfrm>
              <a:off x="7234918" y="2409377"/>
              <a:ext cx="198" cy="639899"/>
            </a:xfrm>
            <a:custGeom>
              <a:rect b="b" l="l" r="r" t="t"/>
              <a:pathLst>
                <a:path extrusionOk="0" h="3229" w="1">
                  <a:moveTo>
                    <a:pt x="0" y="1"/>
                  </a:moveTo>
                  <a:lnTo>
                    <a:pt x="0" y="3229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54"/>
            <p:cNvSpPr/>
            <p:nvPr/>
          </p:nvSpPr>
          <p:spPr>
            <a:xfrm>
              <a:off x="8074177" y="2751423"/>
              <a:ext cx="18628" cy="1032875"/>
            </a:xfrm>
            <a:custGeom>
              <a:rect b="b" l="l" r="r" t="t"/>
              <a:pathLst>
                <a:path extrusionOk="0" h="5212" w="94">
                  <a:moveTo>
                    <a:pt x="93" y="0"/>
                  </a:moveTo>
                  <a:lnTo>
                    <a:pt x="0" y="57"/>
                  </a:lnTo>
                  <a:lnTo>
                    <a:pt x="0" y="5212"/>
                  </a:lnTo>
                  <a:lnTo>
                    <a:pt x="93" y="5160"/>
                  </a:lnTo>
                  <a:lnTo>
                    <a:pt x="93" y="3285"/>
                  </a:lnTo>
                  <a:lnTo>
                    <a:pt x="93" y="2572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54"/>
            <p:cNvSpPr/>
            <p:nvPr/>
          </p:nvSpPr>
          <p:spPr>
            <a:xfrm>
              <a:off x="7971524" y="2776987"/>
              <a:ext cx="77089" cy="1024354"/>
            </a:xfrm>
            <a:custGeom>
              <a:rect b="b" l="l" r="r" t="t"/>
              <a:pathLst>
                <a:path extrusionOk="0" h="5169" w="389">
                  <a:moveTo>
                    <a:pt x="389" y="0"/>
                  </a:moveTo>
                  <a:lnTo>
                    <a:pt x="208" y="107"/>
                  </a:lnTo>
                  <a:lnTo>
                    <a:pt x="165" y="130"/>
                  </a:lnTo>
                  <a:lnTo>
                    <a:pt x="1" y="223"/>
                  </a:lnTo>
                  <a:lnTo>
                    <a:pt x="1" y="230"/>
                  </a:lnTo>
                  <a:lnTo>
                    <a:pt x="1" y="2804"/>
                  </a:lnTo>
                  <a:lnTo>
                    <a:pt x="1" y="3444"/>
                  </a:lnTo>
                  <a:lnTo>
                    <a:pt x="1" y="5169"/>
                  </a:lnTo>
                  <a:lnTo>
                    <a:pt x="330" y="4974"/>
                  </a:lnTo>
                  <a:lnTo>
                    <a:pt x="389" y="494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54"/>
            <p:cNvSpPr/>
            <p:nvPr/>
          </p:nvSpPr>
          <p:spPr>
            <a:xfrm>
              <a:off x="7234918" y="3113087"/>
              <a:ext cx="198" cy="317671"/>
            </a:xfrm>
            <a:custGeom>
              <a:rect b="b" l="l" r="r" t="t"/>
              <a:pathLst>
                <a:path extrusionOk="0" h="1603" w="1">
                  <a:moveTo>
                    <a:pt x="0" y="1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54"/>
            <p:cNvSpPr/>
            <p:nvPr/>
          </p:nvSpPr>
          <p:spPr>
            <a:xfrm>
              <a:off x="7234918" y="3113087"/>
              <a:ext cx="198" cy="317671"/>
            </a:xfrm>
            <a:custGeom>
              <a:rect b="b" l="l" r="r" t="t"/>
              <a:pathLst>
                <a:path extrusionOk="0" h="1603" w="1">
                  <a:moveTo>
                    <a:pt x="0" y="1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54"/>
            <p:cNvSpPr/>
            <p:nvPr/>
          </p:nvSpPr>
          <p:spPr>
            <a:xfrm>
              <a:off x="7234918" y="2409377"/>
              <a:ext cx="717979" cy="1446065"/>
            </a:xfrm>
            <a:custGeom>
              <a:rect b="b" l="l" r="r" t="t"/>
              <a:pathLst>
                <a:path extrusionOk="0" h="7297" w="3623">
                  <a:moveTo>
                    <a:pt x="771" y="1313"/>
                  </a:moveTo>
                  <a:cubicBezTo>
                    <a:pt x="781" y="1313"/>
                    <a:pt x="793" y="1316"/>
                    <a:pt x="806" y="1322"/>
                  </a:cubicBezTo>
                  <a:lnTo>
                    <a:pt x="1164" y="1531"/>
                  </a:lnTo>
                  <a:lnTo>
                    <a:pt x="1223" y="1560"/>
                  </a:lnTo>
                  <a:lnTo>
                    <a:pt x="1302" y="1610"/>
                  </a:lnTo>
                  <a:lnTo>
                    <a:pt x="1891" y="1949"/>
                  </a:lnTo>
                  <a:lnTo>
                    <a:pt x="2329" y="2200"/>
                  </a:lnTo>
                  <a:lnTo>
                    <a:pt x="2388" y="2237"/>
                  </a:lnTo>
                  <a:lnTo>
                    <a:pt x="2467" y="2280"/>
                  </a:lnTo>
                  <a:lnTo>
                    <a:pt x="2646" y="2387"/>
                  </a:lnTo>
                  <a:cubicBezTo>
                    <a:pt x="2689" y="2409"/>
                    <a:pt x="2717" y="2466"/>
                    <a:pt x="2717" y="2509"/>
                  </a:cubicBezTo>
                  <a:lnTo>
                    <a:pt x="2717" y="2609"/>
                  </a:lnTo>
                  <a:lnTo>
                    <a:pt x="2717" y="3644"/>
                  </a:lnTo>
                  <a:lnTo>
                    <a:pt x="2717" y="3876"/>
                  </a:lnTo>
                  <a:cubicBezTo>
                    <a:pt x="2717" y="3905"/>
                    <a:pt x="2701" y="3921"/>
                    <a:pt x="2679" y="3921"/>
                  </a:cubicBezTo>
                  <a:cubicBezTo>
                    <a:pt x="2669" y="3921"/>
                    <a:pt x="2658" y="3917"/>
                    <a:pt x="2646" y="3910"/>
                  </a:cubicBezTo>
                  <a:lnTo>
                    <a:pt x="2467" y="3810"/>
                  </a:lnTo>
                  <a:lnTo>
                    <a:pt x="2388" y="3767"/>
                  </a:lnTo>
                  <a:lnTo>
                    <a:pt x="2329" y="3731"/>
                  </a:lnTo>
                  <a:lnTo>
                    <a:pt x="1302" y="3134"/>
                  </a:lnTo>
                  <a:lnTo>
                    <a:pt x="1223" y="3091"/>
                  </a:lnTo>
                  <a:lnTo>
                    <a:pt x="1164" y="3063"/>
                  </a:lnTo>
                  <a:lnTo>
                    <a:pt x="799" y="2847"/>
                  </a:lnTo>
                  <a:cubicBezTo>
                    <a:pt x="763" y="2825"/>
                    <a:pt x="726" y="2768"/>
                    <a:pt x="726" y="2725"/>
                  </a:cubicBezTo>
                  <a:lnTo>
                    <a:pt x="733" y="1365"/>
                  </a:lnTo>
                  <a:cubicBezTo>
                    <a:pt x="733" y="1330"/>
                    <a:pt x="748" y="1313"/>
                    <a:pt x="771" y="1313"/>
                  </a:cubicBezTo>
                  <a:close/>
                  <a:moveTo>
                    <a:pt x="0" y="1"/>
                  </a:moveTo>
                  <a:lnTo>
                    <a:pt x="0" y="3229"/>
                  </a:lnTo>
                  <a:lnTo>
                    <a:pt x="0" y="3551"/>
                  </a:lnTo>
                  <a:lnTo>
                    <a:pt x="0" y="5154"/>
                  </a:lnTo>
                  <a:cubicBezTo>
                    <a:pt x="0" y="5183"/>
                    <a:pt x="22" y="5212"/>
                    <a:pt x="59" y="5233"/>
                  </a:cubicBezTo>
                  <a:lnTo>
                    <a:pt x="3623" y="7296"/>
                  </a:lnTo>
                  <a:lnTo>
                    <a:pt x="3623" y="5240"/>
                  </a:lnTo>
                  <a:lnTo>
                    <a:pt x="3623" y="4600"/>
                  </a:lnTo>
                  <a:lnTo>
                    <a:pt x="3623" y="2135"/>
                  </a:lnTo>
                  <a:lnTo>
                    <a:pt x="2467" y="1467"/>
                  </a:lnTo>
                  <a:lnTo>
                    <a:pt x="2388" y="1424"/>
                  </a:lnTo>
                  <a:lnTo>
                    <a:pt x="2329" y="1388"/>
                  </a:lnTo>
                  <a:lnTo>
                    <a:pt x="1898" y="1136"/>
                  </a:lnTo>
                  <a:lnTo>
                    <a:pt x="1302" y="791"/>
                  </a:lnTo>
                  <a:lnTo>
                    <a:pt x="1223" y="748"/>
                  </a:lnTo>
                  <a:lnTo>
                    <a:pt x="1164" y="719"/>
                  </a:lnTo>
                  <a:lnTo>
                    <a:pt x="188" y="151"/>
                  </a:lnTo>
                  <a:lnTo>
                    <a:pt x="138" y="123"/>
                  </a:lnTo>
                  <a:lnTo>
                    <a:pt x="59" y="80"/>
                  </a:lnTo>
                  <a:cubicBezTo>
                    <a:pt x="52" y="72"/>
                    <a:pt x="43" y="72"/>
                    <a:pt x="36" y="65"/>
                  </a:cubicBezTo>
                  <a:cubicBezTo>
                    <a:pt x="36" y="58"/>
                    <a:pt x="29" y="51"/>
                    <a:pt x="22" y="51"/>
                  </a:cubicBezTo>
                  <a:cubicBezTo>
                    <a:pt x="22" y="44"/>
                    <a:pt x="16" y="44"/>
                    <a:pt x="16" y="44"/>
                  </a:cubicBezTo>
                  <a:cubicBezTo>
                    <a:pt x="16" y="37"/>
                    <a:pt x="16" y="37"/>
                    <a:pt x="9" y="29"/>
                  </a:cubicBezTo>
                  <a:lnTo>
                    <a:pt x="9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54"/>
            <p:cNvSpPr/>
            <p:nvPr/>
          </p:nvSpPr>
          <p:spPr>
            <a:xfrm>
              <a:off x="7378791" y="2669577"/>
              <a:ext cx="394760" cy="516834"/>
            </a:xfrm>
            <a:custGeom>
              <a:rect b="b" l="l" r="r" t="t"/>
              <a:pathLst>
                <a:path extrusionOk="0" h="2608" w="1992">
                  <a:moveTo>
                    <a:pt x="45" y="0"/>
                  </a:moveTo>
                  <a:cubicBezTo>
                    <a:pt x="22" y="0"/>
                    <a:pt x="7" y="17"/>
                    <a:pt x="7" y="52"/>
                  </a:cubicBezTo>
                  <a:lnTo>
                    <a:pt x="0" y="1412"/>
                  </a:lnTo>
                  <a:cubicBezTo>
                    <a:pt x="0" y="1455"/>
                    <a:pt x="37" y="1512"/>
                    <a:pt x="73" y="1534"/>
                  </a:cubicBezTo>
                  <a:lnTo>
                    <a:pt x="438" y="1750"/>
                  </a:lnTo>
                  <a:lnTo>
                    <a:pt x="497" y="1778"/>
                  </a:lnTo>
                  <a:lnTo>
                    <a:pt x="576" y="1821"/>
                  </a:lnTo>
                  <a:lnTo>
                    <a:pt x="1603" y="2418"/>
                  </a:lnTo>
                  <a:lnTo>
                    <a:pt x="1662" y="2454"/>
                  </a:lnTo>
                  <a:lnTo>
                    <a:pt x="1741" y="2497"/>
                  </a:lnTo>
                  <a:lnTo>
                    <a:pt x="1920" y="2597"/>
                  </a:lnTo>
                  <a:cubicBezTo>
                    <a:pt x="1932" y="2604"/>
                    <a:pt x="1943" y="2608"/>
                    <a:pt x="1953" y="2608"/>
                  </a:cubicBezTo>
                  <a:cubicBezTo>
                    <a:pt x="1975" y="2608"/>
                    <a:pt x="1991" y="2592"/>
                    <a:pt x="1991" y="2563"/>
                  </a:cubicBezTo>
                  <a:lnTo>
                    <a:pt x="1991" y="2331"/>
                  </a:lnTo>
                  <a:lnTo>
                    <a:pt x="1991" y="1296"/>
                  </a:lnTo>
                  <a:lnTo>
                    <a:pt x="1991" y="1196"/>
                  </a:lnTo>
                  <a:cubicBezTo>
                    <a:pt x="1991" y="1153"/>
                    <a:pt x="1963" y="1096"/>
                    <a:pt x="1920" y="1074"/>
                  </a:cubicBezTo>
                  <a:lnTo>
                    <a:pt x="1741" y="967"/>
                  </a:lnTo>
                  <a:lnTo>
                    <a:pt x="1662" y="924"/>
                  </a:lnTo>
                  <a:lnTo>
                    <a:pt x="1603" y="887"/>
                  </a:lnTo>
                  <a:lnTo>
                    <a:pt x="1165" y="636"/>
                  </a:lnTo>
                  <a:lnTo>
                    <a:pt x="576" y="297"/>
                  </a:lnTo>
                  <a:lnTo>
                    <a:pt x="497" y="247"/>
                  </a:lnTo>
                  <a:lnTo>
                    <a:pt x="438" y="218"/>
                  </a:lnTo>
                  <a:lnTo>
                    <a:pt x="80" y="9"/>
                  </a:lnTo>
                  <a:cubicBezTo>
                    <a:pt x="67" y="3"/>
                    <a:pt x="55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54"/>
            <p:cNvSpPr/>
            <p:nvPr/>
          </p:nvSpPr>
          <p:spPr>
            <a:xfrm>
              <a:off x="7952697" y="2820981"/>
              <a:ext cx="19025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54"/>
            <p:cNvSpPr/>
            <p:nvPr/>
          </p:nvSpPr>
          <p:spPr>
            <a:xfrm>
              <a:off x="7234918" y="2337441"/>
              <a:ext cx="857889" cy="495035"/>
            </a:xfrm>
            <a:custGeom>
              <a:rect b="b" l="l" r="r" t="t"/>
              <a:pathLst>
                <a:path extrusionOk="0" h="2498" w="4329">
                  <a:moveTo>
                    <a:pt x="626" y="0"/>
                  </a:moveTo>
                  <a:cubicBezTo>
                    <a:pt x="575" y="0"/>
                    <a:pt x="525" y="11"/>
                    <a:pt x="490" y="33"/>
                  </a:cubicBezTo>
                  <a:lnTo>
                    <a:pt x="59" y="285"/>
                  </a:lnTo>
                  <a:cubicBezTo>
                    <a:pt x="22" y="305"/>
                    <a:pt x="0" y="335"/>
                    <a:pt x="0" y="364"/>
                  </a:cubicBezTo>
                  <a:cubicBezTo>
                    <a:pt x="0" y="371"/>
                    <a:pt x="0" y="378"/>
                    <a:pt x="9" y="385"/>
                  </a:cubicBezTo>
                  <a:lnTo>
                    <a:pt x="9" y="392"/>
                  </a:lnTo>
                  <a:cubicBezTo>
                    <a:pt x="16" y="400"/>
                    <a:pt x="16" y="400"/>
                    <a:pt x="16" y="407"/>
                  </a:cubicBezTo>
                  <a:cubicBezTo>
                    <a:pt x="16" y="407"/>
                    <a:pt x="22" y="407"/>
                    <a:pt x="22" y="414"/>
                  </a:cubicBezTo>
                  <a:cubicBezTo>
                    <a:pt x="29" y="414"/>
                    <a:pt x="36" y="421"/>
                    <a:pt x="36" y="428"/>
                  </a:cubicBezTo>
                  <a:cubicBezTo>
                    <a:pt x="43" y="435"/>
                    <a:pt x="52" y="435"/>
                    <a:pt x="59" y="443"/>
                  </a:cubicBezTo>
                  <a:lnTo>
                    <a:pt x="138" y="486"/>
                  </a:lnTo>
                  <a:lnTo>
                    <a:pt x="188" y="514"/>
                  </a:lnTo>
                  <a:lnTo>
                    <a:pt x="1164" y="1082"/>
                  </a:lnTo>
                  <a:lnTo>
                    <a:pt x="1223" y="1111"/>
                  </a:lnTo>
                  <a:lnTo>
                    <a:pt x="1302" y="1154"/>
                  </a:lnTo>
                  <a:lnTo>
                    <a:pt x="1898" y="1499"/>
                  </a:lnTo>
                  <a:lnTo>
                    <a:pt x="2329" y="1751"/>
                  </a:lnTo>
                  <a:lnTo>
                    <a:pt x="2388" y="1787"/>
                  </a:lnTo>
                  <a:lnTo>
                    <a:pt x="2467" y="1830"/>
                  </a:lnTo>
                  <a:lnTo>
                    <a:pt x="3623" y="2498"/>
                  </a:lnTo>
                  <a:lnTo>
                    <a:pt x="3718" y="2441"/>
                  </a:lnTo>
                  <a:lnTo>
                    <a:pt x="2467" y="1722"/>
                  </a:lnTo>
                  <a:lnTo>
                    <a:pt x="2388" y="1678"/>
                  </a:lnTo>
                  <a:lnTo>
                    <a:pt x="2329" y="1642"/>
                  </a:lnTo>
                  <a:lnTo>
                    <a:pt x="1898" y="1392"/>
                  </a:lnTo>
                  <a:lnTo>
                    <a:pt x="1302" y="1047"/>
                  </a:lnTo>
                  <a:lnTo>
                    <a:pt x="1223" y="1004"/>
                  </a:lnTo>
                  <a:lnTo>
                    <a:pt x="1164" y="975"/>
                  </a:lnTo>
                  <a:lnTo>
                    <a:pt x="281" y="464"/>
                  </a:lnTo>
                  <a:lnTo>
                    <a:pt x="152" y="385"/>
                  </a:lnTo>
                  <a:cubicBezTo>
                    <a:pt x="145" y="378"/>
                    <a:pt x="138" y="371"/>
                    <a:pt x="138" y="364"/>
                  </a:cubicBezTo>
                  <a:cubicBezTo>
                    <a:pt x="138" y="348"/>
                    <a:pt x="145" y="341"/>
                    <a:pt x="152" y="335"/>
                  </a:cubicBezTo>
                  <a:lnTo>
                    <a:pt x="583" y="90"/>
                  </a:lnTo>
                  <a:cubicBezTo>
                    <a:pt x="593" y="83"/>
                    <a:pt x="609" y="79"/>
                    <a:pt x="626" y="79"/>
                  </a:cubicBezTo>
                  <a:cubicBezTo>
                    <a:pt x="642" y="79"/>
                    <a:pt x="658" y="83"/>
                    <a:pt x="669" y="90"/>
                  </a:cubicBezTo>
                  <a:lnTo>
                    <a:pt x="1164" y="371"/>
                  </a:lnTo>
                  <a:lnTo>
                    <a:pt x="1223" y="407"/>
                  </a:lnTo>
                  <a:lnTo>
                    <a:pt x="1302" y="450"/>
                  </a:lnTo>
                  <a:lnTo>
                    <a:pt x="2329" y="1047"/>
                  </a:lnTo>
                  <a:lnTo>
                    <a:pt x="2388" y="1075"/>
                  </a:lnTo>
                  <a:lnTo>
                    <a:pt x="2467" y="1118"/>
                  </a:lnTo>
                  <a:lnTo>
                    <a:pt x="3055" y="1463"/>
                  </a:lnTo>
                  <a:lnTo>
                    <a:pt x="4235" y="2146"/>
                  </a:lnTo>
                  <a:lnTo>
                    <a:pt x="4328" y="2089"/>
                  </a:lnTo>
                  <a:lnTo>
                    <a:pt x="3055" y="1356"/>
                  </a:lnTo>
                  <a:lnTo>
                    <a:pt x="2467" y="1011"/>
                  </a:lnTo>
                  <a:lnTo>
                    <a:pt x="2388" y="968"/>
                  </a:lnTo>
                  <a:lnTo>
                    <a:pt x="2329" y="938"/>
                  </a:lnTo>
                  <a:lnTo>
                    <a:pt x="1302" y="341"/>
                  </a:lnTo>
                  <a:lnTo>
                    <a:pt x="1223" y="298"/>
                  </a:lnTo>
                  <a:lnTo>
                    <a:pt x="1164" y="262"/>
                  </a:lnTo>
                  <a:lnTo>
                    <a:pt x="763" y="33"/>
                  </a:lnTo>
                  <a:cubicBezTo>
                    <a:pt x="726" y="11"/>
                    <a:pt x="676" y="0"/>
                    <a:pt x="62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54"/>
            <p:cNvSpPr/>
            <p:nvPr/>
          </p:nvSpPr>
          <p:spPr>
            <a:xfrm>
              <a:off x="7952697" y="2822368"/>
              <a:ext cx="19025" cy="1033073"/>
            </a:xfrm>
            <a:custGeom>
              <a:rect b="b" l="l" r="r" t="t"/>
              <a:pathLst>
                <a:path extrusionOk="0" h="5213" w="96">
                  <a:moveTo>
                    <a:pt x="96" y="1"/>
                  </a:moveTo>
                  <a:lnTo>
                    <a:pt x="1" y="51"/>
                  </a:lnTo>
                  <a:lnTo>
                    <a:pt x="1" y="2516"/>
                  </a:lnTo>
                  <a:lnTo>
                    <a:pt x="1" y="3156"/>
                  </a:lnTo>
                  <a:lnTo>
                    <a:pt x="1" y="5212"/>
                  </a:lnTo>
                  <a:lnTo>
                    <a:pt x="96" y="5155"/>
                  </a:lnTo>
                  <a:lnTo>
                    <a:pt x="96" y="3215"/>
                  </a:lnTo>
                  <a:lnTo>
                    <a:pt x="96" y="2575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54"/>
            <p:cNvSpPr/>
            <p:nvPr/>
          </p:nvSpPr>
          <p:spPr>
            <a:xfrm>
              <a:off x="6317579" y="3770622"/>
              <a:ext cx="1595685" cy="920115"/>
            </a:xfrm>
            <a:custGeom>
              <a:rect b="b" l="l" r="r" t="t"/>
              <a:pathLst>
                <a:path extrusionOk="0" h="4643" w="8052">
                  <a:moveTo>
                    <a:pt x="5870" y="181"/>
                  </a:moveTo>
                  <a:cubicBezTo>
                    <a:pt x="5895" y="181"/>
                    <a:pt x="5920" y="187"/>
                    <a:pt x="5938" y="198"/>
                  </a:cubicBezTo>
                  <a:lnTo>
                    <a:pt x="5959" y="212"/>
                  </a:lnTo>
                  <a:cubicBezTo>
                    <a:pt x="5995" y="232"/>
                    <a:pt x="5995" y="269"/>
                    <a:pt x="5959" y="291"/>
                  </a:cubicBezTo>
                  <a:lnTo>
                    <a:pt x="5780" y="398"/>
                  </a:lnTo>
                  <a:cubicBezTo>
                    <a:pt x="5762" y="409"/>
                    <a:pt x="5737" y="415"/>
                    <a:pt x="5712" y="415"/>
                  </a:cubicBezTo>
                  <a:cubicBezTo>
                    <a:pt x="5687" y="415"/>
                    <a:pt x="5662" y="409"/>
                    <a:pt x="5643" y="398"/>
                  </a:cubicBezTo>
                  <a:lnTo>
                    <a:pt x="5621" y="384"/>
                  </a:lnTo>
                  <a:cubicBezTo>
                    <a:pt x="5586" y="362"/>
                    <a:pt x="5586" y="327"/>
                    <a:pt x="5621" y="305"/>
                  </a:cubicBezTo>
                  <a:lnTo>
                    <a:pt x="5802" y="198"/>
                  </a:lnTo>
                  <a:cubicBezTo>
                    <a:pt x="5819" y="187"/>
                    <a:pt x="5844" y="181"/>
                    <a:pt x="5870" y="181"/>
                  </a:cubicBezTo>
                  <a:close/>
                  <a:moveTo>
                    <a:pt x="6089" y="311"/>
                  </a:moveTo>
                  <a:cubicBezTo>
                    <a:pt x="6113" y="311"/>
                    <a:pt x="6136" y="316"/>
                    <a:pt x="6154" y="327"/>
                  </a:cubicBezTo>
                  <a:lnTo>
                    <a:pt x="6304" y="414"/>
                  </a:lnTo>
                  <a:cubicBezTo>
                    <a:pt x="6340" y="434"/>
                    <a:pt x="6340" y="471"/>
                    <a:pt x="6304" y="491"/>
                  </a:cubicBezTo>
                  <a:lnTo>
                    <a:pt x="6125" y="593"/>
                  </a:lnTo>
                  <a:cubicBezTo>
                    <a:pt x="6103" y="603"/>
                    <a:pt x="6078" y="609"/>
                    <a:pt x="6054" y="609"/>
                  </a:cubicBezTo>
                  <a:cubicBezTo>
                    <a:pt x="6030" y="609"/>
                    <a:pt x="6007" y="603"/>
                    <a:pt x="5988" y="593"/>
                  </a:cubicBezTo>
                  <a:lnTo>
                    <a:pt x="5837" y="507"/>
                  </a:lnTo>
                  <a:cubicBezTo>
                    <a:pt x="5802" y="484"/>
                    <a:pt x="5802" y="448"/>
                    <a:pt x="5837" y="434"/>
                  </a:cubicBezTo>
                  <a:lnTo>
                    <a:pt x="6025" y="327"/>
                  </a:lnTo>
                  <a:cubicBezTo>
                    <a:pt x="6043" y="316"/>
                    <a:pt x="6066" y="311"/>
                    <a:pt x="6089" y="311"/>
                  </a:cubicBezTo>
                  <a:close/>
                  <a:moveTo>
                    <a:pt x="5493" y="397"/>
                  </a:moveTo>
                  <a:cubicBezTo>
                    <a:pt x="5517" y="397"/>
                    <a:pt x="5542" y="402"/>
                    <a:pt x="5564" y="414"/>
                  </a:cubicBezTo>
                  <a:lnTo>
                    <a:pt x="5586" y="427"/>
                  </a:lnTo>
                  <a:cubicBezTo>
                    <a:pt x="5621" y="448"/>
                    <a:pt x="5621" y="484"/>
                    <a:pt x="5586" y="507"/>
                  </a:cubicBezTo>
                  <a:lnTo>
                    <a:pt x="5414" y="607"/>
                  </a:lnTo>
                  <a:cubicBezTo>
                    <a:pt x="5396" y="618"/>
                    <a:pt x="5372" y="624"/>
                    <a:pt x="5349" y="624"/>
                  </a:cubicBezTo>
                  <a:cubicBezTo>
                    <a:pt x="5325" y="624"/>
                    <a:pt x="5302" y="618"/>
                    <a:pt x="5285" y="607"/>
                  </a:cubicBezTo>
                  <a:lnTo>
                    <a:pt x="5255" y="593"/>
                  </a:lnTo>
                  <a:cubicBezTo>
                    <a:pt x="5219" y="571"/>
                    <a:pt x="5219" y="534"/>
                    <a:pt x="5255" y="514"/>
                  </a:cubicBezTo>
                  <a:lnTo>
                    <a:pt x="5428" y="414"/>
                  </a:lnTo>
                  <a:cubicBezTo>
                    <a:pt x="5446" y="402"/>
                    <a:pt x="5469" y="397"/>
                    <a:pt x="5493" y="397"/>
                  </a:cubicBezTo>
                  <a:close/>
                  <a:moveTo>
                    <a:pt x="5133" y="605"/>
                  </a:moveTo>
                  <a:cubicBezTo>
                    <a:pt x="5156" y="605"/>
                    <a:pt x="5180" y="610"/>
                    <a:pt x="5198" y="621"/>
                  </a:cubicBezTo>
                  <a:lnTo>
                    <a:pt x="5226" y="636"/>
                  </a:lnTo>
                  <a:cubicBezTo>
                    <a:pt x="5262" y="657"/>
                    <a:pt x="5262" y="693"/>
                    <a:pt x="5226" y="716"/>
                  </a:cubicBezTo>
                  <a:lnTo>
                    <a:pt x="5076" y="802"/>
                  </a:lnTo>
                  <a:cubicBezTo>
                    <a:pt x="5058" y="812"/>
                    <a:pt x="5032" y="817"/>
                    <a:pt x="5007" y="817"/>
                  </a:cubicBezTo>
                  <a:cubicBezTo>
                    <a:pt x="4982" y="817"/>
                    <a:pt x="4957" y="812"/>
                    <a:pt x="4940" y="802"/>
                  </a:cubicBezTo>
                  <a:lnTo>
                    <a:pt x="4917" y="786"/>
                  </a:lnTo>
                  <a:cubicBezTo>
                    <a:pt x="4881" y="766"/>
                    <a:pt x="4881" y="729"/>
                    <a:pt x="4917" y="707"/>
                  </a:cubicBezTo>
                  <a:lnTo>
                    <a:pt x="5069" y="621"/>
                  </a:lnTo>
                  <a:cubicBezTo>
                    <a:pt x="5086" y="610"/>
                    <a:pt x="5109" y="605"/>
                    <a:pt x="5133" y="605"/>
                  </a:cubicBezTo>
                  <a:close/>
                  <a:moveTo>
                    <a:pt x="5714" y="526"/>
                  </a:moveTo>
                  <a:cubicBezTo>
                    <a:pt x="5738" y="526"/>
                    <a:pt x="5762" y="532"/>
                    <a:pt x="5780" y="543"/>
                  </a:cubicBezTo>
                  <a:lnTo>
                    <a:pt x="5931" y="629"/>
                  </a:lnTo>
                  <a:cubicBezTo>
                    <a:pt x="5966" y="650"/>
                    <a:pt x="5966" y="686"/>
                    <a:pt x="5931" y="707"/>
                  </a:cubicBezTo>
                  <a:lnTo>
                    <a:pt x="5759" y="802"/>
                  </a:lnTo>
                  <a:cubicBezTo>
                    <a:pt x="5739" y="813"/>
                    <a:pt x="5712" y="818"/>
                    <a:pt x="5687" y="818"/>
                  </a:cubicBezTo>
                  <a:cubicBezTo>
                    <a:pt x="5665" y="818"/>
                    <a:pt x="5645" y="815"/>
                    <a:pt x="5630" y="809"/>
                  </a:cubicBezTo>
                  <a:lnTo>
                    <a:pt x="5478" y="716"/>
                  </a:lnTo>
                  <a:cubicBezTo>
                    <a:pt x="5442" y="693"/>
                    <a:pt x="5442" y="664"/>
                    <a:pt x="5478" y="643"/>
                  </a:cubicBezTo>
                  <a:lnTo>
                    <a:pt x="5643" y="543"/>
                  </a:lnTo>
                  <a:cubicBezTo>
                    <a:pt x="5665" y="532"/>
                    <a:pt x="5690" y="526"/>
                    <a:pt x="5714" y="526"/>
                  </a:cubicBezTo>
                  <a:close/>
                  <a:moveTo>
                    <a:pt x="6430" y="505"/>
                  </a:moveTo>
                  <a:cubicBezTo>
                    <a:pt x="6455" y="505"/>
                    <a:pt x="6481" y="510"/>
                    <a:pt x="6499" y="521"/>
                  </a:cubicBezTo>
                  <a:lnTo>
                    <a:pt x="6665" y="621"/>
                  </a:lnTo>
                  <a:cubicBezTo>
                    <a:pt x="6699" y="643"/>
                    <a:pt x="6699" y="679"/>
                    <a:pt x="6665" y="700"/>
                  </a:cubicBezTo>
                  <a:lnTo>
                    <a:pt x="6390" y="859"/>
                  </a:lnTo>
                  <a:cubicBezTo>
                    <a:pt x="6372" y="869"/>
                    <a:pt x="6347" y="874"/>
                    <a:pt x="6322" y="874"/>
                  </a:cubicBezTo>
                  <a:cubicBezTo>
                    <a:pt x="6297" y="874"/>
                    <a:pt x="6272" y="869"/>
                    <a:pt x="6254" y="859"/>
                  </a:cubicBezTo>
                  <a:lnTo>
                    <a:pt x="6088" y="759"/>
                  </a:lnTo>
                  <a:cubicBezTo>
                    <a:pt x="6052" y="736"/>
                    <a:pt x="6052" y="700"/>
                    <a:pt x="6088" y="686"/>
                  </a:cubicBezTo>
                  <a:lnTo>
                    <a:pt x="6363" y="521"/>
                  </a:lnTo>
                  <a:cubicBezTo>
                    <a:pt x="6380" y="510"/>
                    <a:pt x="6405" y="505"/>
                    <a:pt x="6430" y="505"/>
                  </a:cubicBezTo>
                  <a:close/>
                  <a:moveTo>
                    <a:pt x="4789" y="807"/>
                  </a:moveTo>
                  <a:cubicBezTo>
                    <a:pt x="4813" y="807"/>
                    <a:pt x="4839" y="812"/>
                    <a:pt x="4860" y="822"/>
                  </a:cubicBezTo>
                  <a:lnTo>
                    <a:pt x="4881" y="836"/>
                  </a:lnTo>
                  <a:cubicBezTo>
                    <a:pt x="4917" y="859"/>
                    <a:pt x="4917" y="895"/>
                    <a:pt x="4881" y="916"/>
                  </a:cubicBezTo>
                  <a:lnTo>
                    <a:pt x="4724" y="1002"/>
                  </a:lnTo>
                  <a:cubicBezTo>
                    <a:pt x="4706" y="1013"/>
                    <a:pt x="4682" y="1019"/>
                    <a:pt x="4659" y="1019"/>
                  </a:cubicBezTo>
                  <a:cubicBezTo>
                    <a:pt x="4635" y="1019"/>
                    <a:pt x="4612" y="1013"/>
                    <a:pt x="4595" y="1002"/>
                  </a:cubicBezTo>
                  <a:lnTo>
                    <a:pt x="4565" y="988"/>
                  </a:lnTo>
                  <a:cubicBezTo>
                    <a:pt x="4529" y="966"/>
                    <a:pt x="4529" y="931"/>
                    <a:pt x="4565" y="909"/>
                  </a:cubicBezTo>
                  <a:lnTo>
                    <a:pt x="4724" y="822"/>
                  </a:lnTo>
                  <a:cubicBezTo>
                    <a:pt x="4741" y="812"/>
                    <a:pt x="4764" y="807"/>
                    <a:pt x="4789" y="807"/>
                  </a:cubicBezTo>
                  <a:close/>
                  <a:moveTo>
                    <a:pt x="5352" y="734"/>
                  </a:moveTo>
                  <a:cubicBezTo>
                    <a:pt x="5377" y="734"/>
                    <a:pt x="5403" y="740"/>
                    <a:pt x="5421" y="750"/>
                  </a:cubicBezTo>
                  <a:lnTo>
                    <a:pt x="5571" y="836"/>
                  </a:lnTo>
                  <a:cubicBezTo>
                    <a:pt x="5607" y="859"/>
                    <a:pt x="5607" y="895"/>
                    <a:pt x="5571" y="916"/>
                  </a:cubicBezTo>
                  <a:lnTo>
                    <a:pt x="5421" y="1002"/>
                  </a:lnTo>
                  <a:cubicBezTo>
                    <a:pt x="5399" y="1013"/>
                    <a:pt x="5374" y="1019"/>
                    <a:pt x="5349" y="1019"/>
                  </a:cubicBezTo>
                  <a:cubicBezTo>
                    <a:pt x="5325" y="1019"/>
                    <a:pt x="5302" y="1013"/>
                    <a:pt x="5285" y="1002"/>
                  </a:cubicBezTo>
                  <a:lnTo>
                    <a:pt x="5133" y="916"/>
                  </a:lnTo>
                  <a:cubicBezTo>
                    <a:pt x="5097" y="895"/>
                    <a:pt x="5097" y="859"/>
                    <a:pt x="5133" y="836"/>
                  </a:cubicBezTo>
                  <a:lnTo>
                    <a:pt x="5285" y="750"/>
                  </a:lnTo>
                  <a:cubicBezTo>
                    <a:pt x="5302" y="740"/>
                    <a:pt x="5327" y="734"/>
                    <a:pt x="5352" y="734"/>
                  </a:cubicBezTo>
                  <a:close/>
                  <a:moveTo>
                    <a:pt x="5963" y="778"/>
                  </a:moveTo>
                  <a:cubicBezTo>
                    <a:pt x="5988" y="778"/>
                    <a:pt x="6013" y="783"/>
                    <a:pt x="6032" y="793"/>
                  </a:cubicBezTo>
                  <a:lnTo>
                    <a:pt x="6197" y="895"/>
                  </a:lnTo>
                  <a:cubicBezTo>
                    <a:pt x="6233" y="916"/>
                    <a:pt x="6233" y="945"/>
                    <a:pt x="6197" y="966"/>
                  </a:cubicBezTo>
                  <a:lnTo>
                    <a:pt x="6025" y="1067"/>
                  </a:lnTo>
                  <a:cubicBezTo>
                    <a:pt x="6007" y="1078"/>
                    <a:pt x="5983" y="1083"/>
                    <a:pt x="5960" y="1083"/>
                  </a:cubicBezTo>
                  <a:cubicBezTo>
                    <a:pt x="5937" y="1083"/>
                    <a:pt x="5913" y="1078"/>
                    <a:pt x="5895" y="1067"/>
                  </a:cubicBezTo>
                  <a:lnTo>
                    <a:pt x="5730" y="966"/>
                  </a:lnTo>
                  <a:cubicBezTo>
                    <a:pt x="5687" y="945"/>
                    <a:pt x="5687" y="916"/>
                    <a:pt x="5730" y="895"/>
                  </a:cubicBezTo>
                  <a:lnTo>
                    <a:pt x="5895" y="793"/>
                  </a:lnTo>
                  <a:cubicBezTo>
                    <a:pt x="5913" y="783"/>
                    <a:pt x="5938" y="778"/>
                    <a:pt x="5963" y="778"/>
                  </a:cubicBezTo>
                  <a:close/>
                  <a:moveTo>
                    <a:pt x="6790" y="712"/>
                  </a:moveTo>
                  <a:cubicBezTo>
                    <a:pt x="6815" y="712"/>
                    <a:pt x="6840" y="718"/>
                    <a:pt x="6858" y="729"/>
                  </a:cubicBezTo>
                  <a:lnTo>
                    <a:pt x="7010" y="816"/>
                  </a:lnTo>
                  <a:cubicBezTo>
                    <a:pt x="7044" y="836"/>
                    <a:pt x="7044" y="872"/>
                    <a:pt x="7010" y="895"/>
                  </a:cubicBezTo>
                  <a:lnTo>
                    <a:pt x="6606" y="1124"/>
                  </a:lnTo>
                  <a:cubicBezTo>
                    <a:pt x="6588" y="1136"/>
                    <a:pt x="6565" y="1141"/>
                    <a:pt x="6541" y="1141"/>
                  </a:cubicBezTo>
                  <a:cubicBezTo>
                    <a:pt x="6518" y="1141"/>
                    <a:pt x="6495" y="1136"/>
                    <a:pt x="6477" y="1124"/>
                  </a:cubicBezTo>
                  <a:lnTo>
                    <a:pt x="6327" y="1038"/>
                  </a:lnTo>
                  <a:cubicBezTo>
                    <a:pt x="6290" y="1017"/>
                    <a:pt x="6290" y="981"/>
                    <a:pt x="6327" y="959"/>
                  </a:cubicBezTo>
                  <a:lnTo>
                    <a:pt x="6722" y="729"/>
                  </a:lnTo>
                  <a:cubicBezTo>
                    <a:pt x="6740" y="718"/>
                    <a:pt x="6765" y="712"/>
                    <a:pt x="6790" y="712"/>
                  </a:cubicBezTo>
                  <a:close/>
                  <a:moveTo>
                    <a:pt x="4443" y="1007"/>
                  </a:moveTo>
                  <a:cubicBezTo>
                    <a:pt x="4466" y="1007"/>
                    <a:pt x="4490" y="1013"/>
                    <a:pt x="4508" y="1024"/>
                  </a:cubicBezTo>
                  <a:lnTo>
                    <a:pt x="4529" y="1038"/>
                  </a:lnTo>
                  <a:cubicBezTo>
                    <a:pt x="4572" y="1061"/>
                    <a:pt x="4572" y="1095"/>
                    <a:pt x="4529" y="1117"/>
                  </a:cubicBezTo>
                  <a:lnTo>
                    <a:pt x="4379" y="1204"/>
                  </a:lnTo>
                  <a:cubicBezTo>
                    <a:pt x="4361" y="1214"/>
                    <a:pt x="4335" y="1219"/>
                    <a:pt x="4310" y="1219"/>
                  </a:cubicBezTo>
                  <a:cubicBezTo>
                    <a:pt x="4284" y="1219"/>
                    <a:pt x="4259" y="1214"/>
                    <a:pt x="4241" y="1204"/>
                  </a:cubicBezTo>
                  <a:lnTo>
                    <a:pt x="4220" y="1190"/>
                  </a:lnTo>
                  <a:cubicBezTo>
                    <a:pt x="4184" y="1167"/>
                    <a:pt x="4184" y="1131"/>
                    <a:pt x="4220" y="1111"/>
                  </a:cubicBezTo>
                  <a:lnTo>
                    <a:pt x="4379" y="1024"/>
                  </a:lnTo>
                  <a:cubicBezTo>
                    <a:pt x="4396" y="1013"/>
                    <a:pt x="4419" y="1007"/>
                    <a:pt x="4443" y="1007"/>
                  </a:cubicBezTo>
                  <a:close/>
                  <a:moveTo>
                    <a:pt x="5010" y="935"/>
                  </a:moveTo>
                  <a:cubicBezTo>
                    <a:pt x="5034" y="935"/>
                    <a:pt x="5058" y="938"/>
                    <a:pt x="5076" y="945"/>
                  </a:cubicBezTo>
                  <a:lnTo>
                    <a:pt x="5226" y="1038"/>
                  </a:lnTo>
                  <a:cubicBezTo>
                    <a:pt x="5262" y="1061"/>
                    <a:pt x="5262" y="1088"/>
                    <a:pt x="5226" y="1111"/>
                  </a:cubicBezTo>
                  <a:lnTo>
                    <a:pt x="5069" y="1204"/>
                  </a:lnTo>
                  <a:cubicBezTo>
                    <a:pt x="5051" y="1214"/>
                    <a:pt x="5027" y="1219"/>
                    <a:pt x="5004" y="1219"/>
                  </a:cubicBezTo>
                  <a:cubicBezTo>
                    <a:pt x="4980" y="1219"/>
                    <a:pt x="4957" y="1214"/>
                    <a:pt x="4940" y="1204"/>
                  </a:cubicBezTo>
                  <a:lnTo>
                    <a:pt x="4788" y="1117"/>
                  </a:lnTo>
                  <a:cubicBezTo>
                    <a:pt x="4752" y="1095"/>
                    <a:pt x="4752" y="1061"/>
                    <a:pt x="4788" y="1038"/>
                  </a:cubicBezTo>
                  <a:lnTo>
                    <a:pt x="4940" y="945"/>
                  </a:lnTo>
                  <a:cubicBezTo>
                    <a:pt x="4961" y="938"/>
                    <a:pt x="4986" y="935"/>
                    <a:pt x="5010" y="935"/>
                  </a:cubicBezTo>
                  <a:close/>
                  <a:moveTo>
                    <a:pt x="5600" y="986"/>
                  </a:moveTo>
                  <a:cubicBezTo>
                    <a:pt x="5624" y="986"/>
                    <a:pt x="5647" y="992"/>
                    <a:pt x="5664" y="1002"/>
                  </a:cubicBezTo>
                  <a:lnTo>
                    <a:pt x="5837" y="1104"/>
                  </a:lnTo>
                  <a:cubicBezTo>
                    <a:pt x="5873" y="1124"/>
                    <a:pt x="5873" y="1154"/>
                    <a:pt x="5837" y="1174"/>
                  </a:cubicBezTo>
                  <a:lnTo>
                    <a:pt x="5687" y="1261"/>
                  </a:lnTo>
                  <a:cubicBezTo>
                    <a:pt x="5668" y="1272"/>
                    <a:pt x="5643" y="1277"/>
                    <a:pt x="5618" y="1277"/>
                  </a:cubicBezTo>
                  <a:cubicBezTo>
                    <a:pt x="5593" y="1277"/>
                    <a:pt x="5568" y="1272"/>
                    <a:pt x="5550" y="1261"/>
                  </a:cubicBezTo>
                  <a:lnTo>
                    <a:pt x="5385" y="1167"/>
                  </a:lnTo>
                  <a:cubicBezTo>
                    <a:pt x="5348" y="1147"/>
                    <a:pt x="5348" y="1111"/>
                    <a:pt x="5385" y="1088"/>
                  </a:cubicBezTo>
                  <a:lnTo>
                    <a:pt x="5535" y="1002"/>
                  </a:lnTo>
                  <a:cubicBezTo>
                    <a:pt x="5553" y="992"/>
                    <a:pt x="5577" y="986"/>
                    <a:pt x="5600" y="986"/>
                  </a:cubicBezTo>
                  <a:close/>
                  <a:moveTo>
                    <a:pt x="6200" y="1058"/>
                  </a:moveTo>
                  <a:cubicBezTo>
                    <a:pt x="6226" y="1058"/>
                    <a:pt x="6251" y="1063"/>
                    <a:pt x="6268" y="1074"/>
                  </a:cubicBezTo>
                  <a:lnTo>
                    <a:pt x="6420" y="1161"/>
                  </a:lnTo>
                  <a:cubicBezTo>
                    <a:pt x="6456" y="1181"/>
                    <a:pt x="6456" y="1218"/>
                    <a:pt x="6420" y="1240"/>
                  </a:cubicBezTo>
                  <a:lnTo>
                    <a:pt x="6247" y="1333"/>
                  </a:lnTo>
                  <a:cubicBezTo>
                    <a:pt x="6229" y="1343"/>
                    <a:pt x="6204" y="1349"/>
                    <a:pt x="6179" y="1349"/>
                  </a:cubicBezTo>
                  <a:cubicBezTo>
                    <a:pt x="6154" y="1349"/>
                    <a:pt x="6129" y="1343"/>
                    <a:pt x="6111" y="1333"/>
                  </a:cubicBezTo>
                  <a:lnTo>
                    <a:pt x="5966" y="1247"/>
                  </a:lnTo>
                  <a:cubicBezTo>
                    <a:pt x="5931" y="1224"/>
                    <a:pt x="5931" y="1190"/>
                    <a:pt x="5966" y="1167"/>
                  </a:cubicBezTo>
                  <a:lnTo>
                    <a:pt x="6132" y="1074"/>
                  </a:lnTo>
                  <a:cubicBezTo>
                    <a:pt x="6150" y="1063"/>
                    <a:pt x="6175" y="1058"/>
                    <a:pt x="6200" y="1058"/>
                  </a:cubicBezTo>
                  <a:close/>
                  <a:moveTo>
                    <a:pt x="4659" y="1137"/>
                  </a:moveTo>
                  <a:cubicBezTo>
                    <a:pt x="4682" y="1137"/>
                    <a:pt x="4706" y="1142"/>
                    <a:pt x="4724" y="1154"/>
                  </a:cubicBezTo>
                  <a:lnTo>
                    <a:pt x="4874" y="1240"/>
                  </a:lnTo>
                  <a:cubicBezTo>
                    <a:pt x="4910" y="1261"/>
                    <a:pt x="4910" y="1297"/>
                    <a:pt x="4874" y="1311"/>
                  </a:cubicBezTo>
                  <a:lnTo>
                    <a:pt x="4724" y="1406"/>
                  </a:lnTo>
                  <a:cubicBezTo>
                    <a:pt x="4706" y="1416"/>
                    <a:pt x="4680" y="1421"/>
                    <a:pt x="4655" y="1421"/>
                  </a:cubicBezTo>
                  <a:cubicBezTo>
                    <a:pt x="4629" y="1421"/>
                    <a:pt x="4604" y="1416"/>
                    <a:pt x="4586" y="1406"/>
                  </a:cubicBezTo>
                  <a:lnTo>
                    <a:pt x="4436" y="1319"/>
                  </a:lnTo>
                  <a:cubicBezTo>
                    <a:pt x="4400" y="1297"/>
                    <a:pt x="4400" y="1261"/>
                    <a:pt x="4436" y="1240"/>
                  </a:cubicBezTo>
                  <a:lnTo>
                    <a:pt x="4595" y="1154"/>
                  </a:lnTo>
                  <a:cubicBezTo>
                    <a:pt x="4612" y="1142"/>
                    <a:pt x="4635" y="1137"/>
                    <a:pt x="4659" y="1137"/>
                  </a:cubicBezTo>
                  <a:close/>
                  <a:moveTo>
                    <a:pt x="4094" y="1209"/>
                  </a:moveTo>
                  <a:cubicBezTo>
                    <a:pt x="4120" y="1209"/>
                    <a:pt x="4145" y="1214"/>
                    <a:pt x="4163" y="1224"/>
                  </a:cubicBezTo>
                  <a:lnTo>
                    <a:pt x="4184" y="1240"/>
                  </a:lnTo>
                  <a:cubicBezTo>
                    <a:pt x="4220" y="1261"/>
                    <a:pt x="4220" y="1297"/>
                    <a:pt x="4184" y="1311"/>
                  </a:cubicBezTo>
                  <a:lnTo>
                    <a:pt x="4018" y="1412"/>
                  </a:lnTo>
                  <a:cubicBezTo>
                    <a:pt x="3997" y="1423"/>
                    <a:pt x="3972" y="1428"/>
                    <a:pt x="3948" y="1428"/>
                  </a:cubicBezTo>
                  <a:cubicBezTo>
                    <a:pt x="3923" y="1428"/>
                    <a:pt x="3900" y="1423"/>
                    <a:pt x="3882" y="1412"/>
                  </a:cubicBezTo>
                  <a:lnTo>
                    <a:pt x="3861" y="1397"/>
                  </a:lnTo>
                  <a:cubicBezTo>
                    <a:pt x="3825" y="1376"/>
                    <a:pt x="3825" y="1340"/>
                    <a:pt x="3861" y="1319"/>
                  </a:cubicBezTo>
                  <a:lnTo>
                    <a:pt x="4025" y="1224"/>
                  </a:lnTo>
                  <a:cubicBezTo>
                    <a:pt x="4043" y="1214"/>
                    <a:pt x="4069" y="1209"/>
                    <a:pt x="4094" y="1209"/>
                  </a:cubicBezTo>
                  <a:close/>
                  <a:moveTo>
                    <a:pt x="7131" y="914"/>
                  </a:moveTo>
                  <a:cubicBezTo>
                    <a:pt x="7155" y="914"/>
                    <a:pt x="7178" y="920"/>
                    <a:pt x="7196" y="931"/>
                  </a:cubicBezTo>
                  <a:lnTo>
                    <a:pt x="7355" y="1024"/>
                  </a:lnTo>
                  <a:cubicBezTo>
                    <a:pt x="7389" y="1045"/>
                    <a:pt x="7389" y="1074"/>
                    <a:pt x="7355" y="1095"/>
                  </a:cubicBezTo>
                  <a:lnTo>
                    <a:pt x="6808" y="1412"/>
                  </a:lnTo>
                  <a:cubicBezTo>
                    <a:pt x="6790" y="1423"/>
                    <a:pt x="6766" y="1428"/>
                    <a:pt x="6743" y="1428"/>
                  </a:cubicBezTo>
                  <a:cubicBezTo>
                    <a:pt x="6720" y="1428"/>
                    <a:pt x="6697" y="1423"/>
                    <a:pt x="6678" y="1412"/>
                  </a:cubicBezTo>
                  <a:lnTo>
                    <a:pt x="6520" y="1319"/>
                  </a:lnTo>
                  <a:cubicBezTo>
                    <a:pt x="6484" y="1297"/>
                    <a:pt x="6484" y="1268"/>
                    <a:pt x="6520" y="1247"/>
                  </a:cubicBezTo>
                  <a:lnTo>
                    <a:pt x="7067" y="931"/>
                  </a:lnTo>
                  <a:cubicBezTo>
                    <a:pt x="7085" y="920"/>
                    <a:pt x="7108" y="914"/>
                    <a:pt x="7131" y="914"/>
                  </a:cubicBezTo>
                  <a:close/>
                  <a:moveTo>
                    <a:pt x="7476" y="1116"/>
                  </a:moveTo>
                  <a:cubicBezTo>
                    <a:pt x="7500" y="1116"/>
                    <a:pt x="7523" y="1121"/>
                    <a:pt x="7541" y="1131"/>
                  </a:cubicBezTo>
                  <a:lnTo>
                    <a:pt x="7700" y="1224"/>
                  </a:lnTo>
                  <a:cubicBezTo>
                    <a:pt x="7734" y="1240"/>
                    <a:pt x="7734" y="1276"/>
                    <a:pt x="7700" y="1297"/>
                  </a:cubicBezTo>
                  <a:lnTo>
                    <a:pt x="7455" y="1440"/>
                  </a:lnTo>
                  <a:cubicBezTo>
                    <a:pt x="7433" y="1451"/>
                    <a:pt x="7408" y="1457"/>
                    <a:pt x="7384" y="1457"/>
                  </a:cubicBezTo>
                  <a:cubicBezTo>
                    <a:pt x="7360" y="1457"/>
                    <a:pt x="7337" y="1451"/>
                    <a:pt x="7318" y="1440"/>
                  </a:cubicBezTo>
                  <a:lnTo>
                    <a:pt x="7160" y="1347"/>
                  </a:lnTo>
                  <a:cubicBezTo>
                    <a:pt x="7124" y="1333"/>
                    <a:pt x="7124" y="1297"/>
                    <a:pt x="7167" y="1276"/>
                  </a:cubicBezTo>
                  <a:lnTo>
                    <a:pt x="7412" y="1131"/>
                  </a:lnTo>
                  <a:cubicBezTo>
                    <a:pt x="7430" y="1121"/>
                    <a:pt x="7453" y="1116"/>
                    <a:pt x="7476" y="1116"/>
                  </a:cubicBezTo>
                  <a:close/>
                  <a:moveTo>
                    <a:pt x="5259" y="1185"/>
                  </a:moveTo>
                  <a:cubicBezTo>
                    <a:pt x="5284" y="1185"/>
                    <a:pt x="5310" y="1189"/>
                    <a:pt x="5328" y="1197"/>
                  </a:cubicBezTo>
                  <a:lnTo>
                    <a:pt x="5492" y="1297"/>
                  </a:lnTo>
                  <a:cubicBezTo>
                    <a:pt x="5528" y="1319"/>
                    <a:pt x="5528" y="1354"/>
                    <a:pt x="5492" y="1376"/>
                  </a:cubicBezTo>
                  <a:lnTo>
                    <a:pt x="5335" y="1462"/>
                  </a:lnTo>
                  <a:cubicBezTo>
                    <a:pt x="5316" y="1473"/>
                    <a:pt x="5293" y="1478"/>
                    <a:pt x="5270" y="1478"/>
                  </a:cubicBezTo>
                  <a:cubicBezTo>
                    <a:pt x="5247" y="1478"/>
                    <a:pt x="5223" y="1473"/>
                    <a:pt x="5205" y="1462"/>
                  </a:cubicBezTo>
                  <a:lnTo>
                    <a:pt x="5033" y="1369"/>
                  </a:lnTo>
                  <a:cubicBezTo>
                    <a:pt x="4996" y="1347"/>
                    <a:pt x="4996" y="1311"/>
                    <a:pt x="5033" y="1290"/>
                  </a:cubicBezTo>
                  <a:lnTo>
                    <a:pt x="5190" y="1197"/>
                  </a:lnTo>
                  <a:cubicBezTo>
                    <a:pt x="5208" y="1189"/>
                    <a:pt x="5233" y="1185"/>
                    <a:pt x="5259" y="1185"/>
                  </a:cubicBezTo>
                  <a:close/>
                  <a:moveTo>
                    <a:pt x="5837" y="1266"/>
                  </a:moveTo>
                  <a:cubicBezTo>
                    <a:pt x="5861" y="1266"/>
                    <a:pt x="5884" y="1272"/>
                    <a:pt x="5902" y="1283"/>
                  </a:cubicBezTo>
                  <a:lnTo>
                    <a:pt x="6052" y="1369"/>
                  </a:lnTo>
                  <a:cubicBezTo>
                    <a:pt x="6088" y="1390"/>
                    <a:pt x="6088" y="1426"/>
                    <a:pt x="6052" y="1449"/>
                  </a:cubicBezTo>
                  <a:lnTo>
                    <a:pt x="5902" y="1535"/>
                  </a:lnTo>
                  <a:cubicBezTo>
                    <a:pt x="5884" y="1545"/>
                    <a:pt x="5861" y="1550"/>
                    <a:pt x="5837" y="1550"/>
                  </a:cubicBezTo>
                  <a:cubicBezTo>
                    <a:pt x="5814" y="1550"/>
                    <a:pt x="5791" y="1545"/>
                    <a:pt x="5773" y="1535"/>
                  </a:cubicBezTo>
                  <a:lnTo>
                    <a:pt x="5621" y="1449"/>
                  </a:lnTo>
                  <a:cubicBezTo>
                    <a:pt x="5586" y="1426"/>
                    <a:pt x="5586" y="1390"/>
                    <a:pt x="5621" y="1369"/>
                  </a:cubicBezTo>
                  <a:lnTo>
                    <a:pt x="5773" y="1283"/>
                  </a:lnTo>
                  <a:cubicBezTo>
                    <a:pt x="5791" y="1272"/>
                    <a:pt x="5814" y="1266"/>
                    <a:pt x="5837" y="1266"/>
                  </a:cubicBezTo>
                  <a:close/>
                  <a:moveTo>
                    <a:pt x="3731" y="1418"/>
                  </a:moveTo>
                  <a:cubicBezTo>
                    <a:pt x="3754" y="1418"/>
                    <a:pt x="3778" y="1423"/>
                    <a:pt x="3796" y="1433"/>
                  </a:cubicBezTo>
                  <a:lnTo>
                    <a:pt x="3825" y="1449"/>
                  </a:lnTo>
                  <a:cubicBezTo>
                    <a:pt x="3861" y="1469"/>
                    <a:pt x="3861" y="1506"/>
                    <a:pt x="3825" y="1526"/>
                  </a:cubicBezTo>
                  <a:lnTo>
                    <a:pt x="3673" y="1613"/>
                  </a:lnTo>
                  <a:cubicBezTo>
                    <a:pt x="3655" y="1624"/>
                    <a:pt x="3632" y="1629"/>
                    <a:pt x="3608" y="1629"/>
                  </a:cubicBezTo>
                  <a:cubicBezTo>
                    <a:pt x="3584" y="1629"/>
                    <a:pt x="3559" y="1624"/>
                    <a:pt x="3537" y="1613"/>
                  </a:cubicBezTo>
                  <a:lnTo>
                    <a:pt x="3516" y="1599"/>
                  </a:lnTo>
                  <a:cubicBezTo>
                    <a:pt x="3480" y="1578"/>
                    <a:pt x="3480" y="1542"/>
                    <a:pt x="3516" y="1519"/>
                  </a:cubicBezTo>
                  <a:lnTo>
                    <a:pt x="3666" y="1433"/>
                  </a:lnTo>
                  <a:cubicBezTo>
                    <a:pt x="3685" y="1423"/>
                    <a:pt x="3708" y="1418"/>
                    <a:pt x="3731" y="1418"/>
                  </a:cubicBezTo>
                  <a:close/>
                  <a:moveTo>
                    <a:pt x="4314" y="1331"/>
                  </a:moveTo>
                  <a:cubicBezTo>
                    <a:pt x="4337" y="1331"/>
                    <a:pt x="4361" y="1337"/>
                    <a:pt x="4379" y="1347"/>
                  </a:cubicBezTo>
                  <a:lnTo>
                    <a:pt x="4529" y="1440"/>
                  </a:lnTo>
                  <a:cubicBezTo>
                    <a:pt x="4565" y="1462"/>
                    <a:pt x="4565" y="1492"/>
                    <a:pt x="4529" y="1513"/>
                  </a:cubicBezTo>
                  <a:lnTo>
                    <a:pt x="4356" y="1613"/>
                  </a:lnTo>
                  <a:cubicBezTo>
                    <a:pt x="4338" y="1624"/>
                    <a:pt x="4315" y="1629"/>
                    <a:pt x="4292" y="1629"/>
                  </a:cubicBezTo>
                  <a:cubicBezTo>
                    <a:pt x="4268" y="1629"/>
                    <a:pt x="4245" y="1624"/>
                    <a:pt x="4227" y="1613"/>
                  </a:cubicBezTo>
                  <a:lnTo>
                    <a:pt x="4077" y="1526"/>
                  </a:lnTo>
                  <a:cubicBezTo>
                    <a:pt x="4041" y="1506"/>
                    <a:pt x="4041" y="1469"/>
                    <a:pt x="4077" y="1449"/>
                  </a:cubicBezTo>
                  <a:lnTo>
                    <a:pt x="4250" y="1347"/>
                  </a:lnTo>
                  <a:cubicBezTo>
                    <a:pt x="4267" y="1337"/>
                    <a:pt x="4290" y="1331"/>
                    <a:pt x="4314" y="1331"/>
                  </a:cubicBezTo>
                  <a:close/>
                  <a:moveTo>
                    <a:pt x="6395" y="1338"/>
                  </a:moveTo>
                  <a:cubicBezTo>
                    <a:pt x="6420" y="1338"/>
                    <a:pt x="6445" y="1343"/>
                    <a:pt x="6463" y="1354"/>
                  </a:cubicBezTo>
                  <a:lnTo>
                    <a:pt x="6613" y="1449"/>
                  </a:lnTo>
                  <a:cubicBezTo>
                    <a:pt x="6656" y="1469"/>
                    <a:pt x="6656" y="1499"/>
                    <a:pt x="6613" y="1519"/>
                  </a:cubicBezTo>
                  <a:lnTo>
                    <a:pt x="6449" y="1621"/>
                  </a:lnTo>
                  <a:cubicBezTo>
                    <a:pt x="6431" y="1632"/>
                    <a:pt x="6405" y="1637"/>
                    <a:pt x="6380" y="1637"/>
                  </a:cubicBezTo>
                  <a:cubicBezTo>
                    <a:pt x="6355" y="1637"/>
                    <a:pt x="6329" y="1632"/>
                    <a:pt x="6311" y="1621"/>
                  </a:cubicBezTo>
                  <a:lnTo>
                    <a:pt x="6161" y="1526"/>
                  </a:lnTo>
                  <a:cubicBezTo>
                    <a:pt x="6118" y="1506"/>
                    <a:pt x="6125" y="1476"/>
                    <a:pt x="6161" y="1456"/>
                  </a:cubicBezTo>
                  <a:lnTo>
                    <a:pt x="6327" y="1354"/>
                  </a:lnTo>
                  <a:cubicBezTo>
                    <a:pt x="6345" y="1343"/>
                    <a:pt x="6370" y="1338"/>
                    <a:pt x="6395" y="1338"/>
                  </a:cubicBezTo>
                  <a:close/>
                  <a:moveTo>
                    <a:pt x="7038" y="1368"/>
                  </a:moveTo>
                  <a:cubicBezTo>
                    <a:pt x="7061" y="1368"/>
                    <a:pt x="7085" y="1373"/>
                    <a:pt x="7103" y="1383"/>
                  </a:cubicBezTo>
                  <a:lnTo>
                    <a:pt x="7260" y="1476"/>
                  </a:lnTo>
                  <a:cubicBezTo>
                    <a:pt x="7296" y="1499"/>
                    <a:pt x="7296" y="1526"/>
                    <a:pt x="7260" y="1549"/>
                  </a:cubicBezTo>
                  <a:lnTo>
                    <a:pt x="7087" y="1649"/>
                  </a:lnTo>
                  <a:cubicBezTo>
                    <a:pt x="7070" y="1660"/>
                    <a:pt x="7047" y="1666"/>
                    <a:pt x="7023" y="1666"/>
                  </a:cubicBezTo>
                  <a:cubicBezTo>
                    <a:pt x="7000" y="1666"/>
                    <a:pt x="6976" y="1660"/>
                    <a:pt x="6958" y="1649"/>
                  </a:cubicBezTo>
                  <a:lnTo>
                    <a:pt x="6801" y="1556"/>
                  </a:lnTo>
                  <a:cubicBezTo>
                    <a:pt x="6765" y="1542"/>
                    <a:pt x="6765" y="1506"/>
                    <a:pt x="6801" y="1483"/>
                  </a:cubicBezTo>
                  <a:lnTo>
                    <a:pt x="6973" y="1383"/>
                  </a:lnTo>
                  <a:cubicBezTo>
                    <a:pt x="6992" y="1373"/>
                    <a:pt x="7015" y="1368"/>
                    <a:pt x="7038" y="1368"/>
                  </a:cubicBezTo>
                  <a:close/>
                  <a:moveTo>
                    <a:pt x="4910" y="1387"/>
                  </a:moveTo>
                  <a:cubicBezTo>
                    <a:pt x="4934" y="1387"/>
                    <a:pt x="4957" y="1390"/>
                    <a:pt x="4974" y="1397"/>
                  </a:cubicBezTo>
                  <a:lnTo>
                    <a:pt x="5147" y="1499"/>
                  </a:lnTo>
                  <a:cubicBezTo>
                    <a:pt x="5183" y="1519"/>
                    <a:pt x="5183" y="1556"/>
                    <a:pt x="5147" y="1578"/>
                  </a:cubicBezTo>
                  <a:lnTo>
                    <a:pt x="4990" y="1664"/>
                  </a:lnTo>
                  <a:cubicBezTo>
                    <a:pt x="4971" y="1675"/>
                    <a:pt x="4948" y="1680"/>
                    <a:pt x="4925" y="1680"/>
                  </a:cubicBezTo>
                  <a:cubicBezTo>
                    <a:pt x="4902" y="1680"/>
                    <a:pt x="4878" y="1675"/>
                    <a:pt x="4860" y="1664"/>
                  </a:cubicBezTo>
                  <a:lnTo>
                    <a:pt x="4688" y="1569"/>
                  </a:lnTo>
                  <a:cubicBezTo>
                    <a:pt x="4651" y="1549"/>
                    <a:pt x="4651" y="1513"/>
                    <a:pt x="4688" y="1492"/>
                  </a:cubicBezTo>
                  <a:lnTo>
                    <a:pt x="4845" y="1397"/>
                  </a:lnTo>
                  <a:cubicBezTo>
                    <a:pt x="4863" y="1390"/>
                    <a:pt x="4886" y="1387"/>
                    <a:pt x="4910" y="1387"/>
                  </a:cubicBezTo>
                  <a:close/>
                  <a:moveTo>
                    <a:pt x="5498" y="1461"/>
                  </a:moveTo>
                  <a:cubicBezTo>
                    <a:pt x="5523" y="1461"/>
                    <a:pt x="5546" y="1466"/>
                    <a:pt x="5564" y="1476"/>
                  </a:cubicBezTo>
                  <a:lnTo>
                    <a:pt x="5716" y="1563"/>
                  </a:lnTo>
                  <a:cubicBezTo>
                    <a:pt x="5750" y="1585"/>
                    <a:pt x="5750" y="1621"/>
                    <a:pt x="5716" y="1642"/>
                  </a:cubicBezTo>
                  <a:lnTo>
                    <a:pt x="5557" y="1735"/>
                  </a:lnTo>
                  <a:cubicBezTo>
                    <a:pt x="5539" y="1746"/>
                    <a:pt x="5514" y="1752"/>
                    <a:pt x="5489" y="1752"/>
                  </a:cubicBezTo>
                  <a:cubicBezTo>
                    <a:pt x="5464" y="1752"/>
                    <a:pt x="5439" y="1746"/>
                    <a:pt x="5421" y="1735"/>
                  </a:cubicBezTo>
                  <a:lnTo>
                    <a:pt x="5276" y="1649"/>
                  </a:lnTo>
                  <a:cubicBezTo>
                    <a:pt x="5233" y="1628"/>
                    <a:pt x="5233" y="1592"/>
                    <a:pt x="5276" y="1569"/>
                  </a:cubicBezTo>
                  <a:lnTo>
                    <a:pt x="5428" y="1476"/>
                  </a:lnTo>
                  <a:cubicBezTo>
                    <a:pt x="5449" y="1466"/>
                    <a:pt x="5474" y="1461"/>
                    <a:pt x="5498" y="1461"/>
                  </a:cubicBezTo>
                  <a:close/>
                  <a:moveTo>
                    <a:pt x="3950" y="1545"/>
                  </a:moveTo>
                  <a:cubicBezTo>
                    <a:pt x="3975" y="1545"/>
                    <a:pt x="4000" y="1549"/>
                    <a:pt x="4018" y="1556"/>
                  </a:cubicBezTo>
                  <a:lnTo>
                    <a:pt x="4170" y="1649"/>
                  </a:lnTo>
                  <a:cubicBezTo>
                    <a:pt x="4206" y="1671"/>
                    <a:pt x="4206" y="1699"/>
                    <a:pt x="4170" y="1721"/>
                  </a:cubicBezTo>
                  <a:lnTo>
                    <a:pt x="4018" y="1807"/>
                  </a:lnTo>
                  <a:cubicBezTo>
                    <a:pt x="4000" y="1818"/>
                    <a:pt x="3975" y="1823"/>
                    <a:pt x="3950" y="1823"/>
                  </a:cubicBezTo>
                  <a:cubicBezTo>
                    <a:pt x="3925" y="1823"/>
                    <a:pt x="3900" y="1818"/>
                    <a:pt x="3882" y="1807"/>
                  </a:cubicBezTo>
                  <a:lnTo>
                    <a:pt x="3732" y="1721"/>
                  </a:lnTo>
                  <a:cubicBezTo>
                    <a:pt x="3696" y="1699"/>
                    <a:pt x="3696" y="1664"/>
                    <a:pt x="3732" y="1649"/>
                  </a:cubicBezTo>
                  <a:lnTo>
                    <a:pt x="3882" y="1556"/>
                  </a:lnTo>
                  <a:cubicBezTo>
                    <a:pt x="3900" y="1549"/>
                    <a:pt x="3925" y="1545"/>
                    <a:pt x="3950" y="1545"/>
                  </a:cubicBezTo>
                  <a:close/>
                  <a:moveTo>
                    <a:pt x="3390" y="1611"/>
                  </a:moveTo>
                  <a:cubicBezTo>
                    <a:pt x="3415" y="1611"/>
                    <a:pt x="3440" y="1617"/>
                    <a:pt x="3458" y="1628"/>
                  </a:cubicBezTo>
                  <a:lnTo>
                    <a:pt x="3480" y="1642"/>
                  </a:lnTo>
                  <a:cubicBezTo>
                    <a:pt x="3516" y="1664"/>
                    <a:pt x="3516" y="1699"/>
                    <a:pt x="3480" y="1721"/>
                  </a:cubicBezTo>
                  <a:lnTo>
                    <a:pt x="3321" y="1814"/>
                  </a:lnTo>
                  <a:cubicBezTo>
                    <a:pt x="3303" y="1826"/>
                    <a:pt x="3280" y="1831"/>
                    <a:pt x="3257" y="1831"/>
                  </a:cubicBezTo>
                  <a:cubicBezTo>
                    <a:pt x="3233" y="1831"/>
                    <a:pt x="3210" y="1826"/>
                    <a:pt x="3192" y="1814"/>
                  </a:cubicBezTo>
                  <a:lnTo>
                    <a:pt x="3163" y="1801"/>
                  </a:lnTo>
                  <a:cubicBezTo>
                    <a:pt x="3128" y="1778"/>
                    <a:pt x="3128" y="1742"/>
                    <a:pt x="3163" y="1721"/>
                  </a:cubicBezTo>
                  <a:lnTo>
                    <a:pt x="3321" y="1628"/>
                  </a:lnTo>
                  <a:cubicBezTo>
                    <a:pt x="3340" y="1617"/>
                    <a:pt x="3365" y="1611"/>
                    <a:pt x="3390" y="1611"/>
                  </a:cubicBezTo>
                  <a:close/>
                  <a:moveTo>
                    <a:pt x="6031" y="1547"/>
                  </a:moveTo>
                  <a:cubicBezTo>
                    <a:pt x="6055" y="1547"/>
                    <a:pt x="6078" y="1552"/>
                    <a:pt x="6095" y="1563"/>
                  </a:cubicBezTo>
                  <a:lnTo>
                    <a:pt x="6254" y="1656"/>
                  </a:lnTo>
                  <a:cubicBezTo>
                    <a:pt x="6290" y="1678"/>
                    <a:pt x="6290" y="1707"/>
                    <a:pt x="6254" y="1728"/>
                  </a:cubicBezTo>
                  <a:lnTo>
                    <a:pt x="6104" y="1814"/>
                  </a:lnTo>
                  <a:cubicBezTo>
                    <a:pt x="6086" y="1826"/>
                    <a:pt x="6062" y="1831"/>
                    <a:pt x="6039" y="1831"/>
                  </a:cubicBezTo>
                  <a:cubicBezTo>
                    <a:pt x="6015" y="1831"/>
                    <a:pt x="5992" y="1826"/>
                    <a:pt x="5975" y="1814"/>
                  </a:cubicBezTo>
                  <a:lnTo>
                    <a:pt x="5816" y="1728"/>
                  </a:lnTo>
                  <a:cubicBezTo>
                    <a:pt x="5780" y="1707"/>
                    <a:pt x="5780" y="1671"/>
                    <a:pt x="5816" y="1649"/>
                  </a:cubicBezTo>
                  <a:lnTo>
                    <a:pt x="5966" y="1563"/>
                  </a:lnTo>
                  <a:cubicBezTo>
                    <a:pt x="5984" y="1552"/>
                    <a:pt x="6008" y="1547"/>
                    <a:pt x="6031" y="1547"/>
                  </a:cubicBezTo>
                  <a:close/>
                  <a:moveTo>
                    <a:pt x="6677" y="1575"/>
                  </a:moveTo>
                  <a:cubicBezTo>
                    <a:pt x="6702" y="1575"/>
                    <a:pt x="6725" y="1581"/>
                    <a:pt x="6742" y="1592"/>
                  </a:cubicBezTo>
                  <a:lnTo>
                    <a:pt x="6901" y="1685"/>
                  </a:lnTo>
                  <a:cubicBezTo>
                    <a:pt x="6937" y="1707"/>
                    <a:pt x="6937" y="1742"/>
                    <a:pt x="6894" y="1757"/>
                  </a:cubicBezTo>
                  <a:lnTo>
                    <a:pt x="6751" y="1851"/>
                  </a:lnTo>
                  <a:cubicBezTo>
                    <a:pt x="6729" y="1861"/>
                    <a:pt x="6704" y="1866"/>
                    <a:pt x="6679" y="1866"/>
                  </a:cubicBezTo>
                  <a:cubicBezTo>
                    <a:pt x="6655" y="1866"/>
                    <a:pt x="6631" y="1861"/>
                    <a:pt x="6613" y="1851"/>
                  </a:cubicBezTo>
                  <a:lnTo>
                    <a:pt x="6456" y="1757"/>
                  </a:lnTo>
                  <a:cubicBezTo>
                    <a:pt x="6420" y="1735"/>
                    <a:pt x="6420" y="1699"/>
                    <a:pt x="6463" y="1678"/>
                  </a:cubicBezTo>
                  <a:lnTo>
                    <a:pt x="6606" y="1592"/>
                  </a:lnTo>
                  <a:cubicBezTo>
                    <a:pt x="6628" y="1581"/>
                    <a:pt x="6653" y="1575"/>
                    <a:pt x="6677" y="1575"/>
                  </a:cubicBezTo>
                  <a:close/>
                  <a:moveTo>
                    <a:pt x="4565" y="1583"/>
                  </a:moveTo>
                  <a:cubicBezTo>
                    <a:pt x="4588" y="1583"/>
                    <a:pt x="4612" y="1588"/>
                    <a:pt x="4629" y="1599"/>
                  </a:cubicBezTo>
                  <a:lnTo>
                    <a:pt x="4795" y="1699"/>
                  </a:lnTo>
                  <a:cubicBezTo>
                    <a:pt x="4838" y="1721"/>
                    <a:pt x="4831" y="1757"/>
                    <a:pt x="4795" y="1778"/>
                  </a:cubicBezTo>
                  <a:lnTo>
                    <a:pt x="4629" y="1871"/>
                  </a:lnTo>
                  <a:cubicBezTo>
                    <a:pt x="4612" y="1883"/>
                    <a:pt x="4587" y="1888"/>
                    <a:pt x="4562" y="1888"/>
                  </a:cubicBezTo>
                  <a:cubicBezTo>
                    <a:pt x="4536" y="1888"/>
                    <a:pt x="4511" y="1883"/>
                    <a:pt x="4493" y="1871"/>
                  </a:cubicBezTo>
                  <a:lnTo>
                    <a:pt x="4327" y="1778"/>
                  </a:lnTo>
                  <a:cubicBezTo>
                    <a:pt x="4293" y="1757"/>
                    <a:pt x="4293" y="1721"/>
                    <a:pt x="4327" y="1699"/>
                  </a:cubicBezTo>
                  <a:lnTo>
                    <a:pt x="4500" y="1599"/>
                  </a:lnTo>
                  <a:cubicBezTo>
                    <a:pt x="4518" y="1588"/>
                    <a:pt x="4541" y="1583"/>
                    <a:pt x="4565" y="1583"/>
                  </a:cubicBezTo>
                  <a:close/>
                  <a:moveTo>
                    <a:pt x="5147" y="1661"/>
                  </a:moveTo>
                  <a:cubicBezTo>
                    <a:pt x="5171" y="1661"/>
                    <a:pt x="5194" y="1667"/>
                    <a:pt x="5212" y="1678"/>
                  </a:cubicBezTo>
                  <a:lnTo>
                    <a:pt x="5362" y="1764"/>
                  </a:lnTo>
                  <a:cubicBezTo>
                    <a:pt x="5398" y="1785"/>
                    <a:pt x="5398" y="1821"/>
                    <a:pt x="5362" y="1844"/>
                  </a:cubicBezTo>
                  <a:lnTo>
                    <a:pt x="5212" y="1937"/>
                  </a:lnTo>
                  <a:cubicBezTo>
                    <a:pt x="5191" y="1944"/>
                    <a:pt x="5166" y="1947"/>
                    <a:pt x="5141" y="1947"/>
                  </a:cubicBezTo>
                  <a:cubicBezTo>
                    <a:pt x="5117" y="1947"/>
                    <a:pt x="5094" y="1944"/>
                    <a:pt x="5076" y="1937"/>
                  </a:cubicBezTo>
                  <a:lnTo>
                    <a:pt x="4924" y="1844"/>
                  </a:lnTo>
                  <a:cubicBezTo>
                    <a:pt x="4888" y="1828"/>
                    <a:pt x="4888" y="1794"/>
                    <a:pt x="4924" y="1771"/>
                  </a:cubicBezTo>
                  <a:lnTo>
                    <a:pt x="5083" y="1678"/>
                  </a:lnTo>
                  <a:cubicBezTo>
                    <a:pt x="5101" y="1667"/>
                    <a:pt x="5124" y="1661"/>
                    <a:pt x="5147" y="1661"/>
                  </a:cubicBezTo>
                  <a:close/>
                  <a:moveTo>
                    <a:pt x="3041" y="1813"/>
                  </a:moveTo>
                  <a:cubicBezTo>
                    <a:pt x="3064" y="1813"/>
                    <a:pt x="3088" y="1818"/>
                    <a:pt x="3106" y="1828"/>
                  </a:cubicBezTo>
                  <a:lnTo>
                    <a:pt x="3135" y="1844"/>
                  </a:lnTo>
                  <a:cubicBezTo>
                    <a:pt x="3171" y="1864"/>
                    <a:pt x="3171" y="1901"/>
                    <a:pt x="3135" y="1923"/>
                  </a:cubicBezTo>
                  <a:lnTo>
                    <a:pt x="2999" y="2001"/>
                  </a:lnTo>
                  <a:cubicBezTo>
                    <a:pt x="2981" y="2012"/>
                    <a:pt x="2957" y="2018"/>
                    <a:pt x="2933" y="2018"/>
                  </a:cubicBezTo>
                  <a:cubicBezTo>
                    <a:pt x="2910" y="2018"/>
                    <a:pt x="2887" y="2012"/>
                    <a:pt x="2869" y="2001"/>
                  </a:cubicBezTo>
                  <a:lnTo>
                    <a:pt x="2840" y="1987"/>
                  </a:lnTo>
                  <a:cubicBezTo>
                    <a:pt x="2804" y="1966"/>
                    <a:pt x="2804" y="1930"/>
                    <a:pt x="2840" y="1908"/>
                  </a:cubicBezTo>
                  <a:lnTo>
                    <a:pt x="2976" y="1828"/>
                  </a:lnTo>
                  <a:cubicBezTo>
                    <a:pt x="2994" y="1818"/>
                    <a:pt x="3018" y="1813"/>
                    <a:pt x="3041" y="1813"/>
                  </a:cubicBezTo>
                  <a:close/>
                  <a:moveTo>
                    <a:pt x="3609" y="1741"/>
                  </a:moveTo>
                  <a:cubicBezTo>
                    <a:pt x="3632" y="1741"/>
                    <a:pt x="3655" y="1746"/>
                    <a:pt x="3673" y="1757"/>
                  </a:cubicBezTo>
                  <a:lnTo>
                    <a:pt x="3825" y="1844"/>
                  </a:lnTo>
                  <a:cubicBezTo>
                    <a:pt x="3861" y="1864"/>
                    <a:pt x="3861" y="1901"/>
                    <a:pt x="3825" y="1923"/>
                  </a:cubicBezTo>
                  <a:lnTo>
                    <a:pt x="3666" y="2009"/>
                  </a:lnTo>
                  <a:cubicBezTo>
                    <a:pt x="3648" y="2020"/>
                    <a:pt x="3625" y="2025"/>
                    <a:pt x="3602" y="2025"/>
                  </a:cubicBezTo>
                  <a:cubicBezTo>
                    <a:pt x="3578" y="2025"/>
                    <a:pt x="3555" y="2020"/>
                    <a:pt x="3537" y="2009"/>
                  </a:cubicBezTo>
                  <a:lnTo>
                    <a:pt x="3387" y="1923"/>
                  </a:lnTo>
                  <a:cubicBezTo>
                    <a:pt x="3351" y="1901"/>
                    <a:pt x="3351" y="1871"/>
                    <a:pt x="3387" y="1851"/>
                  </a:cubicBezTo>
                  <a:lnTo>
                    <a:pt x="3544" y="1757"/>
                  </a:lnTo>
                  <a:cubicBezTo>
                    <a:pt x="3562" y="1746"/>
                    <a:pt x="3585" y="1741"/>
                    <a:pt x="3609" y="1741"/>
                  </a:cubicBezTo>
                  <a:close/>
                  <a:moveTo>
                    <a:pt x="5690" y="1748"/>
                  </a:moveTo>
                  <a:cubicBezTo>
                    <a:pt x="5715" y="1748"/>
                    <a:pt x="5741" y="1753"/>
                    <a:pt x="5759" y="1764"/>
                  </a:cubicBezTo>
                  <a:lnTo>
                    <a:pt x="5916" y="1851"/>
                  </a:lnTo>
                  <a:cubicBezTo>
                    <a:pt x="5952" y="1871"/>
                    <a:pt x="5952" y="1908"/>
                    <a:pt x="5909" y="1930"/>
                  </a:cubicBezTo>
                  <a:lnTo>
                    <a:pt x="5759" y="2016"/>
                  </a:lnTo>
                  <a:cubicBezTo>
                    <a:pt x="5737" y="2027"/>
                    <a:pt x="5712" y="2032"/>
                    <a:pt x="5687" y="2032"/>
                  </a:cubicBezTo>
                  <a:cubicBezTo>
                    <a:pt x="5663" y="2032"/>
                    <a:pt x="5639" y="2027"/>
                    <a:pt x="5621" y="2016"/>
                  </a:cubicBezTo>
                  <a:lnTo>
                    <a:pt x="5464" y="1930"/>
                  </a:lnTo>
                  <a:cubicBezTo>
                    <a:pt x="5428" y="1908"/>
                    <a:pt x="5428" y="1871"/>
                    <a:pt x="5471" y="1851"/>
                  </a:cubicBezTo>
                  <a:lnTo>
                    <a:pt x="5621" y="1764"/>
                  </a:lnTo>
                  <a:cubicBezTo>
                    <a:pt x="5639" y="1753"/>
                    <a:pt x="5665" y="1748"/>
                    <a:pt x="5690" y="1748"/>
                  </a:cubicBezTo>
                  <a:close/>
                  <a:moveTo>
                    <a:pt x="6333" y="1777"/>
                  </a:moveTo>
                  <a:cubicBezTo>
                    <a:pt x="6357" y="1777"/>
                    <a:pt x="6380" y="1782"/>
                    <a:pt x="6397" y="1794"/>
                  </a:cubicBezTo>
                  <a:lnTo>
                    <a:pt x="6556" y="1880"/>
                  </a:lnTo>
                  <a:cubicBezTo>
                    <a:pt x="6592" y="1901"/>
                    <a:pt x="6592" y="1937"/>
                    <a:pt x="6556" y="1958"/>
                  </a:cubicBezTo>
                  <a:lnTo>
                    <a:pt x="6397" y="2052"/>
                  </a:lnTo>
                  <a:cubicBezTo>
                    <a:pt x="6380" y="2063"/>
                    <a:pt x="6357" y="2068"/>
                    <a:pt x="6333" y="2068"/>
                  </a:cubicBezTo>
                  <a:cubicBezTo>
                    <a:pt x="6310" y="2068"/>
                    <a:pt x="6286" y="2063"/>
                    <a:pt x="6268" y="2052"/>
                  </a:cubicBezTo>
                  <a:lnTo>
                    <a:pt x="6111" y="1958"/>
                  </a:lnTo>
                  <a:cubicBezTo>
                    <a:pt x="6075" y="1937"/>
                    <a:pt x="6075" y="1901"/>
                    <a:pt x="6111" y="1880"/>
                  </a:cubicBezTo>
                  <a:lnTo>
                    <a:pt x="6268" y="1794"/>
                  </a:lnTo>
                  <a:cubicBezTo>
                    <a:pt x="6286" y="1782"/>
                    <a:pt x="6310" y="1777"/>
                    <a:pt x="6333" y="1777"/>
                  </a:cubicBezTo>
                  <a:close/>
                  <a:moveTo>
                    <a:pt x="4202" y="1791"/>
                  </a:moveTo>
                  <a:cubicBezTo>
                    <a:pt x="4227" y="1791"/>
                    <a:pt x="4252" y="1796"/>
                    <a:pt x="4270" y="1807"/>
                  </a:cubicBezTo>
                  <a:lnTo>
                    <a:pt x="4436" y="1908"/>
                  </a:lnTo>
                  <a:cubicBezTo>
                    <a:pt x="4472" y="1930"/>
                    <a:pt x="4472" y="1966"/>
                    <a:pt x="4436" y="1987"/>
                  </a:cubicBezTo>
                  <a:lnTo>
                    <a:pt x="4284" y="2073"/>
                  </a:lnTo>
                  <a:cubicBezTo>
                    <a:pt x="4267" y="2084"/>
                    <a:pt x="4243" y="2090"/>
                    <a:pt x="4220" y="2090"/>
                  </a:cubicBezTo>
                  <a:cubicBezTo>
                    <a:pt x="4196" y="2090"/>
                    <a:pt x="4173" y="2084"/>
                    <a:pt x="4155" y="2073"/>
                  </a:cubicBezTo>
                  <a:lnTo>
                    <a:pt x="3982" y="1973"/>
                  </a:lnTo>
                  <a:cubicBezTo>
                    <a:pt x="3948" y="1951"/>
                    <a:pt x="3948" y="1914"/>
                    <a:pt x="3982" y="1894"/>
                  </a:cubicBezTo>
                  <a:lnTo>
                    <a:pt x="4134" y="1807"/>
                  </a:lnTo>
                  <a:cubicBezTo>
                    <a:pt x="4152" y="1796"/>
                    <a:pt x="4177" y="1791"/>
                    <a:pt x="4202" y="1791"/>
                  </a:cubicBezTo>
                  <a:close/>
                  <a:moveTo>
                    <a:pt x="4802" y="1863"/>
                  </a:moveTo>
                  <a:cubicBezTo>
                    <a:pt x="4826" y="1863"/>
                    <a:pt x="4849" y="1869"/>
                    <a:pt x="4867" y="1880"/>
                  </a:cubicBezTo>
                  <a:lnTo>
                    <a:pt x="5017" y="1966"/>
                  </a:lnTo>
                  <a:cubicBezTo>
                    <a:pt x="5053" y="1987"/>
                    <a:pt x="5053" y="2023"/>
                    <a:pt x="5017" y="2044"/>
                  </a:cubicBezTo>
                  <a:lnTo>
                    <a:pt x="4845" y="2146"/>
                  </a:lnTo>
                  <a:cubicBezTo>
                    <a:pt x="4827" y="2156"/>
                    <a:pt x="4804" y="2161"/>
                    <a:pt x="4781" y="2161"/>
                  </a:cubicBezTo>
                  <a:cubicBezTo>
                    <a:pt x="4757" y="2161"/>
                    <a:pt x="4733" y="2156"/>
                    <a:pt x="4715" y="2146"/>
                  </a:cubicBezTo>
                  <a:lnTo>
                    <a:pt x="4565" y="2059"/>
                  </a:lnTo>
                  <a:cubicBezTo>
                    <a:pt x="4529" y="2037"/>
                    <a:pt x="4529" y="2001"/>
                    <a:pt x="4565" y="1980"/>
                  </a:cubicBezTo>
                  <a:lnTo>
                    <a:pt x="4738" y="1880"/>
                  </a:lnTo>
                  <a:cubicBezTo>
                    <a:pt x="4756" y="1869"/>
                    <a:pt x="4779" y="1863"/>
                    <a:pt x="4802" y="1863"/>
                  </a:cubicBezTo>
                  <a:close/>
                  <a:moveTo>
                    <a:pt x="3260" y="1942"/>
                  </a:moveTo>
                  <a:cubicBezTo>
                    <a:pt x="3285" y="1942"/>
                    <a:pt x="3310" y="1947"/>
                    <a:pt x="3328" y="1958"/>
                  </a:cubicBezTo>
                  <a:lnTo>
                    <a:pt x="3480" y="2044"/>
                  </a:lnTo>
                  <a:cubicBezTo>
                    <a:pt x="3516" y="2066"/>
                    <a:pt x="3516" y="2102"/>
                    <a:pt x="3480" y="2123"/>
                  </a:cubicBezTo>
                  <a:lnTo>
                    <a:pt x="3344" y="2196"/>
                  </a:lnTo>
                  <a:cubicBezTo>
                    <a:pt x="3326" y="2206"/>
                    <a:pt x="3302" y="2211"/>
                    <a:pt x="3278" y="2211"/>
                  </a:cubicBezTo>
                  <a:cubicBezTo>
                    <a:pt x="3255" y="2211"/>
                    <a:pt x="3232" y="2206"/>
                    <a:pt x="3214" y="2196"/>
                  </a:cubicBezTo>
                  <a:lnTo>
                    <a:pt x="3063" y="2109"/>
                  </a:lnTo>
                  <a:cubicBezTo>
                    <a:pt x="3026" y="2087"/>
                    <a:pt x="3026" y="2059"/>
                    <a:pt x="3063" y="2037"/>
                  </a:cubicBezTo>
                  <a:lnTo>
                    <a:pt x="3192" y="1958"/>
                  </a:lnTo>
                  <a:cubicBezTo>
                    <a:pt x="3210" y="1947"/>
                    <a:pt x="3235" y="1942"/>
                    <a:pt x="3260" y="1942"/>
                  </a:cubicBezTo>
                  <a:close/>
                  <a:moveTo>
                    <a:pt x="2718" y="1999"/>
                  </a:moveTo>
                  <a:cubicBezTo>
                    <a:pt x="2741" y="1999"/>
                    <a:pt x="2765" y="2005"/>
                    <a:pt x="2783" y="2016"/>
                  </a:cubicBezTo>
                  <a:lnTo>
                    <a:pt x="2811" y="2030"/>
                  </a:lnTo>
                  <a:cubicBezTo>
                    <a:pt x="2847" y="2052"/>
                    <a:pt x="2847" y="2087"/>
                    <a:pt x="2811" y="2109"/>
                  </a:cubicBezTo>
                  <a:lnTo>
                    <a:pt x="2638" y="2209"/>
                  </a:lnTo>
                  <a:cubicBezTo>
                    <a:pt x="2620" y="2221"/>
                    <a:pt x="2597" y="2226"/>
                    <a:pt x="2573" y="2226"/>
                  </a:cubicBezTo>
                  <a:cubicBezTo>
                    <a:pt x="2549" y="2226"/>
                    <a:pt x="2524" y="2221"/>
                    <a:pt x="2502" y="2209"/>
                  </a:cubicBezTo>
                  <a:lnTo>
                    <a:pt x="2481" y="2196"/>
                  </a:lnTo>
                  <a:cubicBezTo>
                    <a:pt x="2445" y="2173"/>
                    <a:pt x="2445" y="2139"/>
                    <a:pt x="2481" y="2116"/>
                  </a:cubicBezTo>
                  <a:lnTo>
                    <a:pt x="2654" y="2016"/>
                  </a:lnTo>
                  <a:cubicBezTo>
                    <a:pt x="2671" y="2005"/>
                    <a:pt x="2694" y="1999"/>
                    <a:pt x="2718" y="1999"/>
                  </a:cubicBezTo>
                  <a:close/>
                  <a:moveTo>
                    <a:pt x="5341" y="1949"/>
                  </a:moveTo>
                  <a:cubicBezTo>
                    <a:pt x="5365" y="1949"/>
                    <a:pt x="5388" y="1955"/>
                    <a:pt x="5405" y="1966"/>
                  </a:cubicBezTo>
                  <a:lnTo>
                    <a:pt x="5564" y="2052"/>
                  </a:lnTo>
                  <a:cubicBezTo>
                    <a:pt x="5600" y="2073"/>
                    <a:pt x="5600" y="2109"/>
                    <a:pt x="5564" y="2130"/>
                  </a:cubicBezTo>
                  <a:lnTo>
                    <a:pt x="5405" y="2216"/>
                  </a:lnTo>
                  <a:cubicBezTo>
                    <a:pt x="5388" y="2228"/>
                    <a:pt x="5365" y="2233"/>
                    <a:pt x="5341" y="2233"/>
                  </a:cubicBezTo>
                  <a:cubicBezTo>
                    <a:pt x="5318" y="2233"/>
                    <a:pt x="5294" y="2228"/>
                    <a:pt x="5276" y="2216"/>
                  </a:cubicBezTo>
                  <a:lnTo>
                    <a:pt x="5119" y="2130"/>
                  </a:lnTo>
                  <a:cubicBezTo>
                    <a:pt x="5083" y="2109"/>
                    <a:pt x="5083" y="2073"/>
                    <a:pt x="5119" y="2052"/>
                  </a:cubicBezTo>
                  <a:lnTo>
                    <a:pt x="5276" y="1966"/>
                  </a:lnTo>
                  <a:cubicBezTo>
                    <a:pt x="5294" y="1955"/>
                    <a:pt x="5318" y="1949"/>
                    <a:pt x="5341" y="1949"/>
                  </a:cubicBezTo>
                  <a:close/>
                  <a:moveTo>
                    <a:pt x="5985" y="1978"/>
                  </a:moveTo>
                  <a:cubicBezTo>
                    <a:pt x="6010" y="1978"/>
                    <a:pt x="6035" y="1983"/>
                    <a:pt x="6052" y="1994"/>
                  </a:cubicBezTo>
                  <a:lnTo>
                    <a:pt x="6204" y="2080"/>
                  </a:lnTo>
                  <a:cubicBezTo>
                    <a:pt x="6240" y="2102"/>
                    <a:pt x="6240" y="2139"/>
                    <a:pt x="6204" y="2159"/>
                  </a:cubicBezTo>
                  <a:lnTo>
                    <a:pt x="6052" y="2246"/>
                  </a:lnTo>
                  <a:cubicBezTo>
                    <a:pt x="6035" y="2257"/>
                    <a:pt x="6010" y="2262"/>
                    <a:pt x="5985" y="2262"/>
                  </a:cubicBezTo>
                  <a:cubicBezTo>
                    <a:pt x="5960" y="2262"/>
                    <a:pt x="5934" y="2257"/>
                    <a:pt x="5916" y="2246"/>
                  </a:cubicBezTo>
                  <a:lnTo>
                    <a:pt x="5766" y="2159"/>
                  </a:lnTo>
                  <a:cubicBezTo>
                    <a:pt x="5730" y="2139"/>
                    <a:pt x="5730" y="2102"/>
                    <a:pt x="5766" y="2080"/>
                  </a:cubicBezTo>
                  <a:lnTo>
                    <a:pt x="5916" y="1994"/>
                  </a:lnTo>
                  <a:cubicBezTo>
                    <a:pt x="5934" y="1983"/>
                    <a:pt x="5960" y="1978"/>
                    <a:pt x="5985" y="1978"/>
                  </a:cubicBezTo>
                  <a:close/>
                  <a:moveTo>
                    <a:pt x="3860" y="1993"/>
                  </a:moveTo>
                  <a:cubicBezTo>
                    <a:pt x="3884" y="1993"/>
                    <a:pt x="3907" y="1998"/>
                    <a:pt x="3925" y="2009"/>
                  </a:cubicBezTo>
                  <a:lnTo>
                    <a:pt x="4091" y="2109"/>
                  </a:lnTo>
                  <a:cubicBezTo>
                    <a:pt x="4134" y="2130"/>
                    <a:pt x="4127" y="2159"/>
                    <a:pt x="4091" y="2182"/>
                  </a:cubicBezTo>
                  <a:lnTo>
                    <a:pt x="3939" y="2275"/>
                  </a:lnTo>
                  <a:cubicBezTo>
                    <a:pt x="3922" y="2285"/>
                    <a:pt x="3897" y="2291"/>
                    <a:pt x="3871" y="2291"/>
                  </a:cubicBezTo>
                  <a:cubicBezTo>
                    <a:pt x="3846" y="2291"/>
                    <a:pt x="3821" y="2285"/>
                    <a:pt x="3803" y="2275"/>
                  </a:cubicBezTo>
                  <a:lnTo>
                    <a:pt x="3637" y="2173"/>
                  </a:lnTo>
                  <a:cubicBezTo>
                    <a:pt x="3603" y="2153"/>
                    <a:pt x="3603" y="2116"/>
                    <a:pt x="3637" y="2102"/>
                  </a:cubicBezTo>
                  <a:lnTo>
                    <a:pt x="3796" y="2009"/>
                  </a:lnTo>
                  <a:cubicBezTo>
                    <a:pt x="3814" y="1998"/>
                    <a:pt x="3837" y="1993"/>
                    <a:pt x="3860" y="1993"/>
                  </a:cubicBezTo>
                  <a:close/>
                  <a:moveTo>
                    <a:pt x="4439" y="2071"/>
                  </a:moveTo>
                  <a:cubicBezTo>
                    <a:pt x="4465" y="2071"/>
                    <a:pt x="4490" y="2077"/>
                    <a:pt x="4508" y="2087"/>
                  </a:cubicBezTo>
                  <a:lnTo>
                    <a:pt x="4658" y="2173"/>
                  </a:lnTo>
                  <a:cubicBezTo>
                    <a:pt x="4695" y="2196"/>
                    <a:pt x="4695" y="2232"/>
                    <a:pt x="4651" y="2253"/>
                  </a:cubicBezTo>
                  <a:lnTo>
                    <a:pt x="4508" y="2339"/>
                  </a:lnTo>
                  <a:cubicBezTo>
                    <a:pt x="4487" y="2350"/>
                    <a:pt x="4461" y="2356"/>
                    <a:pt x="4437" y="2356"/>
                  </a:cubicBezTo>
                  <a:cubicBezTo>
                    <a:pt x="4412" y="2356"/>
                    <a:pt x="4388" y="2350"/>
                    <a:pt x="4370" y="2339"/>
                  </a:cubicBezTo>
                  <a:lnTo>
                    <a:pt x="4220" y="2253"/>
                  </a:lnTo>
                  <a:cubicBezTo>
                    <a:pt x="4184" y="2232"/>
                    <a:pt x="4184" y="2196"/>
                    <a:pt x="4220" y="2173"/>
                  </a:cubicBezTo>
                  <a:lnTo>
                    <a:pt x="4370" y="2087"/>
                  </a:lnTo>
                  <a:cubicBezTo>
                    <a:pt x="4388" y="2077"/>
                    <a:pt x="4414" y="2071"/>
                    <a:pt x="4439" y="2071"/>
                  </a:cubicBezTo>
                  <a:close/>
                  <a:moveTo>
                    <a:pt x="2357" y="2208"/>
                  </a:moveTo>
                  <a:cubicBezTo>
                    <a:pt x="2381" y="2208"/>
                    <a:pt x="2404" y="2214"/>
                    <a:pt x="2423" y="2225"/>
                  </a:cubicBezTo>
                  <a:lnTo>
                    <a:pt x="2445" y="2239"/>
                  </a:lnTo>
                  <a:cubicBezTo>
                    <a:pt x="2481" y="2259"/>
                    <a:pt x="2481" y="2296"/>
                    <a:pt x="2445" y="2318"/>
                  </a:cubicBezTo>
                  <a:lnTo>
                    <a:pt x="2293" y="2404"/>
                  </a:lnTo>
                  <a:cubicBezTo>
                    <a:pt x="2275" y="2415"/>
                    <a:pt x="2252" y="2420"/>
                    <a:pt x="2229" y="2420"/>
                  </a:cubicBezTo>
                  <a:cubicBezTo>
                    <a:pt x="2205" y="2420"/>
                    <a:pt x="2182" y="2415"/>
                    <a:pt x="2164" y="2404"/>
                  </a:cubicBezTo>
                  <a:lnTo>
                    <a:pt x="2136" y="2389"/>
                  </a:lnTo>
                  <a:cubicBezTo>
                    <a:pt x="2100" y="2368"/>
                    <a:pt x="2100" y="2332"/>
                    <a:pt x="2136" y="2311"/>
                  </a:cubicBezTo>
                  <a:lnTo>
                    <a:pt x="2286" y="2225"/>
                  </a:lnTo>
                  <a:cubicBezTo>
                    <a:pt x="2308" y="2214"/>
                    <a:pt x="2333" y="2208"/>
                    <a:pt x="2357" y="2208"/>
                  </a:cubicBezTo>
                  <a:close/>
                  <a:moveTo>
                    <a:pt x="2937" y="2129"/>
                  </a:moveTo>
                  <a:cubicBezTo>
                    <a:pt x="2962" y="2129"/>
                    <a:pt x="2988" y="2134"/>
                    <a:pt x="3006" y="2146"/>
                  </a:cubicBezTo>
                  <a:lnTo>
                    <a:pt x="3156" y="2232"/>
                  </a:lnTo>
                  <a:cubicBezTo>
                    <a:pt x="3192" y="2253"/>
                    <a:pt x="3192" y="2289"/>
                    <a:pt x="3156" y="2311"/>
                  </a:cubicBezTo>
                  <a:lnTo>
                    <a:pt x="2983" y="2411"/>
                  </a:lnTo>
                  <a:cubicBezTo>
                    <a:pt x="2965" y="2418"/>
                    <a:pt x="2940" y="2422"/>
                    <a:pt x="2915" y="2422"/>
                  </a:cubicBezTo>
                  <a:cubicBezTo>
                    <a:pt x="2890" y="2422"/>
                    <a:pt x="2865" y="2418"/>
                    <a:pt x="2847" y="2411"/>
                  </a:cubicBezTo>
                  <a:lnTo>
                    <a:pt x="2697" y="2318"/>
                  </a:lnTo>
                  <a:cubicBezTo>
                    <a:pt x="2661" y="2296"/>
                    <a:pt x="2661" y="2268"/>
                    <a:pt x="2704" y="2246"/>
                  </a:cubicBezTo>
                  <a:lnTo>
                    <a:pt x="2869" y="2146"/>
                  </a:lnTo>
                  <a:cubicBezTo>
                    <a:pt x="2887" y="2134"/>
                    <a:pt x="2912" y="2129"/>
                    <a:pt x="2937" y="2129"/>
                  </a:cubicBezTo>
                  <a:close/>
                  <a:moveTo>
                    <a:pt x="4996" y="2144"/>
                  </a:moveTo>
                  <a:cubicBezTo>
                    <a:pt x="5020" y="2144"/>
                    <a:pt x="5043" y="2149"/>
                    <a:pt x="5060" y="2159"/>
                  </a:cubicBezTo>
                  <a:lnTo>
                    <a:pt x="5219" y="2253"/>
                  </a:lnTo>
                  <a:cubicBezTo>
                    <a:pt x="5255" y="2275"/>
                    <a:pt x="5255" y="2311"/>
                    <a:pt x="5219" y="2332"/>
                  </a:cubicBezTo>
                  <a:lnTo>
                    <a:pt x="5047" y="2425"/>
                  </a:lnTo>
                  <a:cubicBezTo>
                    <a:pt x="5028" y="2436"/>
                    <a:pt x="5005" y="2442"/>
                    <a:pt x="4982" y="2442"/>
                  </a:cubicBezTo>
                  <a:cubicBezTo>
                    <a:pt x="4959" y="2442"/>
                    <a:pt x="4935" y="2436"/>
                    <a:pt x="4917" y="2425"/>
                  </a:cubicBezTo>
                  <a:lnTo>
                    <a:pt x="4758" y="2339"/>
                  </a:lnTo>
                  <a:cubicBezTo>
                    <a:pt x="4724" y="2318"/>
                    <a:pt x="4724" y="2282"/>
                    <a:pt x="4758" y="2259"/>
                  </a:cubicBezTo>
                  <a:lnTo>
                    <a:pt x="4931" y="2159"/>
                  </a:lnTo>
                  <a:cubicBezTo>
                    <a:pt x="4949" y="2149"/>
                    <a:pt x="4973" y="2144"/>
                    <a:pt x="4996" y="2144"/>
                  </a:cubicBezTo>
                  <a:close/>
                  <a:moveTo>
                    <a:pt x="3509" y="2194"/>
                  </a:moveTo>
                  <a:cubicBezTo>
                    <a:pt x="3532" y="2194"/>
                    <a:pt x="3555" y="2199"/>
                    <a:pt x="3573" y="2209"/>
                  </a:cubicBezTo>
                  <a:lnTo>
                    <a:pt x="3746" y="2311"/>
                  </a:lnTo>
                  <a:cubicBezTo>
                    <a:pt x="3782" y="2325"/>
                    <a:pt x="3782" y="2361"/>
                    <a:pt x="3746" y="2382"/>
                  </a:cubicBezTo>
                  <a:lnTo>
                    <a:pt x="3616" y="2461"/>
                  </a:lnTo>
                  <a:cubicBezTo>
                    <a:pt x="3598" y="2473"/>
                    <a:pt x="3573" y="2478"/>
                    <a:pt x="3548" y="2478"/>
                  </a:cubicBezTo>
                  <a:cubicBezTo>
                    <a:pt x="3523" y="2478"/>
                    <a:pt x="3498" y="2473"/>
                    <a:pt x="3480" y="2461"/>
                  </a:cubicBezTo>
                  <a:lnTo>
                    <a:pt x="3314" y="2361"/>
                  </a:lnTo>
                  <a:cubicBezTo>
                    <a:pt x="3278" y="2339"/>
                    <a:pt x="3278" y="2303"/>
                    <a:pt x="3314" y="2289"/>
                  </a:cubicBezTo>
                  <a:lnTo>
                    <a:pt x="3444" y="2209"/>
                  </a:lnTo>
                  <a:cubicBezTo>
                    <a:pt x="3462" y="2199"/>
                    <a:pt x="3485" y="2194"/>
                    <a:pt x="3509" y="2194"/>
                  </a:cubicBezTo>
                  <a:close/>
                  <a:moveTo>
                    <a:pt x="4098" y="2273"/>
                  </a:moveTo>
                  <a:cubicBezTo>
                    <a:pt x="4121" y="2273"/>
                    <a:pt x="4145" y="2278"/>
                    <a:pt x="4163" y="2289"/>
                  </a:cubicBezTo>
                  <a:lnTo>
                    <a:pt x="4313" y="2375"/>
                  </a:lnTo>
                  <a:cubicBezTo>
                    <a:pt x="4350" y="2397"/>
                    <a:pt x="4350" y="2432"/>
                    <a:pt x="4313" y="2454"/>
                  </a:cubicBezTo>
                  <a:lnTo>
                    <a:pt x="4155" y="2541"/>
                  </a:lnTo>
                  <a:cubicBezTo>
                    <a:pt x="4137" y="2551"/>
                    <a:pt x="4114" y="2556"/>
                    <a:pt x="4091" y="2556"/>
                  </a:cubicBezTo>
                  <a:cubicBezTo>
                    <a:pt x="4067" y="2556"/>
                    <a:pt x="4043" y="2551"/>
                    <a:pt x="4025" y="2541"/>
                  </a:cubicBezTo>
                  <a:lnTo>
                    <a:pt x="3875" y="2454"/>
                  </a:lnTo>
                  <a:cubicBezTo>
                    <a:pt x="3839" y="2432"/>
                    <a:pt x="3839" y="2397"/>
                    <a:pt x="3875" y="2375"/>
                  </a:cubicBezTo>
                  <a:lnTo>
                    <a:pt x="4034" y="2289"/>
                  </a:lnTo>
                  <a:cubicBezTo>
                    <a:pt x="4051" y="2278"/>
                    <a:pt x="4074" y="2273"/>
                    <a:pt x="4098" y="2273"/>
                  </a:cubicBezTo>
                  <a:close/>
                  <a:moveTo>
                    <a:pt x="2013" y="2410"/>
                  </a:moveTo>
                  <a:cubicBezTo>
                    <a:pt x="2036" y="2410"/>
                    <a:pt x="2059" y="2415"/>
                    <a:pt x="2078" y="2425"/>
                  </a:cubicBezTo>
                  <a:lnTo>
                    <a:pt x="2107" y="2441"/>
                  </a:lnTo>
                  <a:cubicBezTo>
                    <a:pt x="2143" y="2461"/>
                    <a:pt x="2143" y="2498"/>
                    <a:pt x="2107" y="2518"/>
                  </a:cubicBezTo>
                  <a:lnTo>
                    <a:pt x="1948" y="2604"/>
                  </a:lnTo>
                  <a:cubicBezTo>
                    <a:pt x="1930" y="2616"/>
                    <a:pt x="1905" y="2621"/>
                    <a:pt x="1880" y="2621"/>
                  </a:cubicBezTo>
                  <a:cubicBezTo>
                    <a:pt x="1855" y="2621"/>
                    <a:pt x="1830" y="2616"/>
                    <a:pt x="1812" y="2604"/>
                  </a:cubicBezTo>
                  <a:lnTo>
                    <a:pt x="1791" y="2591"/>
                  </a:lnTo>
                  <a:cubicBezTo>
                    <a:pt x="1755" y="2570"/>
                    <a:pt x="1755" y="2534"/>
                    <a:pt x="1791" y="2518"/>
                  </a:cubicBezTo>
                  <a:lnTo>
                    <a:pt x="1948" y="2425"/>
                  </a:lnTo>
                  <a:cubicBezTo>
                    <a:pt x="1966" y="2415"/>
                    <a:pt x="1990" y="2410"/>
                    <a:pt x="2013" y="2410"/>
                  </a:cubicBezTo>
                  <a:close/>
                  <a:moveTo>
                    <a:pt x="2574" y="2338"/>
                  </a:moveTo>
                  <a:cubicBezTo>
                    <a:pt x="2597" y="2338"/>
                    <a:pt x="2620" y="2343"/>
                    <a:pt x="2638" y="2354"/>
                  </a:cubicBezTo>
                  <a:lnTo>
                    <a:pt x="2790" y="2441"/>
                  </a:lnTo>
                  <a:cubicBezTo>
                    <a:pt x="2826" y="2461"/>
                    <a:pt x="2826" y="2498"/>
                    <a:pt x="2790" y="2518"/>
                  </a:cubicBezTo>
                  <a:lnTo>
                    <a:pt x="2638" y="2604"/>
                  </a:lnTo>
                  <a:cubicBezTo>
                    <a:pt x="2620" y="2616"/>
                    <a:pt x="2597" y="2621"/>
                    <a:pt x="2574" y="2621"/>
                  </a:cubicBezTo>
                  <a:cubicBezTo>
                    <a:pt x="2550" y="2621"/>
                    <a:pt x="2527" y="2616"/>
                    <a:pt x="2509" y="2604"/>
                  </a:cubicBezTo>
                  <a:lnTo>
                    <a:pt x="2359" y="2518"/>
                  </a:lnTo>
                  <a:cubicBezTo>
                    <a:pt x="2323" y="2498"/>
                    <a:pt x="2323" y="2461"/>
                    <a:pt x="2359" y="2441"/>
                  </a:cubicBezTo>
                  <a:lnTo>
                    <a:pt x="2509" y="2354"/>
                  </a:lnTo>
                  <a:cubicBezTo>
                    <a:pt x="2527" y="2343"/>
                    <a:pt x="2550" y="2338"/>
                    <a:pt x="2574" y="2338"/>
                  </a:cubicBezTo>
                  <a:close/>
                  <a:moveTo>
                    <a:pt x="4633" y="2358"/>
                  </a:moveTo>
                  <a:cubicBezTo>
                    <a:pt x="4658" y="2358"/>
                    <a:pt x="4683" y="2361"/>
                    <a:pt x="4701" y="2368"/>
                  </a:cubicBezTo>
                  <a:lnTo>
                    <a:pt x="4853" y="2461"/>
                  </a:lnTo>
                  <a:cubicBezTo>
                    <a:pt x="4888" y="2484"/>
                    <a:pt x="4888" y="2518"/>
                    <a:pt x="4853" y="2541"/>
                  </a:cubicBezTo>
                  <a:lnTo>
                    <a:pt x="4701" y="2627"/>
                  </a:lnTo>
                  <a:cubicBezTo>
                    <a:pt x="4683" y="2637"/>
                    <a:pt x="4660" y="2642"/>
                    <a:pt x="4637" y="2642"/>
                  </a:cubicBezTo>
                  <a:cubicBezTo>
                    <a:pt x="4613" y="2642"/>
                    <a:pt x="4590" y="2637"/>
                    <a:pt x="4572" y="2627"/>
                  </a:cubicBezTo>
                  <a:lnTo>
                    <a:pt x="4413" y="2534"/>
                  </a:lnTo>
                  <a:cubicBezTo>
                    <a:pt x="4379" y="2511"/>
                    <a:pt x="4379" y="2484"/>
                    <a:pt x="4413" y="2461"/>
                  </a:cubicBezTo>
                  <a:lnTo>
                    <a:pt x="4565" y="2368"/>
                  </a:lnTo>
                  <a:cubicBezTo>
                    <a:pt x="4583" y="2361"/>
                    <a:pt x="4608" y="2358"/>
                    <a:pt x="4633" y="2358"/>
                  </a:cubicBezTo>
                  <a:close/>
                  <a:moveTo>
                    <a:pt x="3185" y="2381"/>
                  </a:moveTo>
                  <a:cubicBezTo>
                    <a:pt x="3208" y="2381"/>
                    <a:pt x="3232" y="2386"/>
                    <a:pt x="3249" y="2397"/>
                  </a:cubicBezTo>
                  <a:lnTo>
                    <a:pt x="3421" y="2498"/>
                  </a:lnTo>
                  <a:cubicBezTo>
                    <a:pt x="3458" y="2518"/>
                    <a:pt x="3458" y="2548"/>
                    <a:pt x="3421" y="2570"/>
                  </a:cubicBezTo>
                  <a:lnTo>
                    <a:pt x="3249" y="2670"/>
                  </a:lnTo>
                  <a:cubicBezTo>
                    <a:pt x="3232" y="2680"/>
                    <a:pt x="3208" y="2686"/>
                    <a:pt x="3185" y="2686"/>
                  </a:cubicBezTo>
                  <a:cubicBezTo>
                    <a:pt x="3161" y="2686"/>
                    <a:pt x="3138" y="2680"/>
                    <a:pt x="3120" y="2670"/>
                  </a:cubicBezTo>
                  <a:lnTo>
                    <a:pt x="2947" y="2570"/>
                  </a:lnTo>
                  <a:cubicBezTo>
                    <a:pt x="2913" y="2548"/>
                    <a:pt x="2913" y="2518"/>
                    <a:pt x="2947" y="2498"/>
                  </a:cubicBezTo>
                  <a:lnTo>
                    <a:pt x="3120" y="2397"/>
                  </a:lnTo>
                  <a:cubicBezTo>
                    <a:pt x="3138" y="2386"/>
                    <a:pt x="3161" y="2381"/>
                    <a:pt x="3185" y="2381"/>
                  </a:cubicBezTo>
                  <a:close/>
                  <a:moveTo>
                    <a:pt x="3747" y="2474"/>
                  </a:moveTo>
                  <a:cubicBezTo>
                    <a:pt x="3771" y="2474"/>
                    <a:pt x="3797" y="2479"/>
                    <a:pt x="3818" y="2491"/>
                  </a:cubicBezTo>
                  <a:lnTo>
                    <a:pt x="3961" y="2577"/>
                  </a:lnTo>
                  <a:cubicBezTo>
                    <a:pt x="3998" y="2598"/>
                    <a:pt x="3998" y="2634"/>
                    <a:pt x="3961" y="2656"/>
                  </a:cubicBezTo>
                  <a:lnTo>
                    <a:pt x="3832" y="2727"/>
                  </a:lnTo>
                  <a:cubicBezTo>
                    <a:pt x="3814" y="2738"/>
                    <a:pt x="3791" y="2744"/>
                    <a:pt x="3767" y="2744"/>
                  </a:cubicBezTo>
                  <a:cubicBezTo>
                    <a:pt x="3744" y="2744"/>
                    <a:pt x="3721" y="2738"/>
                    <a:pt x="3703" y="2727"/>
                  </a:cubicBezTo>
                  <a:lnTo>
                    <a:pt x="3551" y="2641"/>
                  </a:lnTo>
                  <a:cubicBezTo>
                    <a:pt x="3516" y="2620"/>
                    <a:pt x="3516" y="2584"/>
                    <a:pt x="3551" y="2561"/>
                  </a:cubicBezTo>
                  <a:lnTo>
                    <a:pt x="3680" y="2491"/>
                  </a:lnTo>
                  <a:cubicBezTo>
                    <a:pt x="3698" y="2479"/>
                    <a:pt x="3722" y="2474"/>
                    <a:pt x="3747" y="2474"/>
                  </a:cubicBezTo>
                  <a:close/>
                  <a:moveTo>
                    <a:pt x="2233" y="2539"/>
                  </a:moveTo>
                  <a:cubicBezTo>
                    <a:pt x="2258" y="2539"/>
                    <a:pt x="2283" y="2544"/>
                    <a:pt x="2300" y="2554"/>
                  </a:cubicBezTo>
                  <a:lnTo>
                    <a:pt x="2452" y="2641"/>
                  </a:lnTo>
                  <a:cubicBezTo>
                    <a:pt x="2488" y="2663"/>
                    <a:pt x="2488" y="2691"/>
                    <a:pt x="2452" y="2713"/>
                  </a:cubicBezTo>
                  <a:lnTo>
                    <a:pt x="2293" y="2806"/>
                  </a:lnTo>
                  <a:cubicBezTo>
                    <a:pt x="2275" y="2818"/>
                    <a:pt x="2250" y="2823"/>
                    <a:pt x="2225" y="2823"/>
                  </a:cubicBezTo>
                  <a:cubicBezTo>
                    <a:pt x="2200" y="2823"/>
                    <a:pt x="2175" y="2818"/>
                    <a:pt x="2157" y="2806"/>
                  </a:cubicBezTo>
                  <a:lnTo>
                    <a:pt x="2007" y="2720"/>
                  </a:lnTo>
                  <a:cubicBezTo>
                    <a:pt x="1971" y="2699"/>
                    <a:pt x="1971" y="2663"/>
                    <a:pt x="2007" y="2641"/>
                  </a:cubicBezTo>
                  <a:lnTo>
                    <a:pt x="2164" y="2554"/>
                  </a:lnTo>
                  <a:cubicBezTo>
                    <a:pt x="2182" y="2544"/>
                    <a:pt x="2207" y="2539"/>
                    <a:pt x="2233" y="2539"/>
                  </a:cubicBezTo>
                  <a:close/>
                  <a:moveTo>
                    <a:pt x="1664" y="2610"/>
                  </a:moveTo>
                  <a:cubicBezTo>
                    <a:pt x="1689" y="2610"/>
                    <a:pt x="1714" y="2616"/>
                    <a:pt x="1733" y="2627"/>
                  </a:cubicBezTo>
                  <a:lnTo>
                    <a:pt x="1755" y="2641"/>
                  </a:lnTo>
                  <a:cubicBezTo>
                    <a:pt x="1791" y="2663"/>
                    <a:pt x="1791" y="2699"/>
                    <a:pt x="1755" y="2720"/>
                  </a:cubicBezTo>
                  <a:lnTo>
                    <a:pt x="1589" y="2813"/>
                  </a:lnTo>
                  <a:cubicBezTo>
                    <a:pt x="1571" y="2824"/>
                    <a:pt x="1548" y="2830"/>
                    <a:pt x="1525" y="2830"/>
                  </a:cubicBezTo>
                  <a:cubicBezTo>
                    <a:pt x="1501" y="2830"/>
                    <a:pt x="1478" y="2824"/>
                    <a:pt x="1460" y="2813"/>
                  </a:cubicBezTo>
                  <a:lnTo>
                    <a:pt x="1431" y="2799"/>
                  </a:lnTo>
                  <a:cubicBezTo>
                    <a:pt x="1394" y="2777"/>
                    <a:pt x="1394" y="2743"/>
                    <a:pt x="1438" y="2720"/>
                  </a:cubicBezTo>
                  <a:lnTo>
                    <a:pt x="1596" y="2627"/>
                  </a:lnTo>
                  <a:cubicBezTo>
                    <a:pt x="1614" y="2616"/>
                    <a:pt x="1639" y="2610"/>
                    <a:pt x="1664" y="2610"/>
                  </a:cubicBezTo>
                  <a:close/>
                  <a:moveTo>
                    <a:pt x="4292" y="2553"/>
                  </a:moveTo>
                  <a:cubicBezTo>
                    <a:pt x="4315" y="2553"/>
                    <a:pt x="4338" y="2559"/>
                    <a:pt x="4356" y="2570"/>
                  </a:cubicBezTo>
                  <a:lnTo>
                    <a:pt x="4515" y="2663"/>
                  </a:lnTo>
                  <a:cubicBezTo>
                    <a:pt x="4551" y="2684"/>
                    <a:pt x="4551" y="2713"/>
                    <a:pt x="4515" y="2734"/>
                  </a:cubicBezTo>
                  <a:lnTo>
                    <a:pt x="4356" y="2829"/>
                  </a:lnTo>
                  <a:cubicBezTo>
                    <a:pt x="4338" y="2839"/>
                    <a:pt x="4313" y="2844"/>
                    <a:pt x="4288" y="2844"/>
                  </a:cubicBezTo>
                  <a:cubicBezTo>
                    <a:pt x="4263" y="2844"/>
                    <a:pt x="4238" y="2839"/>
                    <a:pt x="4220" y="2829"/>
                  </a:cubicBezTo>
                  <a:lnTo>
                    <a:pt x="4068" y="2734"/>
                  </a:lnTo>
                  <a:cubicBezTo>
                    <a:pt x="4034" y="2713"/>
                    <a:pt x="4034" y="2684"/>
                    <a:pt x="4068" y="2663"/>
                  </a:cubicBezTo>
                  <a:lnTo>
                    <a:pt x="4227" y="2570"/>
                  </a:lnTo>
                  <a:cubicBezTo>
                    <a:pt x="4245" y="2559"/>
                    <a:pt x="4268" y="2553"/>
                    <a:pt x="4292" y="2553"/>
                  </a:cubicBezTo>
                  <a:close/>
                  <a:moveTo>
                    <a:pt x="2825" y="2589"/>
                  </a:moveTo>
                  <a:cubicBezTo>
                    <a:pt x="2849" y="2589"/>
                    <a:pt x="2872" y="2594"/>
                    <a:pt x="2890" y="2604"/>
                  </a:cubicBezTo>
                  <a:lnTo>
                    <a:pt x="3063" y="2706"/>
                  </a:lnTo>
                  <a:cubicBezTo>
                    <a:pt x="3099" y="2727"/>
                    <a:pt x="3099" y="2756"/>
                    <a:pt x="3063" y="2777"/>
                  </a:cubicBezTo>
                  <a:lnTo>
                    <a:pt x="2913" y="2863"/>
                  </a:lnTo>
                  <a:cubicBezTo>
                    <a:pt x="2894" y="2874"/>
                    <a:pt x="2869" y="2880"/>
                    <a:pt x="2844" y="2880"/>
                  </a:cubicBezTo>
                  <a:cubicBezTo>
                    <a:pt x="2818" y="2880"/>
                    <a:pt x="2793" y="2874"/>
                    <a:pt x="2775" y="2863"/>
                  </a:cubicBezTo>
                  <a:lnTo>
                    <a:pt x="2611" y="2770"/>
                  </a:lnTo>
                  <a:cubicBezTo>
                    <a:pt x="2574" y="2749"/>
                    <a:pt x="2574" y="2713"/>
                    <a:pt x="2611" y="2691"/>
                  </a:cubicBezTo>
                  <a:lnTo>
                    <a:pt x="2761" y="2604"/>
                  </a:lnTo>
                  <a:cubicBezTo>
                    <a:pt x="2779" y="2594"/>
                    <a:pt x="2802" y="2589"/>
                    <a:pt x="2825" y="2589"/>
                  </a:cubicBezTo>
                  <a:close/>
                  <a:moveTo>
                    <a:pt x="3423" y="2661"/>
                  </a:moveTo>
                  <a:cubicBezTo>
                    <a:pt x="3447" y="2661"/>
                    <a:pt x="3472" y="2667"/>
                    <a:pt x="3494" y="2677"/>
                  </a:cubicBezTo>
                  <a:lnTo>
                    <a:pt x="3637" y="2763"/>
                  </a:lnTo>
                  <a:cubicBezTo>
                    <a:pt x="3673" y="2786"/>
                    <a:pt x="3673" y="2820"/>
                    <a:pt x="3637" y="2843"/>
                  </a:cubicBezTo>
                  <a:lnTo>
                    <a:pt x="3473" y="2936"/>
                  </a:lnTo>
                  <a:cubicBezTo>
                    <a:pt x="3455" y="2947"/>
                    <a:pt x="3430" y="2953"/>
                    <a:pt x="3404" y="2953"/>
                  </a:cubicBezTo>
                  <a:cubicBezTo>
                    <a:pt x="3379" y="2953"/>
                    <a:pt x="3353" y="2947"/>
                    <a:pt x="3335" y="2936"/>
                  </a:cubicBezTo>
                  <a:lnTo>
                    <a:pt x="3185" y="2849"/>
                  </a:lnTo>
                  <a:cubicBezTo>
                    <a:pt x="3149" y="2829"/>
                    <a:pt x="3149" y="2793"/>
                    <a:pt x="3185" y="2770"/>
                  </a:cubicBezTo>
                  <a:lnTo>
                    <a:pt x="3358" y="2677"/>
                  </a:lnTo>
                  <a:cubicBezTo>
                    <a:pt x="3376" y="2667"/>
                    <a:pt x="3399" y="2661"/>
                    <a:pt x="3423" y="2661"/>
                  </a:cubicBezTo>
                  <a:close/>
                  <a:moveTo>
                    <a:pt x="1884" y="2739"/>
                  </a:moveTo>
                  <a:cubicBezTo>
                    <a:pt x="1907" y="2739"/>
                    <a:pt x="1930" y="2745"/>
                    <a:pt x="1948" y="2756"/>
                  </a:cubicBezTo>
                  <a:lnTo>
                    <a:pt x="2100" y="2843"/>
                  </a:lnTo>
                  <a:cubicBezTo>
                    <a:pt x="2136" y="2863"/>
                    <a:pt x="2136" y="2899"/>
                    <a:pt x="2100" y="2915"/>
                  </a:cubicBezTo>
                  <a:lnTo>
                    <a:pt x="1934" y="3015"/>
                  </a:lnTo>
                  <a:cubicBezTo>
                    <a:pt x="1916" y="3025"/>
                    <a:pt x="1893" y="3031"/>
                    <a:pt x="1870" y="3031"/>
                  </a:cubicBezTo>
                  <a:cubicBezTo>
                    <a:pt x="1846" y="3031"/>
                    <a:pt x="1823" y="3025"/>
                    <a:pt x="1805" y="3015"/>
                  </a:cubicBezTo>
                  <a:lnTo>
                    <a:pt x="1653" y="2922"/>
                  </a:lnTo>
                  <a:cubicBezTo>
                    <a:pt x="1619" y="2899"/>
                    <a:pt x="1619" y="2872"/>
                    <a:pt x="1653" y="2849"/>
                  </a:cubicBezTo>
                  <a:lnTo>
                    <a:pt x="1819" y="2756"/>
                  </a:lnTo>
                  <a:cubicBezTo>
                    <a:pt x="1837" y="2745"/>
                    <a:pt x="1860" y="2739"/>
                    <a:pt x="1884" y="2739"/>
                  </a:cubicBezTo>
                  <a:close/>
                  <a:moveTo>
                    <a:pt x="3941" y="2755"/>
                  </a:moveTo>
                  <a:cubicBezTo>
                    <a:pt x="3965" y="2755"/>
                    <a:pt x="3990" y="2760"/>
                    <a:pt x="4011" y="2770"/>
                  </a:cubicBezTo>
                  <a:lnTo>
                    <a:pt x="4163" y="2863"/>
                  </a:lnTo>
                  <a:cubicBezTo>
                    <a:pt x="4198" y="2886"/>
                    <a:pt x="4198" y="2915"/>
                    <a:pt x="4163" y="2936"/>
                  </a:cubicBezTo>
                  <a:lnTo>
                    <a:pt x="4034" y="3015"/>
                  </a:lnTo>
                  <a:cubicBezTo>
                    <a:pt x="4016" y="3025"/>
                    <a:pt x="3990" y="3031"/>
                    <a:pt x="3965" y="3031"/>
                  </a:cubicBezTo>
                  <a:cubicBezTo>
                    <a:pt x="3939" y="3031"/>
                    <a:pt x="3914" y="3025"/>
                    <a:pt x="3896" y="3015"/>
                  </a:cubicBezTo>
                  <a:lnTo>
                    <a:pt x="3746" y="2922"/>
                  </a:lnTo>
                  <a:cubicBezTo>
                    <a:pt x="3710" y="2899"/>
                    <a:pt x="3710" y="2872"/>
                    <a:pt x="3746" y="2849"/>
                  </a:cubicBezTo>
                  <a:lnTo>
                    <a:pt x="3875" y="2770"/>
                  </a:lnTo>
                  <a:cubicBezTo>
                    <a:pt x="3893" y="2760"/>
                    <a:pt x="3917" y="2755"/>
                    <a:pt x="3941" y="2755"/>
                  </a:cubicBezTo>
                  <a:close/>
                  <a:moveTo>
                    <a:pt x="1309" y="2812"/>
                  </a:moveTo>
                  <a:cubicBezTo>
                    <a:pt x="1332" y="2812"/>
                    <a:pt x="1356" y="2818"/>
                    <a:pt x="1374" y="2829"/>
                  </a:cubicBezTo>
                  <a:lnTo>
                    <a:pt x="1403" y="2843"/>
                  </a:lnTo>
                  <a:cubicBezTo>
                    <a:pt x="1438" y="2863"/>
                    <a:pt x="1438" y="2899"/>
                    <a:pt x="1403" y="2922"/>
                  </a:cubicBezTo>
                  <a:lnTo>
                    <a:pt x="1231" y="3022"/>
                  </a:lnTo>
                  <a:cubicBezTo>
                    <a:pt x="1212" y="3033"/>
                    <a:pt x="1189" y="3039"/>
                    <a:pt x="1165" y="3039"/>
                  </a:cubicBezTo>
                  <a:cubicBezTo>
                    <a:pt x="1142" y="3039"/>
                    <a:pt x="1118" y="3033"/>
                    <a:pt x="1101" y="3022"/>
                  </a:cubicBezTo>
                  <a:lnTo>
                    <a:pt x="1072" y="3008"/>
                  </a:lnTo>
                  <a:cubicBezTo>
                    <a:pt x="1036" y="2986"/>
                    <a:pt x="1036" y="2950"/>
                    <a:pt x="1072" y="2929"/>
                  </a:cubicBezTo>
                  <a:lnTo>
                    <a:pt x="1244" y="2829"/>
                  </a:lnTo>
                  <a:cubicBezTo>
                    <a:pt x="1262" y="2818"/>
                    <a:pt x="1286" y="2812"/>
                    <a:pt x="1309" y="2812"/>
                  </a:cubicBezTo>
                  <a:close/>
                  <a:moveTo>
                    <a:pt x="2480" y="2791"/>
                  </a:moveTo>
                  <a:cubicBezTo>
                    <a:pt x="2504" y="2791"/>
                    <a:pt x="2527" y="2796"/>
                    <a:pt x="2545" y="2806"/>
                  </a:cubicBezTo>
                  <a:lnTo>
                    <a:pt x="2718" y="2899"/>
                  </a:lnTo>
                  <a:cubicBezTo>
                    <a:pt x="2754" y="2922"/>
                    <a:pt x="2754" y="2958"/>
                    <a:pt x="2718" y="2979"/>
                  </a:cubicBezTo>
                  <a:lnTo>
                    <a:pt x="2559" y="3065"/>
                  </a:lnTo>
                  <a:cubicBezTo>
                    <a:pt x="2542" y="3076"/>
                    <a:pt x="2518" y="3082"/>
                    <a:pt x="2495" y="3082"/>
                  </a:cubicBezTo>
                  <a:cubicBezTo>
                    <a:pt x="2471" y="3082"/>
                    <a:pt x="2448" y="3076"/>
                    <a:pt x="2430" y="3065"/>
                  </a:cubicBezTo>
                  <a:lnTo>
                    <a:pt x="2257" y="2972"/>
                  </a:lnTo>
                  <a:cubicBezTo>
                    <a:pt x="2222" y="2950"/>
                    <a:pt x="2222" y="2915"/>
                    <a:pt x="2257" y="2893"/>
                  </a:cubicBezTo>
                  <a:lnTo>
                    <a:pt x="2416" y="2806"/>
                  </a:lnTo>
                  <a:cubicBezTo>
                    <a:pt x="2434" y="2796"/>
                    <a:pt x="2457" y="2791"/>
                    <a:pt x="2480" y="2791"/>
                  </a:cubicBezTo>
                  <a:close/>
                  <a:moveTo>
                    <a:pt x="3063" y="2869"/>
                  </a:moveTo>
                  <a:cubicBezTo>
                    <a:pt x="3086" y="2869"/>
                    <a:pt x="3110" y="2874"/>
                    <a:pt x="3128" y="2886"/>
                  </a:cubicBezTo>
                  <a:lnTo>
                    <a:pt x="3278" y="2972"/>
                  </a:lnTo>
                  <a:cubicBezTo>
                    <a:pt x="3314" y="2993"/>
                    <a:pt x="3314" y="3029"/>
                    <a:pt x="3278" y="3051"/>
                  </a:cubicBezTo>
                  <a:lnTo>
                    <a:pt x="3128" y="3138"/>
                  </a:lnTo>
                  <a:cubicBezTo>
                    <a:pt x="3110" y="3148"/>
                    <a:pt x="3086" y="3153"/>
                    <a:pt x="3063" y="3153"/>
                  </a:cubicBezTo>
                  <a:cubicBezTo>
                    <a:pt x="3039" y="3153"/>
                    <a:pt x="3016" y="3148"/>
                    <a:pt x="2999" y="3138"/>
                  </a:cubicBezTo>
                  <a:lnTo>
                    <a:pt x="2847" y="3051"/>
                  </a:lnTo>
                  <a:cubicBezTo>
                    <a:pt x="2811" y="3029"/>
                    <a:pt x="2811" y="2993"/>
                    <a:pt x="2847" y="2972"/>
                  </a:cubicBezTo>
                  <a:lnTo>
                    <a:pt x="2999" y="2886"/>
                  </a:lnTo>
                  <a:cubicBezTo>
                    <a:pt x="3016" y="2874"/>
                    <a:pt x="3039" y="2869"/>
                    <a:pt x="3063" y="2869"/>
                  </a:cubicBezTo>
                  <a:close/>
                  <a:moveTo>
                    <a:pt x="948" y="3025"/>
                  </a:moveTo>
                  <a:cubicBezTo>
                    <a:pt x="973" y="3025"/>
                    <a:pt x="997" y="3029"/>
                    <a:pt x="1015" y="3036"/>
                  </a:cubicBezTo>
                  <a:lnTo>
                    <a:pt x="1036" y="3058"/>
                  </a:lnTo>
                  <a:cubicBezTo>
                    <a:pt x="1079" y="3072"/>
                    <a:pt x="1072" y="3108"/>
                    <a:pt x="1036" y="3131"/>
                  </a:cubicBezTo>
                  <a:lnTo>
                    <a:pt x="886" y="3217"/>
                  </a:lnTo>
                  <a:cubicBezTo>
                    <a:pt x="867" y="3227"/>
                    <a:pt x="844" y="3232"/>
                    <a:pt x="820" y="3232"/>
                  </a:cubicBezTo>
                  <a:cubicBezTo>
                    <a:pt x="797" y="3232"/>
                    <a:pt x="773" y="3227"/>
                    <a:pt x="756" y="3217"/>
                  </a:cubicBezTo>
                  <a:lnTo>
                    <a:pt x="727" y="3201"/>
                  </a:lnTo>
                  <a:cubicBezTo>
                    <a:pt x="691" y="3181"/>
                    <a:pt x="691" y="3151"/>
                    <a:pt x="734" y="3131"/>
                  </a:cubicBezTo>
                  <a:lnTo>
                    <a:pt x="877" y="3036"/>
                  </a:lnTo>
                  <a:cubicBezTo>
                    <a:pt x="898" y="3029"/>
                    <a:pt x="924" y="3025"/>
                    <a:pt x="948" y="3025"/>
                  </a:cubicBezTo>
                  <a:close/>
                  <a:moveTo>
                    <a:pt x="3616" y="2941"/>
                  </a:moveTo>
                  <a:cubicBezTo>
                    <a:pt x="3640" y="2941"/>
                    <a:pt x="3663" y="2947"/>
                    <a:pt x="3680" y="2958"/>
                  </a:cubicBezTo>
                  <a:lnTo>
                    <a:pt x="3839" y="3051"/>
                  </a:lnTo>
                  <a:cubicBezTo>
                    <a:pt x="3875" y="3072"/>
                    <a:pt x="3875" y="3101"/>
                    <a:pt x="3839" y="3122"/>
                  </a:cubicBezTo>
                  <a:lnTo>
                    <a:pt x="3673" y="3224"/>
                  </a:lnTo>
                  <a:cubicBezTo>
                    <a:pt x="3652" y="3234"/>
                    <a:pt x="3627" y="3239"/>
                    <a:pt x="3603" y="3239"/>
                  </a:cubicBezTo>
                  <a:cubicBezTo>
                    <a:pt x="3578" y="3239"/>
                    <a:pt x="3555" y="3234"/>
                    <a:pt x="3537" y="3224"/>
                  </a:cubicBezTo>
                  <a:lnTo>
                    <a:pt x="3378" y="3131"/>
                  </a:lnTo>
                  <a:cubicBezTo>
                    <a:pt x="3344" y="3108"/>
                    <a:pt x="3344" y="3079"/>
                    <a:pt x="3378" y="3058"/>
                  </a:cubicBezTo>
                  <a:lnTo>
                    <a:pt x="3551" y="2958"/>
                  </a:lnTo>
                  <a:cubicBezTo>
                    <a:pt x="3569" y="2947"/>
                    <a:pt x="3593" y="2941"/>
                    <a:pt x="3616" y="2941"/>
                  </a:cubicBezTo>
                  <a:close/>
                  <a:moveTo>
                    <a:pt x="2135" y="2990"/>
                  </a:moveTo>
                  <a:cubicBezTo>
                    <a:pt x="2159" y="2990"/>
                    <a:pt x="2182" y="2994"/>
                    <a:pt x="2200" y="3001"/>
                  </a:cubicBezTo>
                  <a:lnTo>
                    <a:pt x="2366" y="3101"/>
                  </a:lnTo>
                  <a:cubicBezTo>
                    <a:pt x="2402" y="3122"/>
                    <a:pt x="2402" y="3158"/>
                    <a:pt x="2366" y="3181"/>
                  </a:cubicBezTo>
                  <a:lnTo>
                    <a:pt x="2207" y="3274"/>
                  </a:lnTo>
                  <a:cubicBezTo>
                    <a:pt x="2189" y="3284"/>
                    <a:pt x="2164" y="3289"/>
                    <a:pt x="2139" y="3289"/>
                  </a:cubicBezTo>
                  <a:cubicBezTo>
                    <a:pt x="2114" y="3289"/>
                    <a:pt x="2089" y="3284"/>
                    <a:pt x="2071" y="3274"/>
                  </a:cubicBezTo>
                  <a:lnTo>
                    <a:pt x="1905" y="3174"/>
                  </a:lnTo>
                  <a:cubicBezTo>
                    <a:pt x="1869" y="3151"/>
                    <a:pt x="1869" y="3122"/>
                    <a:pt x="1905" y="3101"/>
                  </a:cubicBezTo>
                  <a:lnTo>
                    <a:pt x="2064" y="3001"/>
                  </a:lnTo>
                  <a:cubicBezTo>
                    <a:pt x="2085" y="2994"/>
                    <a:pt x="2110" y="2990"/>
                    <a:pt x="2135" y="2990"/>
                  </a:cubicBezTo>
                  <a:close/>
                  <a:moveTo>
                    <a:pt x="2719" y="3063"/>
                  </a:moveTo>
                  <a:cubicBezTo>
                    <a:pt x="2743" y="3063"/>
                    <a:pt x="2768" y="3069"/>
                    <a:pt x="2790" y="3079"/>
                  </a:cubicBezTo>
                  <a:lnTo>
                    <a:pt x="2933" y="3165"/>
                  </a:lnTo>
                  <a:cubicBezTo>
                    <a:pt x="2969" y="3188"/>
                    <a:pt x="2969" y="3224"/>
                    <a:pt x="2933" y="3245"/>
                  </a:cubicBezTo>
                  <a:lnTo>
                    <a:pt x="2775" y="3338"/>
                  </a:lnTo>
                  <a:cubicBezTo>
                    <a:pt x="2757" y="3349"/>
                    <a:pt x="2734" y="3354"/>
                    <a:pt x="2710" y="3354"/>
                  </a:cubicBezTo>
                  <a:cubicBezTo>
                    <a:pt x="2687" y="3354"/>
                    <a:pt x="2663" y="3349"/>
                    <a:pt x="2645" y="3338"/>
                  </a:cubicBezTo>
                  <a:lnTo>
                    <a:pt x="2495" y="3251"/>
                  </a:lnTo>
                  <a:cubicBezTo>
                    <a:pt x="2459" y="3231"/>
                    <a:pt x="2459" y="3194"/>
                    <a:pt x="2495" y="3174"/>
                  </a:cubicBezTo>
                  <a:lnTo>
                    <a:pt x="2654" y="3079"/>
                  </a:lnTo>
                  <a:cubicBezTo>
                    <a:pt x="2671" y="3069"/>
                    <a:pt x="2694" y="3063"/>
                    <a:pt x="2719" y="3063"/>
                  </a:cubicBezTo>
                  <a:close/>
                  <a:moveTo>
                    <a:pt x="1528" y="2941"/>
                  </a:moveTo>
                  <a:cubicBezTo>
                    <a:pt x="1553" y="2941"/>
                    <a:pt x="1578" y="2947"/>
                    <a:pt x="1596" y="2958"/>
                  </a:cubicBezTo>
                  <a:lnTo>
                    <a:pt x="1748" y="3044"/>
                  </a:lnTo>
                  <a:cubicBezTo>
                    <a:pt x="1783" y="3065"/>
                    <a:pt x="1783" y="3101"/>
                    <a:pt x="1748" y="3122"/>
                  </a:cubicBezTo>
                  <a:lnTo>
                    <a:pt x="1231" y="3417"/>
                  </a:lnTo>
                  <a:cubicBezTo>
                    <a:pt x="1212" y="3428"/>
                    <a:pt x="1189" y="3434"/>
                    <a:pt x="1165" y="3434"/>
                  </a:cubicBezTo>
                  <a:cubicBezTo>
                    <a:pt x="1142" y="3434"/>
                    <a:pt x="1118" y="3428"/>
                    <a:pt x="1101" y="3417"/>
                  </a:cubicBezTo>
                  <a:lnTo>
                    <a:pt x="949" y="3331"/>
                  </a:lnTo>
                  <a:cubicBezTo>
                    <a:pt x="913" y="3310"/>
                    <a:pt x="913" y="3274"/>
                    <a:pt x="949" y="3251"/>
                  </a:cubicBezTo>
                  <a:lnTo>
                    <a:pt x="1460" y="2958"/>
                  </a:lnTo>
                  <a:cubicBezTo>
                    <a:pt x="1478" y="2947"/>
                    <a:pt x="1503" y="2941"/>
                    <a:pt x="1528" y="2941"/>
                  </a:cubicBezTo>
                  <a:close/>
                  <a:moveTo>
                    <a:pt x="3257" y="3150"/>
                  </a:moveTo>
                  <a:cubicBezTo>
                    <a:pt x="3280" y="3150"/>
                    <a:pt x="3303" y="3155"/>
                    <a:pt x="3321" y="3165"/>
                  </a:cubicBezTo>
                  <a:lnTo>
                    <a:pt x="3480" y="3260"/>
                  </a:lnTo>
                  <a:cubicBezTo>
                    <a:pt x="3516" y="3281"/>
                    <a:pt x="3516" y="3310"/>
                    <a:pt x="3480" y="3331"/>
                  </a:cubicBezTo>
                  <a:lnTo>
                    <a:pt x="3328" y="3417"/>
                  </a:lnTo>
                  <a:cubicBezTo>
                    <a:pt x="3310" y="3428"/>
                    <a:pt x="3285" y="3434"/>
                    <a:pt x="3260" y="3434"/>
                  </a:cubicBezTo>
                  <a:cubicBezTo>
                    <a:pt x="3235" y="3434"/>
                    <a:pt x="3210" y="3428"/>
                    <a:pt x="3192" y="3417"/>
                  </a:cubicBezTo>
                  <a:lnTo>
                    <a:pt x="3042" y="3331"/>
                  </a:lnTo>
                  <a:cubicBezTo>
                    <a:pt x="3006" y="3310"/>
                    <a:pt x="3006" y="3274"/>
                    <a:pt x="3042" y="3251"/>
                  </a:cubicBezTo>
                  <a:lnTo>
                    <a:pt x="3192" y="3165"/>
                  </a:lnTo>
                  <a:cubicBezTo>
                    <a:pt x="3210" y="3155"/>
                    <a:pt x="3233" y="3150"/>
                    <a:pt x="3257" y="3150"/>
                  </a:cubicBezTo>
                  <a:close/>
                  <a:moveTo>
                    <a:pt x="5636" y="2179"/>
                  </a:moveTo>
                  <a:cubicBezTo>
                    <a:pt x="5661" y="2179"/>
                    <a:pt x="5686" y="2184"/>
                    <a:pt x="5707" y="2196"/>
                  </a:cubicBezTo>
                  <a:lnTo>
                    <a:pt x="5859" y="2282"/>
                  </a:lnTo>
                  <a:cubicBezTo>
                    <a:pt x="5895" y="2303"/>
                    <a:pt x="5895" y="2339"/>
                    <a:pt x="5859" y="2361"/>
                  </a:cubicBezTo>
                  <a:lnTo>
                    <a:pt x="4018" y="3424"/>
                  </a:lnTo>
                  <a:cubicBezTo>
                    <a:pt x="4000" y="3435"/>
                    <a:pt x="3975" y="3441"/>
                    <a:pt x="3950" y="3441"/>
                  </a:cubicBezTo>
                  <a:cubicBezTo>
                    <a:pt x="3925" y="3441"/>
                    <a:pt x="3900" y="3435"/>
                    <a:pt x="3882" y="3424"/>
                  </a:cubicBezTo>
                  <a:lnTo>
                    <a:pt x="3732" y="3331"/>
                  </a:lnTo>
                  <a:cubicBezTo>
                    <a:pt x="3689" y="3310"/>
                    <a:pt x="3689" y="3281"/>
                    <a:pt x="3732" y="3260"/>
                  </a:cubicBezTo>
                  <a:lnTo>
                    <a:pt x="5571" y="2196"/>
                  </a:lnTo>
                  <a:cubicBezTo>
                    <a:pt x="5589" y="2184"/>
                    <a:pt x="5612" y="2179"/>
                    <a:pt x="5636" y="2179"/>
                  </a:cubicBezTo>
                  <a:close/>
                  <a:moveTo>
                    <a:pt x="605" y="3222"/>
                  </a:moveTo>
                  <a:cubicBezTo>
                    <a:pt x="628" y="3222"/>
                    <a:pt x="652" y="3227"/>
                    <a:pt x="670" y="3238"/>
                  </a:cubicBezTo>
                  <a:lnTo>
                    <a:pt x="697" y="3251"/>
                  </a:lnTo>
                  <a:cubicBezTo>
                    <a:pt x="734" y="3274"/>
                    <a:pt x="734" y="3310"/>
                    <a:pt x="697" y="3331"/>
                  </a:cubicBezTo>
                  <a:lnTo>
                    <a:pt x="511" y="3439"/>
                  </a:lnTo>
                  <a:cubicBezTo>
                    <a:pt x="493" y="3450"/>
                    <a:pt x="468" y="3455"/>
                    <a:pt x="443" y="3455"/>
                  </a:cubicBezTo>
                  <a:cubicBezTo>
                    <a:pt x="418" y="3455"/>
                    <a:pt x="393" y="3450"/>
                    <a:pt x="375" y="3439"/>
                  </a:cubicBezTo>
                  <a:lnTo>
                    <a:pt x="352" y="3424"/>
                  </a:lnTo>
                  <a:cubicBezTo>
                    <a:pt x="316" y="3403"/>
                    <a:pt x="316" y="3367"/>
                    <a:pt x="352" y="3346"/>
                  </a:cubicBezTo>
                  <a:lnTo>
                    <a:pt x="541" y="3238"/>
                  </a:lnTo>
                  <a:cubicBezTo>
                    <a:pt x="558" y="3227"/>
                    <a:pt x="581" y="3222"/>
                    <a:pt x="605" y="3222"/>
                  </a:cubicBezTo>
                  <a:close/>
                  <a:moveTo>
                    <a:pt x="3602" y="3351"/>
                  </a:moveTo>
                  <a:cubicBezTo>
                    <a:pt x="3625" y="3351"/>
                    <a:pt x="3648" y="3357"/>
                    <a:pt x="3666" y="3367"/>
                  </a:cubicBezTo>
                  <a:lnTo>
                    <a:pt x="3825" y="3460"/>
                  </a:lnTo>
                  <a:cubicBezTo>
                    <a:pt x="3861" y="3483"/>
                    <a:pt x="3861" y="3510"/>
                    <a:pt x="3825" y="3533"/>
                  </a:cubicBezTo>
                  <a:lnTo>
                    <a:pt x="3673" y="3619"/>
                  </a:lnTo>
                  <a:cubicBezTo>
                    <a:pt x="3655" y="3629"/>
                    <a:pt x="3632" y="3634"/>
                    <a:pt x="3609" y="3634"/>
                  </a:cubicBezTo>
                  <a:cubicBezTo>
                    <a:pt x="3585" y="3634"/>
                    <a:pt x="3562" y="3629"/>
                    <a:pt x="3544" y="3619"/>
                  </a:cubicBezTo>
                  <a:lnTo>
                    <a:pt x="3387" y="3533"/>
                  </a:lnTo>
                  <a:cubicBezTo>
                    <a:pt x="3351" y="3510"/>
                    <a:pt x="3351" y="3476"/>
                    <a:pt x="3387" y="3453"/>
                  </a:cubicBezTo>
                  <a:lnTo>
                    <a:pt x="3537" y="3367"/>
                  </a:lnTo>
                  <a:cubicBezTo>
                    <a:pt x="3555" y="3357"/>
                    <a:pt x="3578" y="3351"/>
                    <a:pt x="3602" y="3351"/>
                  </a:cubicBezTo>
                  <a:close/>
                  <a:moveTo>
                    <a:pt x="1777" y="3193"/>
                  </a:moveTo>
                  <a:cubicBezTo>
                    <a:pt x="1802" y="3193"/>
                    <a:pt x="1827" y="3198"/>
                    <a:pt x="1848" y="3208"/>
                  </a:cubicBezTo>
                  <a:lnTo>
                    <a:pt x="2014" y="3310"/>
                  </a:lnTo>
                  <a:cubicBezTo>
                    <a:pt x="2050" y="3331"/>
                    <a:pt x="2050" y="3360"/>
                    <a:pt x="2014" y="3381"/>
                  </a:cubicBezTo>
                  <a:lnTo>
                    <a:pt x="1589" y="3626"/>
                  </a:lnTo>
                  <a:cubicBezTo>
                    <a:pt x="1571" y="3637"/>
                    <a:pt x="1548" y="3643"/>
                    <a:pt x="1525" y="3643"/>
                  </a:cubicBezTo>
                  <a:cubicBezTo>
                    <a:pt x="1501" y="3643"/>
                    <a:pt x="1478" y="3637"/>
                    <a:pt x="1460" y="3626"/>
                  </a:cubicBezTo>
                  <a:lnTo>
                    <a:pt x="1287" y="3533"/>
                  </a:lnTo>
                  <a:cubicBezTo>
                    <a:pt x="1251" y="3510"/>
                    <a:pt x="1251" y="3476"/>
                    <a:pt x="1287" y="3453"/>
                  </a:cubicBezTo>
                  <a:lnTo>
                    <a:pt x="1712" y="3208"/>
                  </a:lnTo>
                  <a:cubicBezTo>
                    <a:pt x="1730" y="3198"/>
                    <a:pt x="1753" y="3193"/>
                    <a:pt x="1777" y="3193"/>
                  </a:cubicBezTo>
                  <a:close/>
                  <a:moveTo>
                    <a:pt x="824" y="3351"/>
                  </a:moveTo>
                  <a:cubicBezTo>
                    <a:pt x="849" y="3351"/>
                    <a:pt x="874" y="3357"/>
                    <a:pt x="892" y="3367"/>
                  </a:cubicBezTo>
                  <a:lnTo>
                    <a:pt x="1043" y="3453"/>
                  </a:lnTo>
                  <a:cubicBezTo>
                    <a:pt x="1079" y="3476"/>
                    <a:pt x="1079" y="3510"/>
                    <a:pt x="1043" y="3533"/>
                  </a:cubicBezTo>
                  <a:lnTo>
                    <a:pt x="856" y="3640"/>
                  </a:lnTo>
                  <a:cubicBezTo>
                    <a:pt x="838" y="3647"/>
                    <a:pt x="813" y="3651"/>
                    <a:pt x="788" y="3651"/>
                  </a:cubicBezTo>
                  <a:cubicBezTo>
                    <a:pt x="763" y="3651"/>
                    <a:pt x="738" y="3647"/>
                    <a:pt x="720" y="3640"/>
                  </a:cubicBezTo>
                  <a:lnTo>
                    <a:pt x="568" y="3546"/>
                  </a:lnTo>
                  <a:cubicBezTo>
                    <a:pt x="532" y="3526"/>
                    <a:pt x="532" y="3496"/>
                    <a:pt x="568" y="3476"/>
                  </a:cubicBezTo>
                  <a:lnTo>
                    <a:pt x="756" y="3367"/>
                  </a:lnTo>
                  <a:cubicBezTo>
                    <a:pt x="773" y="3357"/>
                    <a:pt x="798" y="3351"/>
                    <a:pt x="824" y="3351"/>
                  </a:cubicBezTo>
                  <a:close/>
                  <a:moveTo>
                    <a:pt x="3260" y="3552"/>
                  </a:moveTo>
                  <a:cubicBezTo>
                    <a:pt x="3285" y="3552"/>
                    <a:pt x="3310" y="3558"/>
                    <a:pt x="3328" y="3569"/>
                  </a:cubicBezTo>
                  <a:lnTo>
                    <a:pt x="3480" y="3655"/>
                  </a:lnTo>
                  <a:cubicBezTo>
                    <a:pt x="3516" y="3676"/>
                    <a:pt x="3516" y="3712"/>
                    <a:pt x="3480" y="3734"/>
                  </a:cubicBezTo>
                  <a:lnTo>
                    <a:pt x="3351" y="3812"/>
                  </a:lnTo>
                  <a:cubicBezTo>
                    <a:pt x="3329" y="3823"/>
                    <a:pt x="3304" y="3829"/>
                    <a:pt x="3279" y="3829"/>
                  </a:cubicBezTo>
                  <a:cubicBezTo>
                    <a:pt x="3255" y="3829"/>
                    <a:pt x="3232" y="3823"/>
                    <a:pt x="3214" y="3812"/>
                  </a:cubicBezTo>
                  <a:lnTo>
                    <a:pt x="3056" y="3719"/>
                  </a:lnTo>
                  <a:cubicBezTo>
                    <a:pt x="3019" y="3698"/>
                    <a:pt x="3019" y="3662"/>
                    <a:pt x="3063" y="3640"/>
                  </a:cubicBezTo>
                  <a:lnTo>
                    <a:pt x="3192" y="3569"/>
                  </a:lnTo>
                  <a:cubicBezTo>
                    <a:pt x="3210" y="3558"/>
                    <a:pt x="3235" y="3552"/>
                    <a:pt x="3260" y="3552"/>
                  </a:cubicBezTo>
                  <a:close/>
                  <a:moveTo>
                    <a:pt x="2913" y="3351"/>
                  </a:moveTo>
                  <a:cubicBezTo>
                    <a:pt x="2937" y="3351"/>
                    <a:pt x="2962" y="3357"/>
                    <a:pt x="2983" y="3367"/>
                  </a:cubicBezTo>
                  <a:lnTo>
                    <a:pt x="3135" y="3453"/>
                  </a:lnTo>
                  <a:cubicBezTo>
                    <a:pt x="3171" y="3476"/>
                    <a:pt x="3171" y="3510"/>
                    <a:pt x="3135" y="3533"/>
                  </a:cubicBezTo>
                  <a:lnTo>
                    <a:pt x="2638" y="3821"/>
                  </a:lnTo>
                  <a:cubicBezTo>
                    <a:pt x="2620" y="3831"/>
                    <a:pt x="2595" y="3836"/>
                    <a:pt x="2570" y="3836"/>
                  </a:cubicBezTo>
                  <a:cubicBezTo>
                    <a:pt x="2545" y="3836"/>
                    <a:pt x="2520" y="3831"/>
                    <a:pt x="2502" y="3821"/>
                  </a:cubicBezTo>
                  <a:lnTo>
                    <a:pt x="2352" y="3726"/>
                  </a:lnTo>
                  <a:cubicBezTo>
                    <a:pt x="2316" y="3705"/>
                    <a:pt x="2316" y="3676"/>
                    <a:pt x="2352" y="3655"/>
                  </a:cubicBezTo>
                  <a:lnTo>
                    <a:pt x="2847" y="3367"/>
                  </a:lnTo>
                  <a:cubicBezTo>
                    <a:pt x="2865" y="3357"/>
                    <a:pt x="2888" y="3351"/>
                    <a:pt x="2913" y="3351"/>
                  </a:cubicBezTo>
                  <a:close/>
                  <a:moveTo>
                    <a:pt x="2373" y="3265"/>
                  </a:moveTo>
                  <a:cubicBezTo>
                    <a:pt x="2396" y="3265"/>
                    <a:pt x="2420" y="3270"/>
                    <a:pt x="2438" y="3281"/>
                  </a:cubicBezTo>
                  <a:lnTo>
                    <a:pt x="2588" y="3367"/>
                  </a:lnTo>
                  <a:cubicBezTo>
                    <a:pt x="2624" y="3389"/>
                    <a:pt x="2624" y="3424"/>
                    <a:pt x="2588" y="3446"/>
                  </a:cubicBezTo>
                  <a:lnTo>
                    <a:pt x="1934" y="3828"/>
                  </a:lnTo>
                  <a:cubicBezTo>
                    <a:pt x="1916" y="3838"/>
                    <a:pt x="1891" y="3843"/>
                    <a:pt x="1866" y="3843"/>
                  </a:cubicBezTo>
                  <a:cubicBezTo>
                    <a:pt x="1841" y="3843"/>
                    <a:pt x="1816" y="3838"/>
                    <a:pt x="1798" y="3828"/>
                  </a:cubicBezTo>
                  <a:lnTo>
                    <a:pt x="1646" y="3741"/>
                  </a:lnTo>
                  <a:cubicBezTo>
                    <a:pt x="1610" y="3719"/>
                    <a:pt x="1610" y="3683"/>
                    <a:pt x="1653" y="3662"/>
                  </a:cubicBezTo>
                  <a:lnTo>
                    <a:pt x="2309" y="3281"/>
                  </a:lnTo>
                  <a:cubicBezTo>
                    <a:pt x="2326" y="3270"/>
                    <a:pt x="2349" y="3265"/>
                    <a:pt x="2373" y="3265"/>
                  </a:cubicBezTo>
                  <a:close/>
                  <a:moveTo>
                    <a:pt x="1165" y="3545"/>
                  </a:moveTo>
                  <a:cubicBezTo>
                    <a:pt x="1189" y="3545"/>
                    <a:pt x="1212" y="3551"/>
                    <a:pt x="1231" y="3562"/>
                  </a:cubicBezTo>
                  <a:lnTo>
                    <a:pt x="1403" y="3662"/>
                  </a:lnTo>
                  <a:cubicBezTo>
                    <a:pt x="1438" y="3683"/>
                    <a:pt x="1438" y="3719"/>
                    <a:pt x="1403" y="3741"/>
                  </a:cubicBezTo>
                  <a:lnTo>
                    <a:pt x="1215" y="3848"/>
                  </a:lnTo>
                  <a:cubicBezTo>
                    <a:pt x="1197" y="3860"/>
                    <a:pt x="1172" y="3865"/>
                    <a:pt x="1147" y="3865"/>
                  </a:cubicBezTo>
                  <a:cubicBezTo>
                    <a:pt x="1122" y="3865"/>
                    <a:pt x="1097" y="3860"/>
                    <a:pt x="1079" y="3848"/>
                  </a:cubicBezTo>
                  <a:lnTo>
                    <a:pt x="913" y="3748"/>
                  </a:lnTo>
                  <a:cubicBezTo>
                    <a:pt x="877" y="3726"/>
                    <a:pt x="877" y="3691"/>
                    <a:pt x="913" y="3669"/>
                  </a:cubicBezTo>
                  <a:lnTo>
                    <a:pt x="1101" y="3562"/>
                  </a:lnTo>
                  <a:cubicBezTo>
                    <a:pt x="1118" y="3551"/>
                    <a:pt x="1142" y="3545"/>
                    <a:pt x="1165" y="3545"/>
                  </a:cubicBezTo>
                  <a:close/>
                  <a:moveTo>
                    <a:pt x="2933" y="3740"/>
                  </a:moveTo>
                  <a:cubicBezTo>
                    <a:pt x="2957" y="3740"/>
                    <a:pt x="2981" y="3745"/>
                    <a:pt x="2999" y="3755"/>
                  </a:cubicBezTo>
                  <a:lnTo>
                    <a:pt x="3156" y="3841"/>
                  </a:lnTo>
                  <a:cubicBezTo>
                    <a:pt x="3192" y="3864"/>
                    <a:pt x="3192" y="3898"/>
                    <a:pt x="3156" y="3921"/>
                  </a:cubicBezTo>
                  <a:lnTo>
                    <a:pt x="2983" y="4021"/>
                  </a:lnTo>
                  <a:cubicBezTo>
                    <a:pt x="2965" y="4032"/>
                    <a:pt x="2942" y="4038"/>
                    <a:pt x="2918" y="4038"/>
                  </a:cubicBezTo>
                  <a:cubicBezTo>
                    <a:pt x="2894" y="4038"/>
                    <a:pt x="2869" y="4032"/>
                    <a:pt x="2847" y="4021"/>
                  </a:cubicBezTo>
                  <a:lnTo>
                    <a:pt x="2697" y="3928"/>
                  </a:lnTo>
                  <a:cubicBezTo>
                    <a:pt x="2661" y="3907"/>
                    <a:pt x="2661" y="3878"/>
                    <a:pt x="2697" y="3855"/>
                  </a:cubicBezTo>
                  <a:lnTo>
                    <a:pt x="2869" y="3755"/>
                  </a:lnTo>
                  <a:cubicBezTo>
                    <a:pt x="2887" y="3745"/>
                    <a:pt x="2910" y="3740"/>
                    <a:pt x="2933" y="3740"/>
                  </a:cubicBezTo>
                  <a:close/>
                  <a:moveTo>
                    <a:pt x="2222" y="3747"/>
                  </a:moveTo>
                  <a:cubicBezTo>
                    <a:pt x="2247" y="3747"/>
                    <a:pt x="2272" y="3752"/>
                    <a:pt x="2293" y="3762"/>
                  </a:cubicBezTo>
                  <a:lnTo>
                    <a:pt x="2445" y="3855"/>
                  </a:lnTo>
                  <a:cubicBezTo>
                    <a:pt x="2481" y="3878"/>
                    <a:pt x="2481" y="3907"/>
                    <a:pt x="2445" y="3928"/>
                  </a:cubicBezTo>
                  <a:lnTo>
                    <a:pt x="2279" y="4028"/>
                  </a:lnTo>
                  <a:cubicBezTo>
                    <a:pt x="2261" y="4039"/>
                    <a:pt x="2238" y="4045"/>
                    <a:pt x="2214" y="4045"/>
                  </a:cubicBezTo>
                  <a:cubicBezTo>
                    <a:pt x="2190" y="4045"/>
                    <a:pt x="2165" y="4039"/>
                    <a:pt x="2143" y="4028"/>
                  </a:cubicBezTo>
                  <a:lnTo>
                    <a:pt x="1991" y="3935"/>
                  </a:lnTo>
                  <a:cubicBezTo>
                    <a:pt x="1955" y="3914"/>
                    <a:pt x="1955" y="3878"/>
                    <a:pt x="1991" y="3855"/>
                  </a:cubicBezTo>
                  <a:lnTo>
                    <a:pt x="2157" y="3762"/>
                  </a:lnTo>
                  <a:cubicBezTo>
                    <a:pt x="2175" y="3752"/>
                    <a:pt x="2198" y="3747"/>
                    <a:pt x="2222" y="3747"/>
                  </a:cubicBezTo>
                  <a:close/>
                  <a:moveTo>
                    <a:pt x="1525" y="3753"/>
                  </a:moveTo>
                  <a:cubicBezTo>
                    <a:pt x="1548" y="3753"/>
                    <a:pt x="1571" y="3759"/>
                    <a:pt x="1589" y="3769"/>
                  </a:cubicBezTo>
                  <a:lnTo>
                    <a:pt x="1739" y="3855"/>
                  </a:lnTo>
                  <a:cubicBezTo>
                    <a:pt x="1776" y="3878"/>
                    <a:pt x="1776" y="3914"/>
                    <a:pt x="1739" y="3935"/>
                  </a:cubicBezTo>
                  <a:lnTo>
                    <a:pt x="1553" y="4043"/>
                  </a:lnTo>
                  <a:cubicBezTo>
                    <a:pt x="1535" y="4054"/>
                    <a:pt x="1512" y="4059"/>
                    <a:pt x="1488" y="4059"/>
                  </a:cubicBezTo>
                  <a:cubicBezTo>
                    <a:pt x="1465" y="4059"/>
                    <a:pt x="1442" y="4054"/>
                    <a:pt x="1424" y="4043"/>
                  </a:cubicBezTo>
                  <a:lnTo>
                    <a:pt x="1274" y="3957"/>
                  </a:lnTo>
                  <a:cubicBezTo>
                    <a:pt x="1237" y="3935"/>
                    <a:pt x="1237" y="3898"/>
                    <a:pt x="1274" y="3878"/>
                  </a:cubicBezTo>
                  <a:lnTo>
                    <a:pt x="1460" y="3769"/>
                  </a:lnTo>
                  <a:cubicBezTo>
                    <a:pt x="1478" y="3759"/>
                    <a:pt x="1501" y="3753"/>
                    <a:pt x="1525" y="3753"/>
                  </a:cubicBezTo>
                  <a:close/>
                  <a:moveTo>
                    <a:pt x="2570" y="3947"/>
                  </a:moveTo>
                  <a:cubicBezTo>
                    <a:pt x="2595" y="3947"/>
                    <a:pt x="2620" y="3953"/>
                    <a:pt x="2638" y="3964"/>
                  </a:cubicBezTo>
                  <a:lnTo>
                    <a:pt x="2790" y="4057"/>
                  </a:lnTo>
                  <a:cubicBezTo>
                    <a:pt x="2826" y="4079"/>
                    <a:pt x="2826" y="4107"/>
                    <a:pt x="2790" y="4129"/>
                  </a:cubicBezTo>
                  <a:lnTo>
                    <a:pt x="2624" y="4230"/>
                  </a:lnTo>
                  <a:cubicBezTo>
                    <a:pt x="2606" y="4241"/>
                    <a:pt x="2583" y="4246"/>
                    <a:pt x="2560" y="4246"/>
                  </a:cubicBezTo>
                  <a:cubicBezTo>
                    <a:pt x="2536" y="4246"/>
                    <a:pt x="2513" y="4241"/>
                    <a:pt x="2495" y="4230"/>
                  </a:cubicBezTo>
                  <a:lnTo>
                    <a:pt x="2336" y="4136"/>
                  </a:lnTo>
                  <a:cubicBezTo>
                    <a:pt x="2300" y="4114"/>
                    <a:pt x="2300" y="4079"/>
                    <a:pt x="2336" y="4057"/>
                  </a:cubicBezTo>
                  <a:lnTo>
                    <a:pt x="2502" y="3964"/>
                  </a:lnTo>
                  <a:cubicBezTo>
                    <a:pt x="2520" y="3953"/>
                    <a:pt x="2545" y="3947"/>
                    <a:pt x="2570" y="3947"/>
                  </a:cubicBezTo>
                  <a:close/>
                  <a:moveTo>
                    <a:pt x="1864" y="3955"/>
                  </a:moveTo>
                  <a:cubicBezTo>
                    <a:pt x="1888" y="3955"/>
                    <a:pt x="1913" y="3960"/>
                    <a:pt x="1934" y="3971"/>
                  </a:cubicBezTo>
                  <a:lnTo>
                    <a:pt x="2084" y="4057"/>
                  </a:lnTo>
                  <a:cubicBezTo>
                    <a:pt x="2121" y="4079"/>
                    <a:pt x="2121" y="4114"/>
                    <a:pt x="2084" y="4136"/>
                  </a:cubicBezTo>
                  <a:lnTo>
                    <a:pt x="1898" y="4243"/>
                  </a:lnTo>
                  <a:cubicBezTo>
                    <a:pt x="1880" y="4255"/>
                    <a:pt x="1857" y="4260"/>
                    <a:pt x="1833" y="4260"/>
                  </a:cubicBezTo>
                  <a:cubicBezTo>
                    <a:pt x="1810" y="4260"/>
                    <a:pt x="1787" y="4255"/>
                    <a:pt x="1769" y="4243"/>
                  </a:cubicBezTo>
                  <a:lnTo>
                    <a:pt x="1610" y="4157"/>
                  </a:lnTo>
                  <a:cubicBezTo>
                    <a:pt x="1576" y="4136"/>
                    <a:pt x="1576" y="4100"/>
                    <a:pt x="1610" y="4079"/>
                  </a:cubicBezTo>
                  <a:lnTo>
                    <a:pt x="1798" y="3971"/>
                  </a:lnTo>
                  <a:cubicBezTo>
                    <a:pt x="1816" y="3960"/>
                    <a:pt x="1840" y="3955"/>
                    <a:pt x="1864" y="3955"/>
                  </a:cubicBezTo>
                  <a:close/>
                  <a:moveTo>
                    <a:pt x="2211" y="4156"/>
                  </a:moveTo>
                  <a:cubicBezTo>
                    <a:pt x="2236" y="4156"/>
                    <a:pt x="2261" y="4161"/>
                    <a:pt x="2279" y="4173"/>
                  </a:cubicBezTo>
                  <a:lnTo>
                    <a:pt x="2430" y="4259"/>
                  </a:lnTo>
                  <a:cubicBezTo>
                    <a:pt x="2466" y="4280"/>
                    <a:pt x="2466" y="4316"/>
                    <a:pt x="2430" y="4338"/>
                  </a:cubicBezTo>
                  <a:lnTo>
                    <a:pt x="2243" y="4445"/>
                  </a:lnTo>
                  <a:cubicBezTo>
                    <a:pt x="2225" y="4456"/>
                    <a:pt x="2202" y="4462"/>
                    <a:pt x="2178" y="4462"/>
                  </a:cubicBezTo>
                  <a:cubicBezTo>
                    <a:pt x="2155" y="4462"/>
                    <a:pt x="2132" y="4456"/>
                    <a:pt x="2114" y="4445"/>
                  </a:cubicBezTo>
                  <a:lnTo>
                    <a:pt x="1955" y="4359"/>
                  </a:lnTo>
                  <a:cubicBezTo>
                    <a:pt x="1921" y="4338"/>
                    <a:pt x="1921" y="4302"/>
                    <a:pt x="1955" y="4280"/>
                  </a:cubicBezTo>
                  <a:lnTo>
                    <a:pt x="2143" y="4173"/>
                  </a:lnTo>
                  <a:cubicBezTo>
                    <a:pt x="2161" y="4161"/>
                    <a:pt x="2186" y="4156"/>
                    <a:pt x="2211" y="4156"/>
                  </a:cubicBezTo>
                  <a:close/>
                  <a:moveTo>
                    <a:pt x="5874" y="0"/>
                  </a:moveTo>
                  <a:cubicBezTo>
                    <a:pt x="5787" y="0"/>
                    <a:pt x="5701" y="18"/>
                    <a:pt x="5636" y="53"/>
                  </a:cubicBezTo>
                  <a:lnTo>
                    <a:pt x="101" y="3245"/>
                  </a:lnTo>
                  <a:cubicBezTo>
                    <a:pt x="37" y="3281"/>
                    <a:pt x="1" y="3324"/>
                    <a:pt x="1" y="3374"/>
                  </a:cubicBezTo>
                  <a:lnTo>
                    <a:pt x="1" y="3389"/>
                  </a:lnTo>
                  <a:cubicBezTo>
                    <a:pt x="1" y="3433"/>
                    <a:pt x="37" y="3483"/>
                    <a:pt x="101" y="3519"/>
                  </a:cubicBezTo>
                  <a:lnTo>
                    <a:pt x="1941" y="4588"/>
                  </a:lnTo>
                  <a:cubicBezTo>
                    <a:pt x="2006" y="4625"/>
                    <a:pt x="2092" y="4643"/>
                    <a:pt x="2178" y="4643"/>
                  </a:cubicBezTo>
                  <a:cubicBezTo>
                    <a:pt x="2265" y="4643"/>
                    <a:pt x="2351" y="4625"/>
                    <a:pt x="2416" y="4588"/>
                  </a:cubicBezTo>
                  <a:lnTo>
                    <a:pt x="7950" y="1397"/>
                  </a:lnTo>
                  <a:cubicBezTo>
                    <a:pt x="8015" y="1362"/>
                    <a:pt x="8045" y="1319"/>
                    <a:pt x="8052" y="1268"/>
                  </a:cubicBezTo>
                  <a:lnTo>
                    <a:pt x="8052" y="1254"/>
                  </a:lnTo>
                  <a:lnTo>
                    <a:pt x="8052" y="1247"/>
                  </a:lnTo>
                  <a:cubicBezTo>
                    <a:pt x="8045" y="1204"/>
                    <a:pt x="8009" y="1161"/>
                    <a:pt x="7950" y="1124"/>
                  </a:cubicBezTo>
                  <a:lnTo>
                    <a:pt x="6111" y="53"/>
                  </a:lnTo>
                  <a:cubicBezTo>
                    <a:pt x="6046" y="18"/>
                    <a:pt x="5960" y="0"/>
                    <a:pt x="58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54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54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54"/>
            <p:cNvSpPr/>
            <p:nvPr/>
          </p:nvSpPr>
          <p:spPr>
            <a:xfrm>
              <a:off x="6422809" y="4434697"/>
              <a:ext cx="108599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54"/>
            <p:cNvSpPr/>
            <p:nvPr/>
          </p:nvSpPr>
          <p:spPr>
            <a:xfrm>
              <a:off x="6491178" y="4473142"/>
              <a:ext cx="111373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54"/>
            <p:cNvSpPr/>
            <p:nvPr/>
          </p:nvSpPr>
          <p:spPr>
            <a:xfrm>
              <a:off x="6522687" y="4327684"/>
              <a:ext cx="79864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54"/>
            <p:cNvSpPr/>
            <p:nvPr/>
          </p:nvSpPr>
          <p:spPr>
            <a:xfrm>
              <a:off x="6562718" y="4514362"/>
              <a:ext cx="106815" cy="60641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54"/>
            <p:cNvSpPr/>
            <p:nvPr/>
          </p:nvSpPr>
          <p:spPr>
            <a:xfrm>
              <a:off x="6498510" y="4353446"/>
              <a:ext cx="172410" cy="97699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54"/>
            <p:cNvSpPr/>
            <p:nvPr/>
          </p:nvSpPr>
          <p:spPr>
            <a:xfrm>
              <a:off x="6593831" y="4287851"/>
              <a:ext cx="78873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54"/>
            <p:cNvSpPr/>
            <p:nvPr/>
          </p:nvSpPr>
          <p:spPr>
            <a:xfrm>
              <a:off x="6565493" y="4403187"/>
              <a:ext cx="158340" cy="89376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54"/>
            <p:cNvSpPr/>
            <p:nvPr/>
          </p:nvSpPr>
          <p:spPr>
            <a:xfrm>
              <a:off x="6629700" y="4554393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54"/>
            <p:cNvSpPr/>
            <p:nvPr/>
          </p:nvSpPr>
          <p:spPr>
            <a:xfrm>
              <a:off x="6638222" y="431341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54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54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54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54"/>
            <p:cNvSpPr/>
            <p:nvPr/>
          </p:nvSpPr>
          <p:spPr>
            <a:xfrm>
              <a:off x="6705006" y="4512975"/>
              <a:ext cx="104437" cy="59254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54"/>
            <p:cNvSpPr/>
            <p:nvPr/>
          </p:nvSpPr>
          <p:spPr>
            <a:xfrm>
              <a:off x="6733741" y="4208186"/>
              <a:ext cx="75702" cy="42013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54"/>
            <p:cNvSpPr/>
            <p:nvPr/>
          </p:nvSpPr>
          <p:spPr>
            <a:xfrm>
              <a:off x="6707978" y="4273583"/>
              <a:ext cx="102852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54"/>
            <p:cNvSpPr/>
            <p:nvPr/>
          </p:nvSpPr>
          <p:spPr>
            <a:xfrm>
              <a:off x="6636636" y="4417654"/>
              <a:ext cx="201145" cy="114742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54"/>
            <p:cNvSpPr/>
            <p:nvPr/>
          </p:nvSpPr>
          <p:spPr>
            <a:xfrm>
              <a:off x="6757918" y="4323522"/>
              <a:ext cx="105428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54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54"/>
            <p:cNvSpPr/>
            <p:nvPr/>
          </p:nvSpPr>
          <p:spPr>
            <a:xfrm>
              <a:off x="6773375" y="4552807"/>
              <a:ext cx="104437" cy="59452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54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54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54"/>
            <p:cNvSpPr/>
            <p:nvPr/>
          </p:nvSpPr>
          <p:spPr>
            <a:xfrm>
              <a:off x="6827674" y="4283491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54"/>
            <p:cNvSpPr/>
            <p:nvPr/>
          </p:nvSpPr>
          <p:spPr>
            <a:xfrm>
              <a:off x="6873056" y="4129710"/>
              <a:ext cx="73126" cy="40824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54"/>
            <p:cNvSpPr/>
            <p:nvPr/>
          </p:nvSpPr>
          <p:spPr>
            <a:xfrm>
              <a:off x="6776348" y="4434697"/>
              <a:ext cx="169834" cy="96312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54"/>
            <p:cNvSpPr/>
            <p:nvPr/>
          </p:nvSpPr>
          <p:spPr>
            <a:xfrm>
              <a:off x="6844717" y="4192332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54"/>
            <p:cNvSpPr/>
            <p:nvPr/>
          </p:nvSpPr>
          <p:spPr>
            <a:xfrm>
              <a:off x="6844717" y="4511587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54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54"/>
            <p:cNvSpPr/>
            <p:nvPr/>
          </p:nvSpPr>
          <p:spPr>
            <a:xfrm>
              <a:off x="6894656" y="4242271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54"/>
            <p:cNvSpPr/>
            <p:nvPr/>
          </p:nvSpPr>
          <p:spPr>
            <a:xfrm>
              <a:off x="6917248" y="4155472"/>
              <a:ext cx="97303" cy="53507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54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54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54"/>
            <p:cNvSpPr/>
            <p:nvPr/>
          </p:nvSpPr>
          <p:spPr>
            <a:xfrm>
              <a:off x="6915861" y="4474529"/>
              <a:ext cx="98690" cy="54894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54"/>
            <p:cNvSpPr/>
            <p:nvPr/>
          </p:nvSpPr>
          <p:spPr>
            <a:xfrm>
              <a:off x="6941425" y="4297958"/>
              <a:ext cx="104239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54"/>
            <p:cNvSpPr/>
            <p:nvPr/>
          </p:nvSpPr>
          <p:spPr>
            <a:xfrm>
              <a:off x="6967187" y="4205213"/>
              <a:ext cx="99879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54"/>
            <p:cNvSpPr/>
            <p:nvPr/>
          </p:nvSpPr>
          <p:spPr>
            <a:xfrm>
              <a:off x="7007218" y="4051432"/>
              <a:ext cx="75702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54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54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54"/>
            <p:cNvSpPr/>
            <p:nvPr/>
          </p:nvSpPr>
          <p:spPr>
            <a:xfrm>
              <a:off x="6980069" y="4353446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54"/>
            <p:cNvSpPr/>
            <p:nvPr/>
          </p:nvSpPr>
          <p:spPr>
            <a:xfrm>
              <a:off x="7014352" y="4260701"/>
              <a:ext cx="95519" cy="53705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54"/>
            <p:cNvSpPr/>
            <p:nvPr/>
          </p:nvSpPr>
          <p:spPr>
            <a:xfrm>
              <a:off x="7031395" y="4165381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54"/>
            <p:cNvSpPr/>
            <p:nvPr/>
          </p:nvSpPr>
          <p:spPr>
            <a:xfrm>
              <a:off x="7052600" y="4316388"/>
              <a:ext cx="96906" cy="54894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54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54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54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54"/>
            <p:cNvSpPr/>
            <p:nvPr/>
          </p:nvSpPr>
          <p:spPr>
            <a:xfrm>
              <a:off x="7099765" y="4125350"/>
              <a:ext cx="104239" cy="59452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54"/>
            <p:cNvSpPr/>
            <p:nvPr/>
          </p:nvSpPr>
          <p:spPr>
            <a:xfrm>
              <a:off x="7116807" y="427655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54"/>
            <p:cNvSpPr/>
            <p:nvPr/>
          </p:nvSpPr>
          <p:spPr>
            <a:xfrm>
              <a:off x="7118195" y="4034389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54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54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54"/>
            <p:cNvSpPr/>
            <p:nvPr/>
          </p:nvSpPr>
          <p:spPr>
            <a:xfrm>
              <a:off x="7168134" y="4084328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54"/>
            <p:cNvSpPr/>
            <p:nvPr/>
          </p:nvSpPr>
          <p:spPr>
            <a:xfrm>
              <a:off x="7185177" y="4237713"/>
              <a:ext cx="101068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54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54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54"/>
            <p:cNvSpPr/>
            <p:nvPr/>
          </p:nvSpPr>
          <p:spPr>
            <a:xfrm>
              <a:off x="7214903" y="4139816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54"/>
            <p:cNvSpPr/>
            <p:nvPr/>
          </p:nvSpPr>
          <p:spPr>
            <a:xfrm>
              <a:off x="7239278" y="4045288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54"/>
            <p:cNvSpPr/>
            <p:nvPr/>
          </p:nvSpPr>
          <p:spPr>
            <a:xfrm>
              <a:off x="7253546" y="4195305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54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54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54"/>
            <p:cNvSpPr/>
            <p:nvPr/>
          </p:nvSpPr>
          <p:spPr>
            <a:xfrm>
              <a:off x="7286046" y="4099786"/>
              <a:ext cx="101464" cy="56876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54"/>
            <p:cNvSpPr/>
            <p:nvPr/>
          </p:nvSpPr>
          <p:spPr>
            <a:xfrm>
              <a:off x="7307647" y="4005456"/>
              <a:ext cx="105428" cy="58065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54"/>
            <p:cNvSpPr/>
            <p:nvPr/>
          </p:nvSpPr>
          <p:spPr>
            <a:xfrm>
              <a:off x="7324690" y="4156859"/>
              <a:ext cx="102852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54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54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54"/>
            <p:cNvSpPr/>
            <p:nvPr/>
          </p:nvSpPr>
          <p:spPr>
            <a:xfrm>
              <a:off x="7354416" y="405995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54"/>
            <p:cNvSpPr/>
            <p:nvPr/>
          </p:nvSpPr>
          <p:spPr>
            <a:xfrm>
              <a:off x="7377404" y="396602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54"/>
            <p:cNvSpPr/>
            <p:nvPr/>
          </p:nvSpPr>
          <p:spPr>
            <a:xfrm>
              <a:off x="7048438" y="4202241"/>
              <a:ext cx="437565" cy="250292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54"/>
            <p:cNvSpPr/>
            <p:nvPr/>
          </p:nvSpPr>
          <p:spPr>
            <a:xfrm>
              <a:off x="7393059" y="4116829"/>
              <a:ext cx="104239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54"/>
            <p:cNvSpPr/>
            <p:nvPr/>
          </p:nvSpPr>
          <p:spPr>
            <a:xfrm>
              <a:off x="7395834" y="3874860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54"/>
            <p:cNvSpPr/>
            <p:nvPr/>
          </p:nvSpPr>
          <p:spPr>
            <a:xfrm>
              <a:off x="7424569" y="3806491"/>
              <a:ext cx="81251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54"/>
            <p:cNvSpPr/>
            <p:nvPr/>
          </p:nvSpPr>
          <p:spPr>
            <a:xfrm>
              <a:off x="7424569" y="4021508"/>
              <a:ext cx="99681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54"/>
            <p:cNvSpPr/>
            <p:nvPr/>
          </p:nvSpPr>
          <p:spPr>
            <a:xfrm>
              <a:off x="7444386" y="3924602"/>
              <a:ext cx="108599" cy="60641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54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54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54"/>
            <p:cNvSpPr/>
            <p:nvPr/>
          </p:nvSpPr>
          <p:spPr>
            <a:xfrm>
              <a:off x="7467374" y="3832055"/>
              <a:ext cx="106815" cy="59254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54"/>
            <p:cNvSpPr/>
            <p:nvPr/>
          </p:nvSpPr>
          <p:spPr>
            <a:xfrm>
              <a:off x="7492938" y="398009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54"/>
            <p:cNvSpPr/>
            <p:nvPr/>
          </p:nvSpPr>
          <p:spPr>
            <a:xfrm>
              <a:off x="7521277" y="412257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54"/>
            <p:cNvSpPr/>
            <p:nvPr/>
          </p:nvSpPr>
          <p:spPr>
            <a:xfrm>
              <a:off x="7529798" y="4035776"/>
              <a:ext cx="107013" cy="59254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54"/>
            <p:cNvSpPr/>
            <p:nvPr/>
          </p:nvSpPr>
          <p:spPr>
            <a:xfrm>
              <a:off x="7516917" y="3870699"/>
              <a:ext cx="128416" cy="73324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54"/>
            <p:cNvSpPr/>
            <p:nvPr/>
          </p:nvSpPr>
          <p:spPr>
            <a:xfrm>
              <a:off x="7589646" y="408274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54"/>
            <p:cNvSpPr/>
            <p:nvPr/>
          </p:nvSpPr>
          <p:spPr>
            <a:xfrm>
              <a:off x="7564082" y="3911720"/>
              <a:ext cx="149620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54"/>
            <p:cNvSpPr/>
            <p:nvPr/>
          </p:nvSpPr>
          <p:spPr>
            <a:xfrm>
              <a:off x="7658015" y="4041523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54"/>
            <p:cNvSpPr/>
            <p:nvPr/>
          </p:nvSpPr>
          <p:spPr>
            <a:xfrm>
              <a:off x="7602329" y="3951751"/>
              <a:ext cx="179742" cy="101861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54"/>
            <p:cNvSpPr/>
            <p:nvPr/>
          </p:nvSpPr>
          <p:spPr>
            <a:xfrm>
              <a:off x="7729159" y="3991584"/>
              <a:ext cx="121282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54"/>
            <p:cNvSpPr/>
            <p:nvPr/>
          </p:nvSpPr>
          <p:spPr>
            <a:xfrm>
              <a:off x="7913063" y="4017544"/>
              <a:ext cx="198" cy="1585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54"/>
            <p:cNvSpPr/>
            <p:nvPr/>
          </p:nvSpPr>
          <p:spPr>
            <a:xfrm>
              <a:off x="6317579" y="4021706"/>
              <a:ext cx="1595685" cy="700143"/>
            </a:xfrm>
            <a:custGeom>
              <a:rect b="b" l="l" r="r" t="t"/>
              <a:pathLst>
                <a:path extrusionOk="0" h="3533" w="8052">
                  <a:moveTo>
                    <a:pt x="8052" y="1"/>
                  </a:moveTo>
                  <a:cubicBezTo>
                    <a:pt x="8045" y="52"/>
                    <a:pt x="8015" y="95"/>
                    <a:pt x="7950" y="130"/>
                  </a:cubicBezTo>
                  <a:lnTo>
                    <a:pt x="2416" y="3321"/>
                  </a:lnTo>
                  <a:cubicBezTo>
                    <a:pt x="2351" y="3358"/>
                    <a:pt x="2265" y="3376"/>
                    <a:pt x="2178" y="3376"/>
                  </a:cubicBezTo>
                  <a:cubicBezTo>
                    <a:pt x="2092" y="3376"/>
                    <a:pt x="2006" y="3358"/>
                    <a:pt x="1941" y="3321"/>
                  </a:cubicBezTo>
                  <a:lnTo>
                    <a:pt x="101" y="2252"/>
                  </a:lnTo>
                  <a:cubicBezTo>
                    <a:pt x="37" y="2216"/>
                    <a:pt x="1" y="2166"/>
                    <a:pt x="1" y="2122"/>
                  </a:cubicBezTo>
                  <a:lnTo>
                    <a:pt x="1" y="2266"/>
                  </a:lnTo>
                  <a:cubicBezTo>
                    <a:pt x="1" y="2316"/>
                    <a:pt x="30" y="2366"/>
                    <a:pt x="101" y="2402"/>
                  </a:cubicBezTo>
                  <a:lnTo>
                    <a:pt x="1941" y="3473"/>
                  </a:lnTo>
                  <a:cubicBezTo>
                    <a:pt x="2006" y="3513"/>
                    <a:pt x="2092" y="3533"/>
                    <a:pt x="2178" y="3533"/>
                  </a:cubicBezTo>
                  <a:cubicBezTo>
                    <a:pt x="2265" y="3533"/>
                    <a:pt x="2351" y="3513"/>
                    <a:pt x="2416" y="3473"/>
                  </a:cubicBezTo>
                  <a:lnTo>
                    <a:pt x="7950" y="289"/>
                  </a:lnTo>
                  <a:cubicBezTo>
                    <a:pt x="8009" y="252"/>
                    <a:pt x="8045" y="209"/>
                    <a:pt x="8052" y="159"/>
                  </a:cubicBezTo>
                  <a:lnTo>
                    <a:pt x="8052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54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54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54"/>
            <p:cNvSpPr/>
            <p:nvPr/>
          </p:nvSpPr>
          <p:spPr>
            <a:xfrm>
              <a:off x="6422809" y="4434697"/>
              <a:ext cx="108599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54"/>
            <p:cNvSpPr/>
            <p:nvPr/>
          </p:nvSpPr>
          <p:spPr>
            <a:xfrm>
              <a:off x="6491178" y="4473142"/>
              <a:ext cx="111373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54"/>
            <p:cNvSpPr/>
            <p:nvPr/>
          </p:nvSpPr>
          <p:spPr>
            <a:xfrm>
              <a:off x="6522687" y="4327684"/>
              <a:ext cx="79864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54"/>
            <p:cNvSpPr/>
            <p:nvPr/>
          </p:nvSpPr>
          <p:spPr>
            <a:xfrm>
              <a:off x="6562718" y="4514362"/>
              <a:ext cx="106815" cy="60641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54"/>
            <p:cNvSpPr/>
            <p:nvPr/>
          </p:nvSpPr>
          <p:spPr>
            <a:xfrm>
              <a:off x="6498510" y="4353446"/>
              <a:ext cx="172410" cy="97699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54"/>
            <p:cNvSpPr/>
            <p:nvPr/>
          </p:nvSpPr>
          <p:spPr>
            <a:xfrm>
              <a:off x="6593831" y="4287851"/>
              <a:ext cx="78873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54"/>
            <p:cNvSpPr/>
            <p:nvPr/>
          </p:nvSpPr>
          <p:spPr>
            <a:xfrm>
              <a:off x="6565493" y="4403187"/>
              <a:ext cx="158340" cy="89376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54"/>
            <p:cNvSpPr/>
            <p:nvPr/>
          </p:nvSpPr>
          <p:spPr>
            <a:xfrm>
              <a:off x="6629700" y="4554393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54"/>
            <p:cNvSpPr/>
            <p:nvPr/>
          </p:nvSpPr>
          <p:spPr>
            <a:xfrm>
              <a:off x="6638222" y="431341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54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54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54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54"/>
            <p:cNvSpPr/>
            <p:nvPr/>
          </p:nvSpPr>
          <p:spPr>
            <a:xfrm>
              <a:off x="6705006" y="4512975"/>
              <a:ext cx="104437" cy="59254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54"/>
            <p:cNvSpPr/>
            <p:nvPr/>
          </p:nvSpPr>
          <p:spPr>
            <a:xfrm>
              <a:off x="6733741" y="4208186"/>
              <a:ext cx="75702" cy="42013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54"/>
            <p:cNvSpPr/>
            <p:nvPr/>
          </p:nvSpPr>
          <p:spPr>
            <a:xfrm>
              <a:off x="6707978" y="4273583"/>
              <a:ext cx="102852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54"/>
            <p:cNvSpPr/>
            <p:nvPr/>
          </p:nvSpPr>
          <p:spPr>
            <a:xfrm>
              <a:off x="6636636" y="4417654"/>
              <a:ext cx="201145" cy="114742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54"/>
            <p:cNvSpPr/>
            <p:nvPr/>
          </p:nvSpPr>
          <p:spPr>
            <a:xfrm>
              <a:off x="6757918" y="4323522"/>
              <a:ext cx="105428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54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54"/>
            <p:cNvSpPr/>
            <p:nvPr/>
          </p:nvSpPr>
          <p:spPr>
            <a:xfrm>
              <a:off x="6773375" y="4552807"/>
              <a:ext cx="104437" cy="59452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54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54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54"/>
            <p:cNvSpPr/>
            <p:nvPr/>
          </p:nvSpPr>
          <p:spPr>
            <a:xfrm>
              <a:off x="6827674" y="4283491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54"/>
            <p:cNvSpPr/>
            <p:nvPr/>
          </p:nvSpPr>
          <p:spPr>
            <a:xfrm>
              <a:off x="6873056" y="4129710"/>
              <a:ext cx="73126" cy="40824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54"/>
            <p:cNvSpPr/>
            <p:nvPr/>
          </p:nvSpPr>
          <p:spPr>
            <a:xfrm>
              <a:off x="6776348" y="4434697"/>
              <a:ext cx="169834" cy="96312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54"/>
            <p:cNvSpPr/>
            <p:nvPr/>
          </p:nvSpPr>
          <p:spPr>
            <a:xfrm>
              <a:off x="6844717" y="4192332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54"/>
            <p:cNvSpPr/>
            <p:nvPr/>
          </p:nvSpPr>
          <p:spPr>
            <a:xfrm>
              <a:off x="6844717" y="4511587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54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54"/>
            <p:cNvSpPr/>
            <p:nvPr/>
          </p:nvSpPr>
          <p:spPr>
            <a:xfrm>
              <a:off x="6894656" y="4242271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54"/>
            <p:cNvSpPr/>
            <p:nvPr/>
          </p:nvSpPr>
          <p:spPr>
            <a:xfrm>
              <a:off x="6917248" y="4155472"/>
              <a:ext cx="97303" cy="53507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54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54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54"/>
            <p:cNvSpPr/>
            <p:nvPr/>
          </p:nvSpPr>
          <p:spPr>
            <a:xfrm>
              <a:off x="6915861" y="4474529"/>
              <a:ext cx="98690" cy="54894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54"/>
            <p:cNvSpPr/>
            <p:nvPr/>
          </p:nvSpPr>
          <p:spPr>
            <a:xfrm>
              <a:off x="6941425" y="4297958"/>
              <a:ext cx="104239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54"/>
            <p:cNvSpPr/>
            <p:nvPr/>
          </p:nvSpPr>
          <p:spPr>
            <a:xfrm>
              <a:off x="6967187" y="4205213"/>
              <a:ext cx="99879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54"/>
            <p:cNvSpPr/>
            <p:nvPr/>
          </p:nvSpPr>
          <p:spPr>
            <a:xfrm>
              <a:off x="7007218" y="4051432"/>
              <a:ext cx="75702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54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54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54"/>
            <p:cNvSpPr/>
            <p:nvPr/>
          </p:nvSpPr>
          <p:spPr>
            <a:xfrm>
              <a:off x="6980069" y="4353446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54"/>
            <p:cNvSpPr/>
            <p:nvPr/>
          </p:nvSpPr>
          <p:spPr>
            <a:xfrm>
              <a:off x="7014352" y="4260701"/>
              <a:ext cx="95519" cy="53705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54"/>
            <p:cNvSpPr/>
            <p:nvPr/>
          </p:nvSpPr>
          <p:spPr>
            <a:xfrm>
              <a:off x="7031395" y="4165381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54"/>
            <p:cNvSpPr/>
            <p:nvPr/>
          </p:nvSpPr>
          <p:spPr>
            <a:xfrm>
              <a:off x="7052600" y="4316388"/>
              <a:ext cx="96906" cy="54894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54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54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54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54"/>
            <p:cNvSpPr/>
            <p:nvPr/>
          </p:nvSpPr>
          <p:spPr>
            <a:xfrm>
              <a:off x="7099765" y="4125350"/>
              <a:ext cx="104239" cy="59452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54"/>
            <p:cNvSpPr/>
            <p:nvPr/>
          </p:nvSpPr>
          <p:spPr>
            <a:xfrm>
              <a:off x="7116807" y="427655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54"/>
            <p:cNvSpPr/>
            <p:nvPr/>
          </p:nvSpPr>
          <p:spPr>
            <a:xfrm>
              <a:off x="7118195" y="4034389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54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54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54"/>
            <p:cNvSpPr/>
            <p:nvPr/>
          </p:nvSpPr>
          <p:spPr>
            <a:xfrm>
              <a:off x="7168134" y="4084328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54"/>
            <p:cNvSpPr/>
            <p:nvPr/>
          </p:nvSpPr>
          <p:spPr>
            <a:xfrm>
              <a:off x="7185177" y="4237713"/>
              <a:ext cx="101068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54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54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54"/>
            <p:cNvSpPr/>
            <p:nvPr/>
          </p:nvSpPr>
          <p:spPr>
            <a:xfrm>
              <a:off x="7214903" y="4139816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54"/>
            <p:cNvSpPr/>
            <p:nvPr/>
          </p:nvSpPr>
          <p:spPr>
            <a:xfrm>
              <a:off x="7239278" y="4045288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54"/>
            <p:cNvSpPr/>
            <p:nvPr/>
          </p:nvSpPr>
          <p:spPr>
            <a:xfrm>
              <a:off x="7253546" y="4195305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54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54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54"/>
            <p:cNvSpPr/>
            <p:nvPr/>
          </p:nvSpPr>
          <p:spPr>
            <a:xfrm>
              <a:off x="7286046" y="4099786"/>
              <a:ext cx="101464" cy="56876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54"/>
            <p:cNvSpPr/>
            <p:nvPr/>
          </p:nvSpPr>
          <p:spPr>
            <a:xfrm>
              <a:off x="7307647" y="4005456"/>
              <a:ext cx="105428" cy="58065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54"/>
            <p:cNvSpPr/>
            <p:nvPr/>
          </p:nvSpPr>
          <p:spPr>
            <a:xfrm>
              <a:off x="7324690" y="4156859"/>
              <a:ext cx="102852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54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54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54"/>
            <p:cNvSpPr/>
            <p:nvPr/>
          </p:nvSpPr>
          <p:spPr>
            <a:xfrm>
              <a:off x="7354416" y="405995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54"/>
            <p:cNvSpPr/>
            <p:nvPr/>
          </p:nvSpPr>
          <p:spPr>
            <a:xfrm>
              <a:off x="7377404" y="396602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54"/>
            <p:cNvSpPr/>
            <p:nvPr/>
          </p:nvSpPr>
          <p:spPr>
            <a:xfrm>
              <a:off x="7048438" y="4202241"/>
              <a:ext cx="437565" cy="250292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54"/>
            <p:cNvSpPr/>
            <p:nvPr/>
          </p:nvSpPr>
          <p:spPr>
            <a:xfrm>
              <a:off x="7393059" y="4116829"/>
              <a:ext cx="104239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54"/>
            <p:cNvSpPr/>
            <p:nvPr/>
          </p:nvSpPr>
          <p:spPr>
            <a:xfrm>
              <a:off x="7395834" y="3874860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54"/>
            <p:cNvSpPr/>
            <p:nvPr/>
          </p:nvSpPr>
          <p:spPr>
            <a:xfrm>
              <a:off x="7424569" y="3806491"/>
              <a:ext cx="81251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54"/>
            <p:cNvSpPr/>
            <p:nvPr/>
          </p:nvSpPr>
          <p:spPr>
            <a:xfrm>
              <a:off x="7424569" y="4021508"/>
              <a:ext cx="99681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54"/>
            <p:cNvSpPr/>
            <p:nvPr/>
          </p:nvSpPr>
          <p:spPr>
            <a:xfrm>
              <a:off x="7444386" y="3924602"/>
              <a:ext cx="108599" cy="60641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54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54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54"/>
            <p:cNvSpPr/>
            <p:nvPr/>
          </p:nvSpPr>
          <p:spPr>
            <a:xfrm>
              <a:off x="7467374" y="3832055"/>
              <a:ext cx="106815" cy="59254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54"/>
            <p:cNvSpPr/>
            <p:nvPr/>
          </p:nvSpPr>
          <p:spPr>
            <a:xfrm>
              <a:off x="7492938" y="398009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54"/>
            <p:cNvSpPr/>
            <p:nvPr/>
          </p:nvSpPr>
          <p:spPr>
            <a:xfrm>
              <a:off x="7521277" y="412257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54"/>
            <p:cNvSpPr/>
            <p:nvPr/>
          </p:nvSpPr>
          <p:spPr>
            <a:xfrm>
              <a:off x="7529798" y="4035776"/>
              <a:ext cx="107013" cy="59254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54"/>
            <p:cNvSpPr/>
            <p:nvPr/>
          </p:nvSpPr>
          <p:spPr>
            <a:xfrm>
              <a:off x="7516917" y="3870699"/>
              <a:ext cx="128416" cy="73324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54"/>
            <p:cNvSpPr/>
            <p:nvPr/>
          </p:nvSpPr>
          <p:spPr>
            <a:xfrm>
              <a:off x="7589646" y="408274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54"/>
            <p:cNvSpPr/>
            <p:nvPr/>
          </p:nvSpPr>
          <p:spPr>
            <a:xfrm>
              <a:off x="7564082" y="3911720"/>
              <a:ext cx="149620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54"/>
            <p:cNvSpPr/>
            <p:nvPr/>
          </p:nvSpPr>
          <p:spPr>
            <a:xfrm>
              <a:off x="7658015" y="4041523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54"/>
            <p:cNvSpPr/>
            <p:nvPr/>
          </p:nvSpPr>
          <p:spPr>
            <a:xfrm>
              <a:off x="7602329" y="3951751"/>
              <a:ext cx="179742" cy="101861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54"/>
            <p:cNvSpPr/>
            <p:nvPr/>
          </p:nvSpPr>
          <p:spPr>
            <a:xfrm>
              <a:off x="7729159" y="3991584"/>
              <a:ext cx="121282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54"/>
            <p:cNvSpPr/>
            <p:nvPr/>
          </p:nvSpPr>
          <p:spPr>
            <a:xfrm>
              <a:off x="6844717" y="4511587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54"/>
            <p:cNvSpPr/>
            <p:nvPr/>
          </p:nvSpPr>
          <p:spPr>
            <a:xfrm>
              <a:off x="6705006" y="4512975"/>
              <a:ext cx="104437" cy="59254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54"/>
            <p:cNvSpPr/>
            <p:nvPr/>
          </p:nvSpPr>
          <p:spPr>
            <a:xfrm>
              <a:off x="6773375" y="4552807"/>
              <a:ext cx="104437" cy="59452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54"/>
            <p:cNvSpPr/>
            <p:nvPr/>
          </p:nvSpPr>
          <p:spPr>
            <a:xfrm>
              <a:off x="6776348" y="4434697"/>
              <a:ext cx="169834" cy="96312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54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54"/>
            <p:cNvSpPr/>
            <p:nvPr/>
          </p:nvSpPr>
          <p:spPr>
            <a:xfrm>
              <a:off x="6827674" y="4283491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54"/>
            <p:cNvSpPr/>
            <p:nvPr/>
          </p:nvSpPr>
          <p:spPr>
            <a:xfrm>
              <a:off x="6757918" y="4323522"/>
              <a:ext cx="105428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54"/>
            <p:cNvSpPr/>
            <p:nvPr/>
          </p:nvSpPr>
          <p:spPr>
            <a:xfrm>
              <a:off x="6873056" y="4129710"/>
              <a:ext cx="73126" cy="40824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54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54"/>
            <p:cNvSpPr/>
            <p:nvPr/>
          </p:nvSpPr>
          <p:spPr>
            <a:xfrm>
              <a:off x="6844717" y="4192332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54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54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54"/>
            <p:cNvSpPr/>
            <p:nvPr/>
          </p:nvSpPr>
          <p:spPr>
            <a:xfrm>
              <a:off x="7377404" y="396602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54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54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54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54"/>
            <p:cNvSpPr/>
            <p:nvPr/>
          </p:nvSpPr>
          <p:spPr>
            <a:xfrm>
              <a:off x="7007218" y="4051432"/>
              <a:ext cx="75702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54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54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54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54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54"/>
            <p:cNvSpPr/>
            <p:nvPr/>
          </p:nvSpPr>
          <p:spPr>
            <a:xfrm>
              <a:off x="7118195" y="4034389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54"/>
            <p:cNvSpPr/>
            <p:nvPr/>
          </p:nvSpPr>
          <p:spPr>
            <a:xfrm>
              <a:off x="7492938" y="398009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54"/>
            <p:cNvSpPr/>
            <p:nvPr/>
          </p:nvSpPr>
          <p:spPr>
            <a:xfrm>
              <a:off x="7424569" y="4021508"/>
              <a:ext cx="99681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54"/>
            <p:cNvSpPr/>
            <p:nvPr/>
          </p:nvSpPr>
          <p:spPr>
            <a:xfrm>
              <a:off x="7307647" y="4005456"/>
              <a:ext cx="105428" cy="58065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54"/>
            <p:cNvSpPr/>
            <p:nvPr/>
          </p:nvSpPr>
          <p:spPr>
            <a:xfrm>
              <a:off x="7239278" y="4045288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54"/>
            <p:cNvSpPr/>
            <p:nvPr/>
          </p:nvSpPr>
          <p:spPr>
            <a:xfrm>
              <a:off x="7168134" y="4084328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54"/>
            <p:cNvSpPr/>
            <p:nvPr/>
          </p:nvSpPr>
          <p:spPr>
            <a:xfrm>
              <a:off x="7286046" y="4099786"/>
              <a:ext cx="101464" cy="56876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54"/>
            <p:cNvSpPr/>
            <p:nvPr/>
          </p:nvSpPr>
          <p:spPr>
            <a:xfrm>
              <a:off x="7099765" y="4125350"/>
              <a:ext cx="104239" cy="59452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54"/>
            <p:cNvSpPr/>
            <p:nvPr/>
          </p:nvSpPr>
          <p:spPr>
            <a:xfrm>
              <a:off x="7214903" y="4139816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54"/>
            <p:cNvSpPr/>
            <p:nvPr/>
          </p:nvSpPr>
          <p:spPr>
            <a:xfrm>
              <a:off x="7324690" y="4156859"/>
              <a:ext cx="102852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54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54"/>
            <p:cNvSpPr/>
            <p:nvPr/>
          </p:nvSpPr>
          <p:spPr>
            <a:xfrm>
              <a:off x="7031395" y="4165381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54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54"/>
            <p:cNvSpPr/>
            <p:nvPr/>
          </p:nvSpPr>
          <p:spPr>
            <a:xfrm>
              <a:off x="7253546" y="4195305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54"/>
            <p:cNvSpPr/>
            <p:nvPr/>
          </p:nvSpPr>
          <p:spPr>
            <a:xfrm>
              <a:off x="6967187" y="4205213"/>
              <a:ext cx="99879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54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54"/>
            <p:cNvSpPr/>
            <p:nvPr/>
          </p:nvSpPr>
          <p:spPr>
            <a:xfrm>
              <a:off x="7185177" y="4237713"/>
              <a:ext cx="101068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54"/>
            <p:cNvSpPr/>
            <p:nvPr/>
          </p:nvSpPr>
          <p:spPr>
            <a:xfrm>
              <a:off x="6894656" y="4242271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54"/>
            <p:cNvSpPr/>
            <p:nvPr/>
          </p:nvSpPr>
          <p:spPr>
            <a:xfrm>
              <a:off x="7014352" y="4260701"/>
              <a:ext cx="95519" cy="53705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54"/>
            <p:cNvSpPr/>
            <p:nvPr/>
          </p:nvSpPr>
          <p:spPr>
            <a:xfrm>
              <a:off x="7116807" y="427655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54"/>
            <p:cNvSpPr/>
            <p:nvPr/>
          </p:nvSpPr>
          <p:spPr>
            <a:xfrm>
              <a:off x="6941425" y="4297958"/>
              <a:ext cx="104239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54"/>
            <p:cNvSpPr/>
            <p:nvPr/>
          </p:nvSpPr>
          <p:spPr>
            <a:xfrm>
              <a:off x="7052600" y="4316388"/>
              <a:ext cx="96906" cy="54894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54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54"/>
            <p:cNvSpPr/>
            <p:nvPr/>
          </p:nvSpPr>
          <p:spPr>
            <a:xfrm>
              <a:off x="6980069" y="4353446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54"/>
            <p:cNvSpPr/>
            <p:nvPr/>
          </p:nvSpPr>
          <p:spPr>
            <a:xfrm>
              <a:off x="7048438" y="4202241"/>
              <a:ext cx="437565" cy="250292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54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54"/>
            <p:cNvSpPr/>
            <p:nvPr/>
          </p:nvSpPr>
          <p:spPr>
            <a:xfrm>
              <a:off x="6915861" y="4474529"/>
              <a:ext cx="98690" cy="54894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54"/>
            <p:cNvSpPr/>
            <p:nvPr/>
          </p:nvSpPr>
          <p:spPr>
            <a:xfrm>
              <a:off x="7521277" y="412257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54"/>
            <p:cNvSpPr/>
            <p:nvPr/>
          </p:nvSpPr>
          <p:spPr>
            <a:xfrm>
              <a:off x="7589646" y="408274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54"/>
            <p:cNvSpPr/>
            <p:nvPr/>
          </p:nvSpPr>
          <p:spPr>
            <a:xfrm>
              <a:off x="7658015" y="4041523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54"/>
            <p:cNvSpPr/>
            <p:nvPr/>
          </p:nvSpPr>
          <p:spPr>
            <a:xfrm>
              <a:off x="6562718" y="4514362"/>
              <a:ext cx="106815" cy="60641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54"/>
            <p:cNvSpPr/>
            <p:nvPr/>
          </p:nvSpPr>
          <p:spPr>
            <a:xfrm>
              <a:off x="6629700" y="4554393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54"/>
            <p:cNvSpPr/>
            <p:nvPr/>
          </p:nvSpPr>
          <p:spPr>
            <a:xfrm>
              <a:off x="7393059" y="4116829"/>
              <a:ext cx="104239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54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54"/>
            <p:cNvSpPr/>
            <p:nvPr/>
          </p:nvSpPr>
          <p:spPr>
            <a:xfrm>
              <a:off x="7424569" y="3806491"/>
              <a:ext cx="81251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54"/>
            <p:cNvSpPr/>
            <p:nvPr/>
          </p:nvSpPr>
          <p:spPr>
            <a:xfrm>
              <a:off x="7467374" y="3832055"/>
              <a:ext cx="106815" cy="59254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54"/>
            <p:cNvSpPr/>
            <p:nvPr/>
          </p:nvSpPr>
          <p:spPr>
            <a:xfrm>
              <a:off x="7395834" y="3874860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54"/>
            <p:cNvSpPr/>
            <p:nvPr/>
          </p:nvSpPr>
          <p:spPr>
            <a:xfrm>
              <a:off x="7516917" y="3870699"/>
              <a:ext cx="128416" cy="73324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54"/>
            <p:cNvSpPr/>
            <p:nvPr/>
          </p:nvSpPr>
          <p:spPr>
            <a:xfrm>
              <a:off x="7444386" y="3924602"/>
              <a:ext cx="108599" cy="60641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54"/>
            <p:cNvSpPr/>
            <p:nvPr/>
          </p:nvSpPr>
          <p:spPr>
            <a:xfrm>
              <a:off x="7564082" y="3911720"/>
              <a:ext cx="149620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54"/>
            <p:cNvSpPr/>
            <p:nvPr/>
          </p:nvSpPr>
          <p:spPr>
            <a:xfrm>
              <a:off x="7729159" y="3991584"/>
              <a:ext cx="121282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54"/>
            <p:cNvSpPr/>
            <p:nvPr/>
          </p:nvSpPr>
          <p:spPr>
            <a:xfrm>
              <a:off x="7602329" y="3951751"/>
              <a:ext cx="179742" cy="101861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54"/>
            <p:cNvSpPr/>
            <p:nvPr/>
          </p:nvSpPr>
          <p:spPr>
            <a:xfrm>
              <a:off x="7529798" y="4035776"/>
              <a:ext cx="107013" cy="59254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54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54"/>
            <p:cNvSpPr/>
            <p:nvPr/>
          </p:nvSpPr>
          <p:spPr>
            <a:xfrm>
              <a:off x="6565493" y="4403187"/>
              <a:ext cx="158340" cy="89376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54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54"/>
            <p:cNvSpPr/>
            <p:nvPr/>
          </p:nvSpPr>
          <p:spPr>
            <a:xfrm>
              <a:off x="6636636" y="4417654"/>
              <a:ext cx="201145" cy="114742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54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54"/>
            <p:cNvSpPr/>
            <p:nvPr/>
          </p:nvSpPr>
          <p:spPr>
            <a:xfrm>
              <a:off x="7354416" y="405995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54"/>
            <p:cNvSpPr/>
            <p:nvPr/>
          </p:nvSpPr>
          <p:spPr>
            <a:xfrm>
              <a:off x="6422809" y="4434697"/>
              <a:ext cx="108599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54"/>
            <p:cNvSpPr/>
            <p:nvPr/>
          </p:nvSpPr>
          <p:spPr>
            <a:xfrm>
              <a:off x="6491178" y="4473142"/>
              <a:ext cx="111373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54"/>
            <p:cNvSpPr/>
            <p:nvPr/>
          </p:nvSpPr>
          <p:spPr>
            <a:xfrm>
              <a:off x="6917248" y="4155472"/>
              <a:ext cx="97303" cy="53507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54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54"/>
            <p:cNvSpPr/>
            <p:nvPr/>
          </p:nvSpPr>
          <p:spPr>
            <a:xfrm>
              <a:off x="6522687" y="4327684"/>
              <a:ext cx="79864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54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54"/>
            <p:cNvSpPr/>
            <p:nvPr/>
          </p:nvSpPr>
          <p:spPr>
            <a:xfrm>
              <a:off x="6498510" y="4353446"/>
              <a:ext cx="172410" cy="97699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54"/>
            <p:cNvSpPr/>
            <p:nvPr/>
          </p:nvSpPr>
          <p:spPr>
            <a:xfrm>
              <a:off x="6593831" y="4287851"/>
              <a:ext cx="78873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54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54"/>
            <p:cNvSpPr/>
            <p:nvPr/>
          </p:nvSpPr>
          <p:spPr>
            <a:xfrm>
              <a:off x="6733741" y="4208186"/>
              <a:ext cx="75702" cy="42013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54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54"/>
            <p:cNvSpPr/>
            <p:nvPr/>
          </p:nvSpPr>
          <p:spPr>
            <a:xfrm>
              <a:off x="6707978" y="4273583"/>
              <a:ext cx="102852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54"/>
            <p:cNvSpPr/>
            <p:nvPr/>
          </p:nvSpPr>
          <p:spPr>
            <a:xfrm>
              <a:off x="6638222" y="431341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54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54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54"/>
            <p:cNvSpPr/>
            <p:nvPr/>
          </p:nvSpPr>
          <p:spPr>
            <a:xfrm>
              <a:off x="6844717" y="4511587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54"/>
            <p:cNvSpPr/>
            <p:nvPr/>
          </p:nvSpPr>
          <p:spPr>
            <a:xfrm>
              <a:off x="6705006" y="4512975"/>
              <a:ext cx="104437" cy="59254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54"/>
            <p:cNvSpPr/>
            <p:nvPr/>
          </p:nvSpPr>
          <p:spPr>
            <a:xfrm>
              <a:off x="6773375" y="4552807"/>
              <a:ext cx="104437" cy="59452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54"/>
            <p:cNvSpPr/>
            <p:nvPr/>
          </p:nvSpPr>
          <p:spPr>
            <a:xfrm>
              <a:off x="6776348" y="4434697"/>
              <a:ext cx="169834" cy="96312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54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54"/>
            <p:cNvSpPr/>
            <p:nvPr/>
          </p:nvSpPr>
          <p:spPr>
            <a:xfrm>
              <a:off x="6827674" y="4283491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54"/>
            <p:cNvSpPr/>
            <p:nvPr/>
          </p:nvSpPr>
          <p:spPr>
            <a:xfrm>
              <a:off x="6757918" y="4323522"/>
              <a:ext cx="105428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54"/>
            <p:cNvSpPr/>
            <p:nvPr/>
          </p:nvSpPr>
          <p:spPr>
            <a:xfrm>
              <a:off x="6873056" y="4129710"/>
              <a:ext cx="73126" cy="40824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54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54"/>
            <p:cNvSpPr/>
            <p:nvPr/>
          </p:nvSpPr>
          <p:spPr>
            <a:xfrm>
              <a:off x="6844717" y="4192332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54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54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54"/>
            <p:cNvSpPr/>
            <p:nvPr/>
          </p:nvSpPr>
          <p:spPr>
            <a:xfrm>
              <a:off x="7377404" y="396602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54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54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54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54"/>
            <p:cNvSpPr/>
            <p:nvPr/>
          </p:nvSpPr>
          <p:spPr>
            <a:xfrm>
              <a:off x="7007218" y="4051432"/>
              <a:ext cx="75702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54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54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54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54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54"/>
            <p:cNvSpPr/>
            <p:nvPr/>
          </p:nvSpPr>
          <p:spPr>
            <a:xfrm>
              <a:off x="7118195" y="4034389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54"/>
            <p:cNvSpPr/>
            <p:nvPr/>
          </p:nvSpPr>
          <p:spPr>
            <a:xfrm>
              <a:off x="7492938" y="3980090"/>
              <a:ext cx="104041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54"/>
            <p:cNvSpPr/>
            <p:nvPr/>
          </p:nvSpPr>
          <p:spPr>
            <a:xfrm>
              <a:off x="7424569" y="4021508"/>
              <a:ext cx="99681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54"/>
            <p:cNvSpPr/>
            <p:nvPr/>
          </p:nvSpPr>
          <p:spPr>
            <a:xfrm>
              <a:off x="7307647" y="4005456"/>
              <a:ext cx="105428" cy="58065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54"/>
            <p:cNvSpPr/>
            <p:nvPr/>
          </p:nvSpPr>
          <p:spPr>
            <a:xfrm>
              <a:off x="7239278" y="4045288"/>
              <a:ext cx="105428" cy="58263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54"/>
            <p:cNvSpPr/>
            <p:nvPr/>
          </p:nvSpPr>
          <p:spPr>
            <a:xfrm>
              <a:off x="7168134" y="4084328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54"/>
            <p:cNvSpPr/>
            <p:nvPr/>
          </p:nvSpPr>
          <p:spPr>
            <a:xfrm>
              <a:off x="7286046" y="4099786"/>
              <a:ext cx="101464" cy="56876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54"/>
            <p:cNvSpPr/>
            <p:nvPr/>
          </p:nvSpPr>
          <p:spPr>
            <a:xfrm>
              <a:off x="7099765" y="4125350"/>
              <a:ext cx="104239" cy="59452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54"/>
            <p:cNvSpPr/>
            <p:nvPr/>
          </p:nvSpPr>
          <p:spPr>
            <a:xfrm>
              <a:off x="7214903" y="4139816"/>
              <a:ext cx="104239" cy="59254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54"/>
            <p:cNvSpPr/>
            <p:nvPr/>
          </p:nvSpPr>
          <p:spPr>
            <a:xfrm>
              <a:off x="7324690" y="4156859"/>
              <a:ext cx="102852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54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54"/>
            <p:cNvSpPr/>
            <p:nvPr/>
          </p:nvSpPr>
          <p:spPr>
            <a:xfrm>
              <a:off x="7031395" y="4165381"/>
              <a:ext cx="105428" cy="59254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54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54"/>
            <p:cNvSpPr/>
            <p:nvPr/>
          </p:nvSpPr>
          <p:spPr>
            <a:xfrm>
              <a:off x="7253546" y="4195305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54"/>
            <p:cNvSpPr/>
            <p:nvPr/>
          </p:nvSpPr>
          <p:spPr>
            <a:xfrm>
              <a:off x="6967187" y="4205213"/>
              <a:ext cx="99879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54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54"/>
            <p:cNvSpPr/>
            <p:nvPr/>
          </p:nvSpPr>
          <p:spPr>
            <a:xfrm>
              <a:off x="7185177" y="4237713"/>
              <a:ext cx="101068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54"/>
            <p:cNvSpPr/>
            <p:nvPr/>
          </p:nvSpPr>
          <p:spPr>
            <a:xfrm>
              <a:off x="6894656" y="4242271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54"/>
            <p:cNvSpPr/>
            <p:nvPr/>
          </p:nvSpPr>
          <p:spPr>
            <a:xfrm>
              <a:off x="7014352" y="4260701"/>
              <a:ext cx="95519" cy="53705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54"/>
            <p:cNvSpPr/>
            <p:nvPr/>
          </p:nvSpPr>
          <p:spPr>
            <a:xfrm>
              <a:off x="7116807" y="427655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54"/>
            <p:cNvSpPr/>
            <p:nvPr/>
          </p:nvSpPr>
          <p:spPr>
            <a:xfrm>
              <a:off x="6941425" y="4297958"/>
              <a:ext cx="104239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54"/>
            <p:cNvSpPr/>
            <p:nvPr/>
          </p:nvSpPr>
          <p:spPr>
            <a:xfrm>
              <a:off x="7052600" y="4316388"/>
              <a:ext cx="96906" cy="54894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54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54"/>
            <p:cNvSpPr/>
            <p:nvPr/>
          </p:nvSpPr>
          <p:spPr>
            <a:xfrm>
              <a:off x="6980069" y="4353446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54"/>
            <p:cNvSpPr/>
            <p:nvPr/>
          </p:nvSpPr>
          <p:spPr>
            <a:xfrm>
              <a:off x="7048438" y="4202241"/>
              <a:ext cx="437565" cy="250292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54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54"/>
            <p:cNvSpPr/>
            <p:nvPr/>
          </p:nvSpPr>
          <p:spPr>
            <a:xfrm>
              <a:off x="6915861" y="4474529"/>
              <a:ext cx="98690" cy="54894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54"/>
            <p:cNvSpPr/>
            <p:nvPr/>
          </p:nvSpPr>
          <p:spPr>
            <a:xfrm>
              <a:off x="7521277" y="412257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54"/>
            <p:cNvSpPr/>
            <p:nvPr/>
          </p:nvSpPr>
          <p:spPr>
            <a:xfrm>
              <a:off x="7589646" y="408274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54"/>
            <p:cNvSpPr/>
            <p:nvPr/>
          </p:nvSpPr>
          <p:spPr>
            <a:xfrm>
              <a:off x="7658015" y="4041523"/>
              <a:ext cx="105626" cy="59254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54"/>
            <p:cNvSpPr/>
            <p:nvPr/>
          </p:nvSpPr>
          <p:spPr>
            <a:xfrm>
              <a:off x="6562718" y="4514362"/>
              <a:ext cx="106815" cy="60641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54"/>
            <p:cNvSpPr/>
            <p:nvPr/>
          </p:nvSpPr>
          <p:spPr>
            <a:xfrm>
              <a:off x="6629700" y="4554393"/>
              <a:ext cx="108202" cy="60641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54"/>
            <p:cNvSpPr/>
            <p:nvPr/>
          </p:nvSpPr>
          <p:spPr>
            <a:xfrm>
              <a:off x="7393059" y="4116829"/>
              <a:ext cx="104239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54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54"/>
            <p:cNvSpPr/>
            <p:nvPr/>
          </p:nvSpPr>
          <p:spPr>
            <a:xfrm>
              <a:off x="7424569" y="3806491"/>
              <a:ext cx="81251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54"/>
            <p:cNvSpPr/>
            <p:nvPr/>
          </p:nvSpPr>
          <p:spPr>
            <a:xfrm>
              <a:off x="7467374" y="3832055"/>
              <a:ext cx="106815" cy="59254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54"/>
            <p:cNvSpPr/>
            <p:nvPr/>
          </p:nvSpPr>
          <p:spPr>
            <a:xfrm>
              <a:off x="7395834" y="3874860"/>
              <a:ext cx="104041" cy="58065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54"/>
            <p:cNvSpPr/>
            <p:nvPr/>
          </p:nvSpPr>
          <p:spPr>
            <a:xfrm>
              <a:off x="7516917" y="3870699"/>
              <a:ext cx="128416" cy="73324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54"/>
            <p:cNvSpPr/>
            <p:nvPr/>
          </p:nvSpPr>
          <p:spPr>
            <a:xfrm>
              <a:off x="7444386" y="3924602"/>
              <a:ext cx="108599" cy="60641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54"/>
            <p:cNvSpPr/>
            <p:nvPr/>
          </p:nvSpPr>
          <p:spPr>
            <a:xfrm>
              <a:off x="7564082" y="3911720"/>
              <a:ext cx="149620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54"/>
            <p:cNvSpPr/>
            <p:nvPr/>
          </p:nvSpPr>
          <p:spPr>
            <a:xfrm>
              <a:off x="7729159" y="3991584"/>
              <a:ext cx="121282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54"/>
            <p:cNvSpPr/>
            <p:nvPr/>
          </p:nvSpPr>
          <p:spPr>
            <a:xfrm>
              <a:off x="7602329" y="3951751"/>
              <a:ext cx="179742" cy="101861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54"/>
            <p:cNvSpPr/>
            <p:nvPr/>
          </p:nvSpPr>
          <p:spPr>
            <a:xfrm>
              <a:off x="7529798" y="4035776"/>
              <a:ext cx="107013" cy="59254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54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54"/>
            <p:cNvSpPr/>
            <p:nvPr/>
          </p:nvSpPr>
          <p:spPr>
            <a:xfrm>
              <a:off x="6565493" y="4403187"/>
              <a:ext cx="158340" cy="89376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54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54"/>
            <p:cNvSpPr/>
            <p:nvPr/>
          </p:nvSpPr>
          <p:spPr>
            <a:xfrm>
              <a:off x="6636636" y="4417654"/>
              <a:ext cx="201145" cy="114742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54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54"/>
            <p:cNvSpPr/>
            <p:nvPr/>
          </p:nvSpPr>
          <p:spPr>
            <a:xfrm>
              <a:off x="7354416" y="4059953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54"/>
            <p:cNvSpPr/>
            <p:nvPr/>
          </p:nvSpPr>
          <p:spPr>
            <a:xfrm>
              <a:off x="6422809" y="4434697"/>
              <a:ext cx="108599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54"/>
            <p:cNvSpPr/>
            <p:nvPr/>
          </p:nvSpPr>
          <p:spPr>
            <a:xfrm>
              <a:off x="6491178" y="4473142"/>
              <a:ext cx="111373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54"/>
            <p:cNvSpPr/>
            <p:nvPr/>
          </p:nvSpPr>
          <p:spPr>
            <a:xfrm>
              <a:off x="6917248" y="4155472"/>
              <a:ext cx="97303" cy="53507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54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54"/>
            <p:cNvSpPr/>
            <p:nvPr/>
          </p:nvSpPr>
          <p:spPr>
            <a:xfrm>
              <a:off x="6522687" y="4327684"/>
              <a:ext cx="79864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54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54"/>
            <p:cNvSpPr/>
            <p:nvPr/>
          </p:nvSpPr>
          <p:spPr>
            <a:xfrm>
              <a:off x="6498510" y="4353446"/>
              <a:ext cx="172410" cy="97699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54"/>
            <p:cNvSpPr/>
            <p:nvPr/>
          </p:nvSpPr>
          <p:spPr>
            <a:xfrm>
              <a:off x="6593831" y="4287851"/>
              <a:ext cx="78873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54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54"/>
            <p:cNvSpPr/>
            <p:nvPr/>
          </p:nvSpPr>
          <p:spPr>
            <a:xfrm>
              <a:off x="6733741" y="4208186"/>
              <a:ext cx="75702" cy="42013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54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54"/>
            <p:cNvSpPr/>
            <p:nvPr/>
          </p:nvSpPr>
          <p:spPr>
            <a:xfrm>
              <a:off x="6707978" y="4273583"/>
              <a:ext cx="102852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54"/>
            <p:cNvSpPr/>
            <p:nvPr/>
          </p:nvSpPr>
          <p:spPr>
            <a:xfrm>
              <a:off x="6638222" y="4313415"/>
              <a:ext cx="102852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54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54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54"/>
            <p:cNvSpPr/>
            <p:nvPr/>
          </p:nvSpPr>
          <p:spPr>
            <a:xfrm>
              <a:off x="6549639" y="3853854"/>
              <a:ext cx="401894" cy="253463"/>
            </a:xfrm>
            <a:custGeom>
              <a:rect b="b" l="l" r="r" t="t"/>
              <a:pathLst>
                <a:path extrusionOk="0" h="1279" w="2028">
                  <a:moveTo>
                    <a:pt x="2028" y="1"/>
                  </a:moveTo>
                  <a:lnTo>
                    <a:pt x="1" y="1186"/>
                  </a:lnTo>
                  <a:lnTo>
                    <a:pt x="1" y="1279"/>
                  </a:lnTo>
                  <a:lnTo>
                    <a:pt x="2028" y="101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54"/>
            <p:cNvSpPr/>
            <p:nvPr/>
          </p:nvSpPr>
          <p:spPr>
            <a:xfrm>
              <a:off x="6284683" y="3845333"/>
              <a:ext cx="265155" cy="261984"/>
            </a:xfrm>
            <a:custGeom>
              <a:rect b="b" l="l" r="r" t="t"/>
              <a:pathLst>
                <a:path extrusionOk="0" h="1322" w="1338">
                  <a:moveTo>
                    <a:pt x="232" y="0"/>
                  </a:moveTo>
                  <a:lnTo>
                    <a:pt x="203" y="21"/>
                  </a:lnTo>
                  <a:lnTo>
                    <a:pt x="87" y="87"/>
                  </a:lnTo>
                  <a:cubicBezTo>
                    <a:pt x="51" y="209"/>
                    <a:pt x="30" y="295"/>
                    <a:pt x="23" y="309"/>
                  </a:cubicBezTo>
                  <a:cubicBezTo>
                    <a:pt x="1" y="373"/>
                    <a:pt x="8" y="452"/>
                    <a:pt x="37" y="518"/>
                  </a:cubicBezTo>
                  <a:cubicBezTo>
                    <a:pt x="60" y="554"/>
                    <a:pt x="87" y="604"/>
                    <a:pt x="153" y="640"/>
                  </a:cubicBezTo>
                  <a:lnTo>
                    <a:pt x="1338" y="1322"/>
                  </a:lnTo>
                  <a:lnTo>
                    <a:pt x="1338" y="1229"/>
                  </a:lnTo>
                  <a:lnTo>
                    <a:pt x="189" y="525"/>
                  </a:lnTo>
                  <a:cubicBezTo>
                    <a:pt x="160" y="502"/>
                    <a:pt x="153" y="482"/>
                    <a:pt x="146" y="475"/>
                  </a:cubicBezTo>
                  <a:cubicBezTo>
                    <a:pt x="130" y="445"/>
                    <a:pt x="130" y="402"/>
                    <a:pt x="146" y="366"/>
                  </a:cubicBezTo>
                  <a:cubicBezTo>
                    <a:pt x="153" y="352"/>
                    <a:pt x="189" y="209"/>
                    <a:pt x="23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54"/>
            <p:cNvSpPr/>
            <p:nvPr/>
          </p:nvSpPr>
          <p:spPr>
            <a:xfrm>
              <a:off x="6310445" y="3617237"/>
              <a:ext cx="641088" cy="471651"/>
            </a:xfrm>
            <a:custGeom>
              <a:rect b="b" l="l" r="r" t="t"/>
              <a:pathLst>
                <a:path extrusionOk="0" h="2380" w="3235">
                  <a:moveTo>
                    <a:pt x="2100" y="1"/>
                  </a:moveTo>
                  <a:lnTo>
                    <a:pt x="102" y="1151"/>
                  </a:lnTo>
                  <a:cubicBezTo>
                    <a:pt x="59" y="1360"/>
                    <a:pt x="23" y="1503"/>
                    <a:pt x="16" y="1517"/>
                  </a:cubicBezTo>
                  <a:cubicBezTo>
                    <a:pt x="0" y="1553"/>
                    <a:pt x="0" y="1596"/>
                    <a:pt x="16" y="1626"/>
                  </a:cubicBezTo>
                  <a:cubicBezTo>
                    <a:pt x="23" y="1633"/>
                    <a:pt x="30" y="1653"/>
                    <a:pt x="59" y="1676"/>
                  </a:cubicBezTo>
                  <a:lnTo>
                    <a:pt x="1208" y="2380"/>
                  </a:lnTo>
                  <a:lnTo>
                    <a:pt x="3235" y="1195"/>
                  </a:lnTo>
                  <a:lnTo>
                    <a:pt x="2050" y="511"/>
                  </a:lnTo>
                  <a:cubicBezTo>
                    <a:pt x="2020" y="498"/>
                    <a:pt x="2007" y="475"/>
                    <a:pt x="2007" y="468"/>
                  </a:cubicBezTo>
                  <a:cubicBezTo>
                    <a:pt x="1991" y="439"/>
                    <a:pt x="1991" y="389"/>
                    <a:pt x="2000" y="353"/>
                  </a:cubicBezTo>
                  <a:cubicBezTo>
                    <a:pt x="2014" y="332"/>
                    <a:pt x="2043" y="196"/>
                    <a:pt x="210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54"/>
            <p:cNvSpPr/>
            <p:nvPr/>
          </p:nvSpPr>
          <p:spPr>
            <a:xfrm>
              <a:off x="5723856" y="4185792"/>
              <a:ext cx="1387" cy="19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54"/>
            <p:cNvSpPr/>
            <p:nvPr/>
          </p:nvSpPr>
          <p:spPr>
            <a:xfrm>
              <a:off x="5416094" y="1905228"/>
              <a:ext cx="1719543" cy="2280767"/>
            </a:xfrm>
            <a:custGeom>
              <a:rect b="b" l="l" r="r" t="t"/>
              <a:pathLst>
                <a:path extrusionOk="0" h="11509" w="8677">
                  <a:moveTo>
                    <a:pt x="8370" y="0"/>
                  </a:moveTo>
                  <a:cubicBezTo>
                    <a:pt x="8348" y="0"/>
                    <a:pt x="8325" y="8"/>
                    <a:pt x="8302" y="21"/>
                  </a:cubicBezTo>
                  <a:lnTo>
                    <a:pt x="137" y="4738"/>
                  </a:lnTo>
                  <a:cubicBezTo>
                    <a:pt x="50" y="4781"/>
                    <a:pt x="0" y="4917"/>
                    <a:pt x="21" y="5024"/>
                  </a:cubicBezTo>
                  <a:lnTo>
                    <a:pt x="1020" y="10322"/>
                  </a:lnTo>
                  <a:lnTo>
                    <a:pt x="1208" y="11314"/>
                  </a:lnTo>
                  <a:cubicBezTo>
                    <a:pt x="1222" y="11379"/>
                    <a:pt x="1258" y="11422"/>
                    <a:pt x="1301" y="11429"/>
                  </a:cubicBezTo>
                  <a:lnTo>
                    <a:pt x="1544" y="11506"/>
                  </a:lnTo>
                  <a:lnTo>
                    <a:pt x="1544" y="11506"/>
                  </a:lnTo>
                  <a:lnTo>
                    <a:pt x="1544" y="11500"/>
                  </a:lnTo>
                  <a:cubicBezTo>
                    <a:pt x="1537" y="11500"/>
                    <a:pt x="1537" y="11500"/>
                    <a:pt x="1531" y="11493"/>
                  </a:cubicBezTo>
                  <a:cubicBezTo>
                    <a:pt x="1524" y="11493"/>
                    <a:pt x="1524" y="11493"/>
                    <a:pt x="1524" y="11486"/>
                  </a:cubicBezTo>
                  <a:lnTo>
                    <a:pt x="1517" y="11486"/>
                  </a:lnTo>
                  <a:cubicBezTo>
                    <a:pt x="1510" y="11479"/>
                    <a:pt x="1510" y="11472"/>
                    <a:pt x="1501" y="11472"/>
                  </a:cubicBezTo>
                  <a:cubicBezTo>
                    <a:pt x="1501" y="11465"/>
                    <a:pt x="1501" y="11465"/>
                    <a:pt x="1494" y="11457"/>
                  </a:cubicBezTo>
                  <a:cubicBezTo>
                    <a:pt x="1494" y="11457"/>
                    <a:pt x="1494" y="11450"/>
                    <a:pt x="1487" y="11443"/>
                  </a:cubicBezTo>
                  <a:cubicBezTo>
                    <a:pt x="1487" y="11436"/>
                    <a:pt x="1481" y="11429"/>
                    <a:pt x="1481" y="11429"/>
                  </a:cubicBezTo>
                  <a:lnTo>
                    <a:pt x="1481" y="11422"/>
                  </a:lnTo>
                  <a:lnTo>
                    <a:pt x="1481" y="11414"/>
                  </a:lnTo>
                  <a:cubicBezTo>
                    <a:pt x="1474" y="11407"/>
                    <a:pt x="1474" y="11400"/>
                    <a:pt x="1474" y="11393"/>
                  </a:cubicBezTo>
                  <a:lnTo>
                    <a:pt x="1286" y="10401"/>
                  </a:lnTo>
                  <a:lnTo>
                    <a:pt x="1258" y="10265"/>
                  </a:lnTo>
                  <a:lnTo>
                    <a:pt x="316" y="5298"/>
                  </a:lnTo>
                  <a:lnTo>
                    <a:pt x="280" y="5103"/>
                  </a:lnTo>
                  <a:cubicBezTo>
                    <a:pt x="259" y="4996"/>
                    <a:pt x="316" y="4867"/>
                    <a:pt x="402" y="4815"/>
                  </a:cubicBezTo>
                  <a:lnTo>
                    <a:pt x="8567" y="100"/>
                  </a:lnTo>
                  <a:cubicBezTo>
                    <a:pt x="8590" y="88"/>
                    <a:pt x="8612" y="79"/>
                    <a:pt x="8635" y="79"/>
                  </a:cubicBezTo>
                  <a:lnTo>
                    <a:pt x="8635" y="79"/>
                  </a:lnTo>
                  <a:lnTo>
                    <a:pt x="8660" y="87"/>
                  </a:lnTo>
                  <a:lnTo>
                    <a:pt x="8676" y="87"/>
                  </a:lnTo>
                  <a:cubicBezTo>
                    <a:pt x="8663" y="81"/>
                    <a:pt x="8650" y="79"/>
                    <a:pt x="8638" y="79"/>
                  </a:cubicBezTo>
                  <a:cubicBezTo>
                    <a:pt x="8637" y="79"/>
                    <a:pt x="8636" y="79"/>
                    <a:pt x="8635" y="79"/>
                  </a:cubicBezTo>
                  <a:lnTo>
                    <a:pt x="8635" y="79"/>
                  </a:lnTo>
                  <a:lnTo>
                    <a:pt x="8402" y="7"/>
                  </a:lnTo>
                  <a:cubicBezTo>
                    <a:pt x="8392" y="2"/>
                    <a:pt x="8381" y="0"/>
                    <a:pt x="8370" y="0"/>
                  </a:cubicBezTo>
                  <a:close/>
                  <a:moveTo>
                    <a:pt x="1544" y="11506"/>
                  </a:moveTo>
                  <a:lnTo>
                    <a:pt x="1544" y="11509"/>
                  </a:lnTo>
                  <a:lnTo>
                    <a:pt x="1553" y="11509"/>
                  </a:lnTo>
                  <a:lnTo>
                    <a:pt x="1544" y="11506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54"/>
            <p:cNvSpPr/>
            <p:nvPr/>
          </p:nvSpPr>
          <p:spPr>
            <a:xfrm>
              <a:off x="5478717" y="1984893"/>
              <a:ext cx="1867379" cy="1954575"/>
            </a:xfrm>
            <a:custGeom>
              <a:rect b="b" l="l" r="r" t="t"/>
              <a:pathLst>
                <a:path extrusionOk="0" h="9863" w="9423">
                  <a:moveTo>
                    <a:pt x="8483" y="0"/>
                  </a:moveTo>
                  <a:lnTo>
                    <a:pt x="0" y="4896"/>
                  </a:lnTo>
                  <a:lnTo>
                    <a:pt x="942" y="9863"/>
                  </a:lnTo>
                  <a:lnTo>
                    <a:pt x="9423" y="4967"/>
                  </a:lnTo>
                  <a:lnTo>
                    <a:pt x="9395" y="4931"/>
                  </a:lnTo>
                  <a:lnTo>
                    <a:pt x="9366" y="4774"/>
                  </a:lnTo>
                  <a:lnTo>
                    <a:pt x="8474" y="43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54"/>
            <p:cNvSpPr/>
            <p:nvPr/>
          </p:nvSpPr>
          <p:spPr>
            <a:xfrm>
              <a:off x="5670745" y="2996165"/>
              <a:ext cx="1721128" cy="1191215"/>
            </a:xfrm>
            <a:custGeom>
              <a:rect b="b" l="l" r="r" t="t"/>
              <a:pathLst>
                <a:path extrusionOk="0" h="6011" w="8685">
                  <a:moveTo>
                    <a:pt x="8476" y="0"/>
                  </a:moveTo>
                  <a:lnTo>
                    <a:pt x="1" y="4896"/>
                  </a:lnTo>
                  <a:lnTo>
                    <a:pt x="189" y="5888"/>
                  </a:lnTo>
                  <a:cubicBezTo>
                    <a:pt x="189" y="5895"/>
                    <a:pt x="189" y="5902"/>
                    <a:pt x="196" y="5909"/>
                  </a:cubicBezTo>
                  <a:lnTo>
                    <a:pt x="196" y="5917"/>
                  </a:lnTo>
                  <a:lnTo>
                    <a:pt x="196" y="5924"/>
                  </a:lnTo>
                  <a:cubicBezTo>
                    <a:pt x="196" y="5924"/>
                    <a:pt x="202" y="5931"/>
                    <a:pt x="202" y="5938"/>
                  </a:cubicBezTo>
                  <a:cubicBezTo>
                    <a:pt x="209" y="5945"/>
                    <a:pt x="209" y="5952"/>
                    <a:pt x="209" y="5952"/>
                  </a:cubicBezTo>
                  <a:cubicBezTo>
                    <a:pt x="216" y="5960"/>
                    <a:pt x="216" y="5960"/>
                    <a:pt x="216" y="5967"/>
                  </a:cubicBezTo>
                  <a:cubicBezTo>
                    <a:pt x="225" y="5967"/>
                    <a:pt x="225" y="5974"/>
                    <a:pt x="232" y="5981"/>
                  </a:cubicBezTo>
                  <a:lnTo>
                    <a:pt x="239" y="5981"/>
                  </a:lnTo>
                  <a:cubicBezTo>
                    <a:pt x="239" y="5988"/>
                    <a:pt x="239" y="5988"/>
                    <a:pt x="246" y="5988"/>
                  </a:cubicBezTo>
                  <a:cubicBezTo>
                    <a:pt x="252" y="5995"/>
                    <a:pt x="252" y="5995"/>
                    <a:pt x="259" y="5995"/>
                  </a:cubicBezTo>
                  <a:lnTo>
                    <a:pt x="259" y="6004"/>
                  </a:lnTo>
                  <a:lnTo>
                    <a:pt x="275" y="6004"/>
                  </a:lnTo>
                  <a:cubicBezTo>
                    <a:pt x="288" y="6008"/>
                    <a:pt x="300" y="6011"/>
                    <a:pt x="312" y="6011"/>
                  </a:cubicBezTo>
                  <a:cubicBezTo>
                    <a:pt x="335" y="6011"/>
                    <a:pt x="358" y="6003"/>
                    <a:pt x="382" y="5988"/>
                  </a:cubicBezTo>
                  <a:lnTo>
                    <a:pt x="3185" y="4372"/>
                  </a:lnTo>
                  <a:lnTo>
                    <a:pt x="3301" y="4306"/>
                  </a:lnTo>
                  <a:lnTo>
                    <a:pt x="3330" y="4285"/>
                  </a:lnTo>
                  <a:lnTo>
                    <a:pt x="5328" y="3135"/>
                  </a:lnTo>
                  <a:lnTo>
                    <a:pt x="8549" y="1280"/>
                  </a:lnTo>
                  <a:cubicBezTo>
                    <a:pt x="8635" y="1230"/>
                    <a:pt x="8685" y="1101"/>
                    <a:pt x="8662" y="992"/>
                  </a:cubicBezTo>
                  <a:lnTo>
                    <a:pt x="847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54"/>
            <p:cNvSpPr/>
            <p:nvPr/>
          </p:nvSpPr>
          <p:spPr>
            <a:xfrm>
              <a:off x="5723856" y="4185792"/>
              <a:ext cx="1387" cy="19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54"/>
            <p:cNvSpPr/>
            <p:nvPr/>
          </p:nvSpPr>
          <p:spPr>
            <a:xfrm>
              <a:off x="5665395" y="2969016"/>
              <a:ext cx="1685259" cy="997600"/>
            </a:xfrm>
            <a:custGeom>
              <a:rect b="b" l="l" r="r" t="t"/>
              <a:pathLst>
                <a:path extrusionOk="0" h="5034" w="8504">
                  <a:moveTo>
                    <a:pt x="8481" y="1"/>
                  </a:moveTo>
                  <a:lnTo>
                    <a:pt x="0" y="4897"/>
                  </a:lnTo>
                  <a:lnTo>
                    <a:pt x="28" y="5033"/>
                  </a:lnTo>
                  <a:lnTo>
                    <a:pt x="8503" y="137"/>
                  </a:lnTo>
                  <a:lnTo>
                    <a:pt x="848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54"/>
            <p:cNvSpPr/>
            <p:nvPr/>
          </p:nvSpPr>
          <p:spPr>
            <a:xfrm>
              <a:off x="5467421" y="1920685"/>
              <a:ext cx="1692393" cy="1034659"/>
            </a:xfrm>
            <a:custGeom>
              <a:rect b="b" l="l" r="r" t="t"/>
              <a:pathLst>
                <a:path extrusionOk="0" h="5221" w="8540">
                  <a:moveTo>
                    <a:pt x="8379" y="1"/>
                  </a:moveTo>
                  <a:cubicBezTo>
                    <a:pt x="8355" y="1"/>
                    <a:pt x="8332" y="9"/>
                    <a:pt x="8308" y="22"/>
                  </a:cubicBezTo>
                  <a:lnTo>
                    <a:pt x="143" y="4737"/>
                  </a:lnTo>
                  <a:cubicBezTo>
                    <a:pt x="57" y="4789"/>
                    <a:pt x="0" y="4918"/>
                    <a:pt x="21" y="5025"/>
                  </a:cubicBezTo>
                  <a:lnTo>
                    <a:pt x="57" y="5220"/>
                  </a:lnTo>
                  <a:lnTo>
                    <a:pt x="8540" y="324"/>
                  </a:lnTo>
                  <a:lnTo>
                    <a:pt x="8503" y="131"/>
                  </a:lnTo>
                  <a:cubicBezTo>
                    <a:pt x="8496" y="116"/>
                    <a:pt x="8496" y="102"/>
                    <a:pt x="8488" y="95"/>
                  </a:cubicBezTo>
                  <a:cubicBezTo>
                    <a:pt x="8488" y="88"/>
                    <a:pt x="8488" y="79"/>
                    <a:pt x="8481" y="72"/>
                  </a:cubicBezTo>
                  <a:cubicBezTo>
                    <a:pt x="8481" y="66"/>
                    <a:pt x="8474" y="59"/>
                    <a:pt x="8467" y="52"/>
                  </a:cubicBezTo>
                  <a:cubicBezTo>
                    <a:pt x="8467" y="45"/>
                    <a:pt x="8460" y="45"/>
                    <a:pt x="8453" y="36"/>
                  </a:cubicBezTo>
                  <a:cubicBezTo>
                    <a:pt x="8445" y="22"/>
                    <a:pt x="8431" y="16"/>
                    <a:pt x="8417" y="9"/>
                  </a:cubicBezTo>
                  <a:cubicBezTo>
                    <a:pt x="8404" y="3"/>
                    <a:pt x="8391" y="1"/>
                    <a:pt x="837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54"/>
            <p:cNvSpPr/>
            <p:nvPr/>
          </p:nvSpPr>
          <p:spPr>
            <a:xfrm>
              <a:off x="5478717" y="1984893"/>
              <a:ext cx="1867379" cy="1954575"/>
            </a:xfrm>
            <a:custGeom>
              <a:rect b="b" l="l" r="r" t="t"/>
              <a:pathLst>
                <a:path extrusionOk="0" h="9863" w="9423">
                  <a:moveTo>
                    <a:pt x="8483" y="0"/>
                  </a:moveTo>
                  <a:lnTo>
                    <a:pt x="0" y="4896"/>
                  </a:lnTo>
                  <a:lnTo>
                    <a:pt x="942" y="9863"/>
                  </a:lnTo>
                  <a:lnTo>
                    <a:pt x="9423" y="4967"/>
                  </a:lnTo>
                  <a:lnTo>
                    <a:pt x="9395" y="4946"/>
                  </a:lnTo>
                  <a:lnTo>
                    <a:pt x="9395" y="4931"/>
                  </a:lnTo>
                  <a:lnTo>
                    <a:pt x="9366" y="4774"/>
                  </a:lnTo>
                  <a:lnTo>
                    <a:pt x="8474" y="37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54"/>
            <p:cNvSpPr/>
            <p:nvPr/>
          </p:nvSpPr>
          <p:spPr>
            <a:xfrm>
              <a:off x="5478717" y="1984893"/>
              <a:ext cx="1867379" cy="1954575"/>
            </a:xfrm>
            <a:custGeom>
              <a:rect b="b" l="l" r="r" t="t"/>
              <a:pathLst>
                <a:path extrusionOk="0" h="9863" w="9423">
                  <a:moveTo>
                    <a:pt x="8483" y="0"/>
                  </a:moveTo>
                  <a:lnTo>
                    <a:pt x="0" y="4896"/>
                  </a:lnTo>
                  <a:lnTo>
                    <a:pt x="942" y="9863"/>
                  </a:lnTo>
                  <a:lnTo>
                    <a:pt x="9423" y="4967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54"/>
            <p:cNvSpPr/>
            <p:nvPr/>
          </p:nvSpPr>
          <p:spPr>
            <a:xfrm>
              <a:off x="5468808" y="4121585"/>
              <a:ext cx="42805" cy="30320"/>
            </a:xfrm>
            <a:custGeom>
              <a:rect b="b" l="l" r="r" t="t"/>
              <a:pathLst>
                <a:path extrusionOk="0" h="153" w="216">
                  <a:moveTo>
                    <a:pt x="0" y="0"/>
                  </a:moveTo>
                  <a:lnTo>
                    <a:pt x="21" y="143"/>
                  </a:lnTo>
                  <a:lnTo>
                    <a:pt x="100" y="143"/>
                  </a:lnTo>
                  <a:cubicBezTo>
                    <a:pt x="129" y="143"/>
                    <a:pt x="157" y="143"/>
                    <a:pt x="186" y="152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54"/>
            <p:cNvSpPr/>
            <p:nvPr/>
          </p:nvSpPr>
          <p:spPr>
            <a:xfrm>
              <a:off x="5175117" y="4135853"/>
              <a:ext cx="625829" cy="336299"/>
            </a:xfrm>
            <a:custGeom>
              <a:rect b="b" l="l" r="r" t="t"/>
              <a:pathLst>
                <a:path extrusionOk="0" h="1697" w="3158">
                  <a:moveTo>
                    <a:pt x="978" y="1"/>
                  </a:moveTo>
                  <a:cubicBezTo>
                    <a:pt x="813" y="37"/>
                    <a:pt x="656" y="101"/>
                    <a:pt x="518" y="173"/>
                  </a:cubicBezTo>
                  <a:cubicBezTo>
                    <a:pt x="152" y="382"/>
                    <a:pt x="0" y="661"/>
                    <a:pt x="66" y="934"/>
                  </a:cubicBezTo>
                  <a:lnTo>
                    <a:pt x="66" y="943"/>
                  </a:lnTo>
                  <a:cubicBezTo>
                    <a:pt x="109" y="1122"/>
                    <a:pt x="245" y="1288"/>
                    <a:pt x="475" y="1431"/>
                  </a:cubicBezTo>
                  <a:cubicBezTo>
                    <a:pt x="683" y="1553"/>
                    <a:pt x="942" y="1640"/>
                    <a:pt x="1208" y="1676"/>
                  </a:cubicBezTo>
                  <a:cubicBezTo>
                    <a:pt x="1230" y="1676"/>
                    <a:pt x="1260" y="1683"/>
                    <a:pt x="1280" y="1683"/>
                  </a:cubicBezTo>
                  <a:cubicBezTo>
                    <a:pt x="1310" y="1683"/>
                    <a:pt x="1330" y="1690"/>
                    <a:pt x="1360" y="1690"/>
                  </a:cubicBezTo>
                  <a:cubicBezTo>
                    <a:pt x="1380" y="1690"/>
                    <a:pt x="1403" y="1697"/>
                    <a:pt x="1423" y="1697"/>
                  </a:cubicBezTo>
                  <a:lnTo>
                    <a:pt x="1725" y="1697"/>
                  </a:lnTo>
                  <a:cubicBezTo>
                    <a:pt x="1777" y="1690"/>
                    <a:pt x="1827" y="1690"/>
                    <a:pt x="1877" y="1683"/>
                  </a:cubicBezTo>
                  <a:cubicBezTo>
                    <a:pt x="2157" y="1646"/>
                    <a:pt x="2424" y="1574"/>
                    <a:pt x="2640" y="1452"/>
                  </a:cubicBezTo>
                  <a:cubicBezTo>
                    <a:pt x="2890" y="1308"/>
                    <a:pt x="3042" y="1129"/>
                    <a:pt x="3092" y="943"/>
                  </a:cubicBezTo>
                  <a:cubicBezTo>
                    <a:pt x="3092" y="934"/>
                    <a:pt x="3099" y="934"/>
                    <a:pt x="3099" y="927"/>
                  </a:cubicBezTo>
                  <a:cubicBezTo>
                    <a:pt x="3157" y="668"/>
                    <a:pt x="3019" y="396"/>
                    <a:pt x="2683" y="194"/>
                  </a:cubicBezTo>
                  <a:cubicBezTo>
                    <a:pt x="2545" y="108"/>
                    <a:pt x="2381" y="44"/>
                    <a:pt x="2200" y="1"/>
                  </a:cubicBezTo>
                  <a:lnTo>
                    <a:pt x="2172" y="158"/>
                  </a:lnTo>
                  <a:cubicBezTo>
                    <a:pt x="2193" y="166"/>
                    <a:pt x="2215" y="173"/>
                    <a:pt x="2236" y="180"/>
                  </a:cubicBezTo>
                  <a:cubicBezTo>
                    <a:pt x="2243" y="180"/>
                    <a:pt x="2251" y="187"/>
                    <a:pt x="2265" y="187"/>
                  </a:cubicBezTo>
                  <a:cubicBezTo>
                    <a:pt x="2279" y="194"/>
                    <a:pt x="2302" y="201"/>
                    <a:pt x="2315" y="209"/>
                  </a:cubicBezTo>
                  <a:cubicBezTo>
                    <a:pt x="2338" y="216"/>
                    <a:pt x="2358" y="230"/>
                    <a:pt x="2388" y="237"/>
                  </a:cubicBezTo>
                  <a:cubicBezTo>
                    <a:pt x="2395" y="244"/>
                    <a:pt x="2408" y="253"/>
                    <a:pt x="2424" y="259"/>
                  </a:cubicBezTo>
                  <a:cubicBezTo>
                    <a:pt x="2452" y="273"/>
                    <a:pt x="2474" y="287"/>
                    <a:pt x="2502" y="303"/>
                  </a:cubicBezTo>
                  <a:cubicBezTo>
                    <a:pt x="2992" y="589"/>
                    <a:pt x="2969" y="1063"/>
                    <a:pt x="2467" y="1345"/>
                  </a:cubicBezTo>
                  <a:cubicBezTo>
                    <a:pt x="2445" y="1351"/>
                    <a:pt x="2424" y="1365"/>
                    <a:pt x="2402" y="1374"/>
                  </a:cubicBezTo>
                  <a:cubicBezTo>
                    <a:pt x="2365" y="1395"/>
                    <a:pt x="2322" y="1408"/>
                    <a:pt x="2286" y="1424"/>
                  </a:cubicBezTo>
                  <a:cubicBezTo>
                    <a:pt x="2272" y="1431"/>
                    <a:pt x="2265" y="1438"/>
                    <a:pt x="2251" y="1438"/>
                  </a:cubicBezTo>
                  <a:lnTo>
                    <a:pt x="2243" y="1445"/>
                  </a:lnTo>
                  <a:cubicBezTo>
                    <a:pt x="2222" y="1452"/>
                    <a:pt x="2200" y="1460"/>
                    <a:pt x="2179" y="1460"/>
                  </a:cubicBezTo>
                  <a:cubicBezTo>
                    <a:pt x="2179" y="1467"/>
                    <a:pt x="2172" y="1467"/>
                    <a:pt x="2165" y="1467"/>
                  </a:cubicBezTo>
                  <a:cubicBezTo>
                    <a:pt x="2143" y="1474"/>
                    <a:pt x="2122" y="1481"/>
                    <a:pt x="2100" y="1488"/>
                  </a:cubicBezTo>
                  <a:lnTo>
                    <a:pt x="2093" y="1488"/>
                  </a:lnTo>
                  <a:cubicBezTo>
                    <a:pt x="2079" y="1488"/>
                    <a:pt x="2063" y="1495"/>
                    <a:pt x="2050" y="1503"/>
                  </a:cubicBezTo>
                  <a:cubicBezTo>
                    <a:pt x="2020" y="1503"/>
                    <a:pt x="1993" y="1510"/>
                    <a:pt x="1970" y="1517"/>
                  </a:cubicBezTo>
                  <a:cubicBezTo>
                    <a:pt x="1950" y="1517"/>
                    <a:pt x="1927" y="1524"/>
                    <a:pt x="1906" y="1524"/>
                  </a:cubicBezTo>
                  <a:cubicBezTo>
                    <a:pt x="1877" y="1531"/>
                    <a:pt x="1848" y="1538"/>
                    <a:pt x="1820" y="1538"/>
                  </a:cubicBezTo>
                  <a:cubicBezTo>
                    <a:pt x="1805" y="1538"/>
                    <a:pt x="1784" y="1546"/>
                    <a:pt x="1768" y="1546"/>
                  </a:cubicBezTo>
                  <a:lnTo>
                    <a:pt x="1698" y="1546"/>
                  </a:lnTo>
                  <a:cubicBezTo>
                    <a:pt x="1639" y="1553"/>
                    <a:pt x="1575" y="1553"/>
                    <a:pt x="1518" y="1553"/>
                  </a:cubicBezTo>
                  <a:lnTo>
                    <a:pt x="1510" y="1553"/>
                  </a:lnTo>
                  <a:cubicBezTo>
                    <a:pt x="1496" y="1553"/>
                    <a:pt x="1482" y="1546"/>
                    <a:pt x="1467" y="1546"/>
                  </a:cubicBezTo>
                  <a:lnTo>
                    <a:pt x="1389" y="1546"/>
                  </a:lnTo>
                  <a:cubicBezTo>
                    <a:pt x="1366" y="1538"/>
                    <a:pt x="1346" y="1538"/>
                    <a:pt x="1323" y="1538"/>
                  </a:cubicBezTo>
                  <a:lnTo>
                    <a:pt x="1310" y="1538"/>
                  </a:lnTo>
                  <a:cubicBezTo>
                    <a:pt x="1294" y="1531"/>
                    <a:pt x="1280" y="1531"/>
                    <a:pt x="1266" y="1531"/>
                  </a:cubicBezTo>
                  <a:lnTo>
                    <a:pt x="1260" y="1531"/>
                  </a:lnTo>
                  <a:cubicBezTo>
                    <a:pt x="1237" y="1524"/>
                    <a:pt x="1208" y="1524"/>
                    <a:pt x="1187" y="1517"/>
                  </a:cubicBezTo>
                  <a:cubicBezTo>
                    <a:pt x="1165" y="1510"/>
                    <a:pt x="1137" y="1510"/>
                    <a:pt x="1108" y="1503"/>
                  </a:cubicBezTo>
                  <a:cubicBezTo>
                    <a:pt x="1101" y="1495"/>
                    <a:pt x="1087" y="1495"/>
                    <a:pt x="1078" y="1495"/>
                  </a:cubicBezTo>
                  <a:cubicBezTo>
                    <a:pt x="1071" y="1488"/>
                    <a:pt x="1058" y="1488"/>
                    <a:pt x="1051" y="1481"/>
                  </a:cubicBezTo>
                  <a:cubicBezTo>
                    <a:pt x="1035" y="1481"/>
                    <a:pt x="1021" y="1481"/>
                    <a:pt x="1008" y="1474"/>
                  </a:cubicBezTo>
                  <a:cubicBezTo>
                    <a:pt x="1001" y="1474"/>
                    <a:pt x="1001" y="1474"/>
                    <a:pt x="992" y="1467"/>
                  </a:cubicBezTo>
                  <a:cubicBezTo>
                    <a:pt x="978" y="1467"/>
                    <a:pt x="965" y="1460"/>
                    <a:pt x="958" y="1460"/>
                  </a:cubicBezTo>
                  <a:cubicBezTo>
                    <a:pt x="935" y="1452"/>
                    <a:pt x="906" y="1445"/>
                    <a:pt x="885" y="1431"/>
                  </a:cubicBezTo>
                  <a:cubicBezTo>
                    <a:pt x="878" y="1431"/>
                    <a:pt x="863" y="1424"/>
                    <a:pt x="856" y="1424"/>
                  </a:cubicBezTo>
                  <a:cubicBezTo>
                    <a:pt x="842" y="1417"/>
                    <a:pt x="835" y="1408"/>
                    <a:pt x="820" y="1408"/>
                  </a:cubicBezTo>
                  <a:cubicBezTo>
                    <a:pt x="806" y="1402"/>
                    <a:pt x="792" y="1395"/>
                    <a:pt x="777" y="1388"/>
                  </a:cubicBezTo>
                  <a:cubicBezTo>
                    <a:pt x="763" y="1381"/>
                    <a:pt x="749" y="1374"/>
                    <a:pt x="733" y="1365"/>
                  </a:cubicBezTo>
                  <a:cubicBezTo>
                    <a:pt x="706" y="1351"/>
                    <a:pt x="683" y="1338"/>
                    <a:pt x="663" y="1322"/>
                  </a:cubicBezTo>
                  <a:cubicBezTo>
                    <a:pt x="173" y="1036"/>
                    <a:pt x="188" y="568"/>
                    <a:pt x="699" y="280"/>
                  </a:cubicBezTo>
                  <a:cubicBezTo>
                    <a:pt x="726" y="266"/>
                    <a:pt x="756" y="253"/>
                    <a:pt x="785" y="237"/>
                  </a:cubicBezTo>
                  <a:cubicBezTo>
                    <a:pt x="835" y="216"/>
                    <a:pt x="885" y="194"/>
                    <a:pt x="935" y="180"/>
                  </a:cubicBezTo>
                  <a:cubicBezTo>
                    <a:pt x="949" y="173"/>
                    <a:pt x="958" y="173"/>
                    <a:pt x="971" y="166"/>
                  </a:cubicBezTo>
                  <a:cubicBezTo>
                    <a:pt x="978" y="166"/>
                    <a:pt x="992" y="158"/>
                    <a:pt x="1001" y="158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54"/>
            <p:cNvSpPr/>
            <p:nvPr/>
          </p:nvSpPr>
          <p:spPr>
            <a:xfrm>
              <a:off x="5209202" y="4166966"/>
              <a:ext cx="201343" cy="269713"/>
            </a:xfrm>
            <a:custGeom>
              <a:rect b="b" l="l" r="r" t="t"/>
              <a:pathLst>
                <a:path extrusionOk="0" h="1361" w="1016">
                  <a:moveTo>
                    <a:pt x="829" y="1"/>
                  </a:moveTo>
                  <a:cubicBezTo>
                    <a:pt x="820" y="1"/>
                    <a:pt x="806" y="9"/>
                    <a:pt x="799" y="9"/>
                  </a:cubicBezTo>
                  <a:cubicBezTo>
                    <a:pt x="786" y="16"/>
                    <a:pt x="777" y="16"/>
                    <a:pt x="763" y="23"/>
                  </a:cubicBezTo>
                  <a:cubicBezTo>
                    <a:pt x="713" y="37"/>
                    <a:pt x="663" y="59"/>
                    <a:pt x="613" y="80"/>
                  </a:cubicBezTo>
                  <a:cubicBezTo>
                    <a:pt x="584" y="96"/>
                    <a:pt x="554" y="109"/>
                    <a:pt x="527" y="123"/>
                  </a:cubicBezTo>
                  <a:cubicBezTo>
                    <a:pt x="16" y="411"/>
                    <a:pt x="1" y="879"/>
                    <a:pt x="491" y="1165"/>
                  </a:cubicBezTo>
                  <a:cubicBezTo>
                    <a:pt x="511" y="1181"/>
                    <a:pt x="534" y="1194"/>
                    <a:pt x="561" y="1208"/>
                  </a:cubicBezTo>
                  <a:cubicBezTo>
                    <a:pt x="577" y="1217"/>
                    <a:pt x="591" y="1224"/>
                    <a:pt x="605" y="1231"/>
                  </a:cubicBezTo>
                  <a:cubicBezTo>
                    <a:pt x="620" y="1238"/>
                    <a:pt x="634" y="1245"/>
                    <a:pt x="648" y="1251"/>
                  </a:cubicBezTo>
                  <a:cubicBezTo>
                    <a:pt x="663" y="1251"/>
                    <a:pt x="670" y="1260"/>
                    <a:pt x="684" y="1267"/>
                  </a:cubicBezTo>
                  <a:cubicBezTo>
                    <a:pt x="691" y="1267"/>
                    <a:pt x="706" y="1274"/>
                    <a:pt x="713" y="1274"/>
                  </a:cubicBezTo>
                  <a:cubicBezTo>
                    <a:pt x="734" y="1288"/>
                    <a:pt x="763" y="1295"/>
                    <a:pt x="786" y="1303"/>
                  </a:cubicBezTo>
                  <a:cubicBezTo>
                    <a:pt x="793" y="1303"/>
                    <a:pt x="806" y="1310"/>
                    <a:pt x="820" y="1310"/>
                  </a:cubicBezTo>
                  <a:cubicBezTo>
                    <a:pt x="829" y="1317"/>
                    <a:pt x="829" y="1317"/>
                    <a:pt x="836" y="1317"/>
                  </a:cubicBezTo>
                  <a:cubicBezTo>
                    <a:pt x="849" y="1324"/>
                    <a:pt x="863" y="1324"/>
                    <a:pt x="879" y="1324"/>
                  </a:cubicBezTo>
                  <a:cubicBezTo>
                    <a:pt x="886" y="1331"/>
                    <a:pt x="899" y="1331"/>
                    <a:pt x="906" y="1338"/>
                  </a:cubicBezTo>
                  <a:cubicBezTo>
                    <a:pt x="915" y="1338"/>
                    <a:pt x="929" y="1338"/>
                    <a:pt x="936" y="1346"/>
                  </a:cubicBezTo>
                  <a:cubicBezTo>
                    <a:pt x="965" y="1353"/>
                    <a:pt x="993" y="1353"/>
                    <a:pt x="1015" y="1360"/>
                  </a:cubicBezTo>
                  <a:lnTo>
                    <a:pt x="829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54"/>
            <p:cNvSpPr/>
            <p:nvPr/>
          </p:nvSpPr>
          <p:spPr>
            <a:xfrm>
              <a:off x="5472771" y="4149923"/>
              <a:ext cx="33095" cy="100077"/>
            </a:xfrm>
            <a:custGeom>
              <a:rect b="b" l="l" r="r" t="t"/>
              <a:pathLst>
                <a:path extrusionOk="0" h="505" w="167">
                  <a:moveTo>
                    <a:pt x="1" y="0"/>
                  </a:moveTo>
                  <a:lnTo>
                    <a:pt x="73" y="504"/>
                  </a:lnTo>
                  <a:lnTo>
                    <a:pt x="166" y="9"/>
                  </a:lnTo>
                  <a:cubicBezTo>
                    <a:pt x="137" y="0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54"/>
            <p:cNvSpPr/>
            <p:nvPr/>
          </p:nvSpPr>
          <p:spPr>
            <a:xfrm>
              <a:off x="5552833" y="4166966"/>
              <a:ext cx="215215" cy="270902"/>
            </a:xfrm>
            <a:custGeom>
              <a:rect b="b" l="l" r="r" t="t"/>
              <a:pathLst>
                <a:path extrusionOk="0" h="1367" w="1086">
                  <a:moveTo>
                    <a:pt x="266" y="1"/>
                  </a:moveTo>
                  <a:lnTo>
                    <a:pt x="0" y="1367"/>
                  </a:lnTo>
                  <a:cubicBezTo>
                    <a:pt x="21" y="1367"/>
                    <a:pt x="44" y="1360"/>
                    <a:pt x="64" y="1360"/>
                  </a:cubicBezTo>
                  <a:cubicBezTo>
                    <a:pt x="87" y="1353"/>
                    <a:pt x="114" y="1346"/>
                    <a:pt x="144" y="1346"/>
                  </a:cubicBezTo>
                  <a:cubicBezTo>
                    <a:pt x="157" y="1338"/>
                    <a:pt x="173" y="1331"/>
                    <a:pt x="187" y="1331"/>
                  </a:cubicBezTo>
                  <a:lnTo>
                    <a:pt x="194" y="1331"/>
                  </a:lnTo>
                  <a:cubicBezTo>
                    <a:pt x="216" y="1324"/>
                    <a:pt x="237" y="1317"/>
                    <a:pt x="259" y="1310"/>
                  </a:cubicBezTo>
                  <a:cubicBezTo>
                    <a:pt x="266" y="1310"/>
                    <a:pt x="273" y="1310"/>
                    <a:pt x="273" y="1303"/>
                  </a:cubicBezTo>
                  <a:cubicBezTo>
                    <a:pt x="294" y="1303"/>
                    <a:pt x="316" y="1295"/>
                    <a:pt x="337" y="1288"/>
                  </a:cubicBezTo>
                  <a:lnTo>
                    <a:pt x="345" y="1281"/>
                  </a:lnTo>
                  <a:cubicBezTo>
                    <a:pt x="359" y="1281"/>
                    <a:pt x="366" y="1274"/>
                    <a:pt x="380" y="1267"/>
                  </a:cubicBezTo>
                  <a:cubicBezTo>
                    <a:pt x="416" y="1251"/>
                    <a:pt x="459" y="1238"/>
                    <a:pt x="496" y="1217"/>
                  </a:cubicBezTo>
                  <a:cubicBezTo>
                    <a:pt x="518" y="1208"/>
                    <a:pt x="539" y="1194"/>
                    <a:pt x="561" y="1188"/>
                  </a:cubicBezTo>
                  <a:cubicBezTo>
                    <a:pt x="1063" y="906"/>
                    <a:pt x="1086" y="432"/>
                    <a:pt x="596" y="146"/>
                  </a:cubicBezTo>
                  <a:cubicBezTo>
                    <a:pt x="568" y="130"/>
                    <a:pt x="546" y="116"/>
                    <a:pt x="518" y="102"/>
                  </a:cubicBezTo>
                  <a:cubicBezTo>
                    <a:pt x="502" y="96"/>
                    <a:pt x="489" y="87"/>
                    <a:pt x="482" y="80"/>
                  </a:cubicBezTo>
                  <a:cubicBezTo>
                    <a:pt x="452" y="73"/>
                    <a:pt x="432" y="59"/>
                    <a:pt x="409" y="52"/>
                  </a:cubicBezTo>
                  <a:cubicBezTo>
                    <a:pt x="396" y="44"/>
                    <a:pt x="373" y="37"/>
                    <a:pt x="359" y="30"/>
                  </a:cubicBezTo>
                  <a:cubicBezTo>
                    <a:pt x="345" y="30"/>
                    <a:pt x="337" y="23"/>
                    <a:pt x="330" y="23"/>
                  </a:cubicBezTo>
                  <a:cubicBezTo>
                    <a:pt x="309" y="16"/>
                    <a:pt x="287" y="9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54"/>
            <p:cNvSpPr/>
            <p:nvPr/>
          </p:nvSpPr>
          <p:spPr>
            <a:xfrm>
              <a:off x="5321962" y="3741292"/>
              <a:ext cx="102852" cy="98492"/>
            </a:xfrm>
            <a:custGeom>
              <a:rect b="b" l="l" r="r" t="t"/>
              <a:pathLst>
                <a:path extrusionOk="0" h="497" w="519">
                  <a:moveTo>
                    <a:pt x="224" y="1"/>
                  </a:moveTo>
                  <a:cubicBezTo>
                    <a:pt x="201" y="8"/>
                    <a:pt x="201" y="8"/>
                    <a:pt x="187" y="8"/>
                  </a:cubicBezTo>
                  <a:cubicBezTo>
                    <a:pt x="180" y="8"/>
                    <a:pt x="165" y="15"/>
                    <a:pt x="158" y="15"/>
                  </a:cubicBezTo>
                  <a:cubicBezTo>
                    <a:pt x="122" y="29"/>
                    <a:pt x="108" y="35"/>
                    <a:pt x="87" y="58"/>
                  </a:cubicBezTo>
                  <a:lnTo>
                    <a:pt x="79" y="58"/>
                  </a:lnTo>
                  <a:cubicBezTo>
                    <a:pt x="79" y="65"/>
                    <a:pt x="79" y="65"/>
                    <a:pt x="72" y="65"/>
                  </a:cubicBezTo>
                  <a:cubicBezTo>
                    <a:pt x="72" y="72"/>
                    <a:pt x="65" y="79"/>
                    <a:pt x="58" y="79"/>
                  </a:cubicBezTo>
                  <a:cubicBezTo>
                    <a:pt x="58" y="87"/>
                    <a:pt x="51" y="94"/>
                    <a:pt x="51" y="94"/>
                  </a:cubicBezTo>
                  <a:lnTo>
                    <a:pt x="44" y="101"/>
                  </a:lnTo>
                  <a:lnTo>
                    <a:pt x="36" y="108"/>
                  </a:lnTo>
                  <a:lnTo>
                    <a:pt x="36" y="115"/>
                  </a:lnTo>
                  <a:lnTo>
                    <a:pt x="29" y="122"/>
                  </a:lnTo>
                  <a:lnTo>
                    <a:pt x="29" y="130"/>
                  </a:lnTo>
                  <a:cubicBezTo>
                    <a:pt x="22" y="130"/>
                    <a:pt x="22" y="137"/>
                    <a:pt x="22" y="137"/>
                  </a:cubicBezTo>
                  <a:cubicBezTo>
                    <a:pt x="22" y="144"/>
                    <a:pt x="22" y="144"/>
                    <a:pt x="15" y="144"/>
                  </a:cubicBezTo>
                  <a:cubicBezTo>
                    <a:pt x="15" y="158"/>
                    <a:pt x="8" y="180"/>
                    <a:pt x="8" y="194"/>
                  </a:cubicBezTo>
                  <a:cubicBezTo>
                    <a:pt x="8" y="201"/>
                    <a:pt x="1" y="208"/>
                    <a:pt x="1" y="223"/>
                  </a:cubicBezTo>
                  <a:cubicBezTo>
                    <a:pt x="1" y="230"/>
                    <a:pt x="8" y="237"/>
                    <a:pt x="8" y="251"/>
                  </a:cubicBezTo>
                  <a:cubicBezTo>
                    <a:pt x="15" y="324"/>
                    <a:pt x="29" y="417"/>
                    <a:pt x="36" y="496"/>
                  </a:cubicBezTo>
                  <a:lnTo>
                    <a:pt x="79" y="360"/>
                  </a:lnTo>
                  <a:lnTo>
                    <a:pt x="324" y="287"/>
                  </a:lnTo>
                  <a:lnTo>
                    <a:pt x="519" y="367"/>
                  </a:lnTo>
                  <a:lnTo>
                    <a:pt x="519" y="367"/>
                  </a:lnTo>
                  <a:lnTo>
                    <a:pt x="496" y="180"/>
                  </a:lnTo>
                  <a:cubicBezTo>
                    <a:pt x="489" y="151"/>
                    <a:pt x="489" y="137"/>
                    <a:pt x="482" y="122"/>
                  </a:cubicBezTo>
                  <a:cubicBezTo>
                    <a:pt x="467" y="101"/>
                    <a:pt x="453" y="79"/>
                    <a:pt x="446" y="72"/>
                  </a:cubicBezTo>
                  <a:cubicBezTo>
                    <a:pt x="424" y="51"/>
                    <a:pt x="389" y="22"/>
                    <a:pt x="353" y="15"/>
                  </a:cubicBezTo>
                  <a:cubicBezTo>
                    <a:pt x="337" y="8"/>
                    <a:pt x="317" y="1"/>
                    <a:pt x="29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54"/>
            <p:cNvSpPr/>
            <p:nvPr/>
          </p:nvSpPr>
          <p:spPr>
            <a:xfrm>
              <a:off x="5334645" y="3859403"/>
              <a:ext cx="90168" cy="579853"/>
            </a:xfrm>
            <a:custGeom>
              <a:rect b="b" l="l" r="r" t="t"/>
              <a:pathLst>
                <a:path extrusionOk="0" h="2926" w="455">
                  <a:moveTo>
                    <a:pt x="51" y="0"/>
                  </a:moveTo>
                  <a:lnTo>
                    <a:pt x="30" y="59"/>
                  </a:lnTo>
                  <a:lnTo>
                    <a:pt x="1" y="159"/>
                  </a:lnTo>
                  <a:lnTo>
                    <a:pt x="173" y="1396"/>
                  </a:lnTo>
                  <a:lnTo>
                    <a:pt x="196" y="1553"/>
                  </a:lnTo>
                  <a:lnTo>
                    <a:pt x="382" y="2912"/>
                  </a:lnTo>
                  <a:cubicBezTo>
                    <a:pt x="403" y="2919"/>
                    <a:pt x="432" y="2919"/>
                    <a:pt x="455" y="2926"/>
                  </a:cubicBezTo>
                  <a:lnTo>
                    <a:pt x="260" y="1532"/>
                  </a:lnTo>
                  <a:lnTo>
                    <a:pt x="239" y="1380"/>
                  </a:lnTo>
                  <a:lnTo>
                    <a:pt x="58" y="79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54"/>
            <p:cNvSpPr/>
            <p:nvPr/>
          </p:nvSpPr>
          <p:spPr>
            <a:xfrm>
              <a:off x="5344554" y="3845333"/>
              <a:ext cx="119894" cy="597094"/>
            </a:xfrm>
            <a:custGeom>
              <a:rect b="b" l="l" r="r" t="t"/>
              <a:pathLst>
                <a:path extrusionOk="0" h="3013" w="605">
                  <a:moveTo>
                    <a:pt x="246" y="0"/>
                  </a:moveTo>
                  <a:lnTo>
                    <a:pt x="1" y="71"/>
                  </a:lnTo>
                  <a:lnTo>
                    <a:pt x="8" y="150"/>
                  </a:lnTo>
                  <a:lnTo>
                    <a:pt x="189" y="1451"/>
                  </a:lnTo>
                  <a:lnTo>
                    <a:pt x="210" y="1603"/>
                  </a:lnTo>
                  <a:lnTo>
                    <a:pt x="405" y="2997"/>
                  </a:lnTo>
                  <a:lnTo>
                    <a:pt x="411" y="2997"/>
                  </a:lnTo>
                  <a:cubicBezTo>
                    <a:pt x="425" y="2997"/>
                    <a:pt x="439" y="2997"/>
                    <a:pt x="455" y="3004"/>
                  </a:cubicBezTo>
                  <a:lnTo>
                    <a:pt x="468" y="3004"/>
                  </a:lnTo>
                  <a:cubicBezTo>
                    <a:pt x="491" y="3004"/>
                    <a:pt x="511" y="3004"/>
                    <a:pt x="534" y="3012"/>
                  </a:cubicBezTo>
                  <a:lnTo>
                    <a:pt x="605" y="2616"/>
                  </a:lnTo>
                  <a:lnTo>
                    <a:pt x="461" y="1560"/>
                  </a:lnTo>
                  <a:lnTo>
                    <a:pt x="439" y="1408"/>
                  </a:lnTo>
                  <a:lnTo>
                    <a:pt x="267" y="157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54"/>
            <p:cNvSpPr/>
            <p:nvPr/>
          </p:nvSpPr>
          <p:spPr>
            <a:xfrm>
              <a:off x="5337420" y="3798168"/>
              <a:ext cx="55885" cy="61433"/>
            </a:xfrm>
            <a:custGeom>
              <a:rect b="b" l="l" r="r" t="t"/>
              <a:pathLst>
                <a:path extrusionOk="0" h="310" w="282">
                  <a:moveTo>
                    <a:pt x="246" y="0"/>
                  </a:moveTo>
                  <a:lnTo>
                    <a:pt x="1" y="73"/>
                  </a:lnTo>
                  <a:lnTo>
                    <a:pt x="37" y="309"/>
                  </a:lnTo>
                  <a:lnTo>
                    <a:pt x="282" y="238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54"/>
            <p:cNvSpPr/>
            <p:nvPr/>
          </p:nvSpPr>
          <p:spPr>
            <a:xfrm>
              <a:off x="5328898" y="3812436"/>
              <a:ext cx="15854" cy="78476"/>
            </a:xfrm>
            <a:custGeom>
              <a:rect b="b" l="l" r="r" t="t"/>
              <a:pathLst>
                <a:path extrusionOk="0" h="396" w="80">
                  <a:moveTo>
                    <a:pt x="44" y="1"/>
                  </a:moveTo>
                  <a:lnTo>
                    <a:pt x="1" y="137"/>
                  </a:lnTo>
                  <a:lnTo>
                    <a:pt x="1" y="159"/>
                  </a:lnTo>
                  <a:lnTo>
                    <a:pt x="30" y="396"/>
                  </a:lnTo>
                  <a:lnTo>
                    <a:pt x="59" y="296"/>
                  </a:lnTo>
                  <a:lnTo>
                    <a:pt x="80" y="237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54"/>
            <p:cNvSpPr/>
            <p:nvPr/>
          </p:nvSpPr>
          <p:spPr>
            <a:xfrm>
              <a:off x="5385972" y="3798168"/>
              <a:ext cx="47363" cy="63019"/>
            </a:xfrm>
            <a:custGeom>
              <a:rect b="b" l="l" r="r" t="t"/>
              <a:pathLst>
                <a:path extrusionOk="0" h="318" w="239">
                  <a:moveTo>
                    <a:pt x="1" y="0"/>
                  </a:moveTo>
                  <a:lnTo>
                    <a:pt x="37" y="238"/>
                  </a:lnTo>
                  <a:lnTo>
                    <a:pt x="202" y="302"/>
                  </a:lnTo>
                  <a:lnTo>
                    <a:pt x="239" y="318"/>
                  </a:lnTo>
                  <a:lnTo>
                    <a:pt x="202" y="80"/>
                  </a:lnTo>
                  <a:lnTo>
                    <a:pt x="196" y="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54"/>
            <p:cNvSpPr/>
            <p:nvPr/>
          </p:nvSpPr>
          <p:spPr>
            <a:xfrm>
              <a:off x="5393106" y="3845333"/>
              <a:ext cx="94330" cy="518419"/>
            </a:xfrm>
            <a:custGeom>
              <a:rect b="b" l="l" r="r" t="t"/>
              <a:pathLst>
                <a:path extrusionOk="0" h="2616" w="476">
                  <a:moveTo>
                    <a:pt x="1" y="0"/>
                  </a:moveTo>
                  <a:lnTo>
                    <a:pt x="22" y="157"/>
                  </a:lnTo>
                  <a:lnTo>
                    <a:pt x="194" y="1408"/>
                  </a:lnTo>
                  <a:lnTo>
                    <a:pt x="216" y="1560"/>
                  </a:lnTo>
                  <a:lnTo>
                    <a:pt x="360" y="2616"/>
                  </a:lnTo>
                  <a:lnTo>
                    <a:pt x="475" y="2041"/>
                  </a:lnTo>
                  <a:lnTo>
                    <a:pt x="403" y="1537"/>
                  </a:lnTo>
                  <a:lnTo>
                    <a:pt x="382" y="1394"/>
                  </a:lnTo>
                  <a:lnTo>
                    <a:pt x="203" y="80"/>
                  </a:lnTo>
                  <a:lnTo>
                    <a:pt x="166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54"/>
            <p:cNvSpPr/>
            <p:nvPr/>
          </p:nvSpPr>
          <p:spPr>
            <a:xfrm>
              <a:off x="5586919" y="3655880"/>
              <a:ext cx="107013" cy="86998"/>
            </a:xfrm>
            <a:custGeom>
              <a:rect b="b" l="l" r="r" t="t"/>
              <a:pathLst>
                <a:path extrusionOk="0" h="439" w="540">
                  <a:moveTo>
                    <a:pt x="267" y="1"/>
                  </a:moveTo>
                  <a:cubicBezTo>
                    <a:pt x="230" y="1"/>
                    <a:pt x="217" y="1"/>
                    <a:pt x="187" y="8"/>
                  </a:cubicBezTo>
                  <a:cubicBezTo>
                    <a:pt x="187" y="14"/>
                    <a:pt x="180" y="14"/>
                    <a:pt x="180" y="14"/>
                  </a:cubicBezTo>
                  <a:lnTo>
                    <a:pt x="173" y="14"/>
                  </a:lnTo>
                  <a:cubicBezTo>
                    <a:pt x="165" y="21"/>
                    <a:pt x="158" y="21"/>
                    <a:pt x="151" y="28"/>
                  </a:cubicBezTo>
                  <a:cubicBezTo>
                    <a:pt x="144" y="28"/>
                    <a:pt x="144" y="35"/>
                    <a:pt x="137" y="35"/>
                  </a:cubicBezTo>
                  <a:lnTo>
                    <a:pt x="130" y="35"/>
                  </a:lnTo>
                  <a:lnTo>
                    <a:pt x="130" y="44"/>
                  </a:lnTo>
                  <a:lnTo>
                    <a:pt x="122" y="44"/>
                  </a:lnTo>
                  <a:lnTo>
                    <a:pt x="122" y="51"/>
                  </a:lnTo>
                  <a:lnTo>
                    <a:pt x="115" y="51"/>
                  </a:lnTo>
                  <a:lnTo>
                    <a:pt x="108" y="58"/>
                  </a:lnTo>
                  <a:lnTo>
                    <a:pt x="101" y="64"/>
                  </a:lnTo>
                  <a:lnTo>
                    <a:pt x="94" y="71"/>
                  </a:lnTo>
                  <a:cubicBezTo>
                    <a:pt x="87" y="78"/>
                    <a:pt x="72" y="101"/>
                    <a:pt x="65" y="115"/>
                  </a:cubicBezTo>
                  <a:cubicBezTo>
                    <a:pt x="58" y="121"/>
                    <a:pt x="58" y="130"/>
                    <a:pt x="51" y="137"/>
                  </a:cubicBezTo>
                  <a:cubicBezTo>
                    <a:pt x="51" y="151"/>
                    <a:pt x="51" y="158"/>
                    <a:pt x="44" y="165"/>
                  </a:cubicBezTo>
                  <a:cubicBezTo>
                    <a:pt x="29" y="244"/>
                    <a:pt x="15" y="330"/>
                    <a:pt x="1" y="416"/>
                  </a:cubicBezTo>
                  <a:lnTo>
                    <a:pt x="79" y="294"/>
                  </a:lnTo>
                  <a:lnTo>
                    <a:pt x="337" y="303"/>
                  </a:lnTo>
                  <a:lnTo>
                    <a:pt x="496" y="439"/>
                  </a:lnTo>
                  <a:lnTo>
                    <a:pt x="532" y="259"/>
                  </a:lnTo>
                  <a:cubicBezTo>
                    <a:pt x="539" y="237"/>
                    <a:pt x="539" y="216"/>
                    <a:pt x="532" y="201"/>
                  </a:cubicBezTo>
                  <a:cubicBezTo>
                    <a:pt x="532" y="173"/>
                    <a:pt x="525" y="151"/>
                    <a:pt x="518" y="144"/>
                  </a:cubicBezTo>
                  <a:cubicBezTo>
                    <a:pt x="510" y="115"/>
                    <a:pt x="482" y="78"/>
                    <a:pt x="453" y="58"/>
                  </a:cubicBezTo>
                  <a:cubicBezTo>
                    <a:pt x="439" y="51"/>
                    <a:pt x="424" y="35"/>
                    <a:pt x="396" y="21"/>
                  </a:cubicBezTo>
                  <a:cubicBezTo>
                    <a:pt x="367" y="8"/>
                    <a:pt x="337" y="8"/>
                    <a:pt x="33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54"/>
            <p:cNvSpPr/>
            <p:nvPr/>
          </p:nvSpPr>
          <p:spPr>
            <a:xfrm>
              <a:off x="5575425" y="3713945"/>
              <a:ext cx="27150" cy="73126"/>
            </a:xfrm>
            <a:custGeom>
              <a:rect b="b" l="l" r="r" t="t"/>
              <a:pathLst>
                <a:path extrusionOk="0" h="369" w="137">
                  <a:moveTo>
                    <a:pt x="137" y="1"/>
                  </a:moveTo>
                  <a:lnTo>
                    <a:pt x="59" y="123"/>
                  </a:lnTo>
                  <a:lnTo>
                    <a:pt x="43" y="139"/>
                  </a:lnTo>
                  <a:lnTo>
                    <a:pt x="0" y="368"/>
                  </a:lnTo>
                  <a:lnTo>
                    <a:pt x="59" y="289"/>
                  </a:lnTo>
                  <a:lnTo>
                    <a:pt x="93" y="23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54"/>
            <p:cNvSpPr/>
            <p:nvPr/>
          </p:nvSpPr>
          <p:spPr>
            <a:xfrm>
              <a:off x="5593855" y="3713945"/>
              <a:ext cx="60046" cy="48750"/>
            </a:xfrm>
            <a:custGeom>
              <a:rect b="b" l="l" r="r" t="t"/>
              <a:pathLst>
                <a:path extrusionOk="0" h="246" w="303">
                  <a:moveTo>
                    <a:pt x="44" y="1"/>
                  </a:moveTo>
                  <a:lnTo>
                    <a:pt x="0" y="239"/>
                  </a:lnTo>
                  <a:lnTo>
                    <a:pt x="259" y="246"/>
                  </a:lnTo>
                  <a:lnTo>
                    <a:pt x="302" y="1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54"/>
            <p:cNvSpPr/>
            <p:nvPr/>
          </p:nvSpPr>
          <p:spPr>
            <a:xfrm>
              <a:off x="5514189" y="3762497"/>
              <a:ext cx="163889" cy="679930"/>
            </a:xfrm>
            <a:custGeom>
              <a:rect b="b" l="l" r="r" t="t"/>
              <a:pathLst>
                <a:path extrusionOk="0" h="3431" w="827">
                  <a:moveTo>
                    <a:pt x="661" y="1"/>
                  </a:moveTo>
                  <a:lnTo>
                    <a:pt x="634" y="160"/>
                  </a:lnTo>
                  <a:lnTo>
                    <a:pt x="309" y="1848"/>
                  </a:lnTo>
                  <a:lnTo>
                    <a:pt x="282" y="1999"/>
                  </a:lnTo>
                  <a:lnTo>
                    <a:pt x="1" y="3430"/>
                  </a:lnTo>
                  <a:lnTo>
                    <a:pt x="57" y="3430"/>
                  </a:lnTo>
                  <a:cubicBezTo>
                    <a:pt x="73" y="3430"/>
                    <a:pt x="94" y="3422"/>
                    <a:pt x="109" y="3422"/>
                  </a:cubicBezTo>
                  <a:cubicBezTo>
                    <a:pt x="137" y="3422"/>
                    <a:pt x="166" y="3415"/>
                    <a:pt x="195" y="3408"/>
                  </a:cubicBezTo>
                  <a:lnTo>
                    <a:pt x="461" y="2042"/>
                  </a:lnTo>
                  <a:lnTo>
                    <a:pt x="489" y="1885"/>
                  </a:lnTo>
                  <a:lnTo>
                    <a:pt x="827" y="137"/>
                  </a:lnTo>
                  <a:lnTo>
                    <a:pt x="799" y="116"/>
                  </a:lnTo>
                  <a:lnTo>
                    <a:pt x="66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54"/>
            <p:cNvSpPr/>
            <p:nvPr/>
          </p:nvSpPr>
          <p:spPr>
            <a:xfrm>
              <a:off x="5645181" y="3715728"/>
              <a:ext cx="41418" cy="74117"/>
            </a:xfrm>
            <a:custGeom>
              <a:rect b="b" l="l" r="r" t="t"/>
              <a:pathLst>
                <a:path extrusionOk="0" h="374" w="209">
                  <a:moveTo>
                    <a:pt x="43" y="1"/>
                  </a:moveTo>
                  <a:lnTo>
                    <a:pt x="0" y="237"/>
                  </a:lnTo>
                  <a:lnTo>
                    <a:pt x="138" y="352"/>
                  </a:lnTo>
                  <a:lnTo>
                    <a:pt x="166" y="373"/>
                  </a:lnTo>
                  <a:lnTo>
                    <a:pt x="209" y="144"/>
                  </a:lnTo>
                  <a:lnTo>
                    <a:pt x="202" y="137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54"/>
            <p:cNvSpPr/>
            <p:nvPr/>
          </p:nvSpPr>
          <p:spPr>
            <a:xfrm>
              <a:off x="5187998" y="4322531"/>
              <a:ext cx="599868" cy="556468"/>
            </a:xfrm>
            <a:custGeom>
              <a:rect b="b" l="l" r="r" t="t"/>
              <a:pathLst>
                <a:path extrusionOk="0" h="2808" w="3027">
                  <a:moveTo>
                    <a:pt x="3027" y="1"/>
                  </a:moveTo>
                  <a:lnTo>
                    <a:pt x="3027" y="1"/>
                  </a:lnTo>
                  <a:cubicBezTo>
                    <a:pt x="2977" y="187"/>
                    <a:pt x="2825" y="366"/>
                    <a:pt x="2575" y="510"/>
                  </a:cubicBezTo>
                  <a:cubicBezTo>
                    <a:pt x="2359" y="632"/>
                    <a:pt x="2092" y="704"/>
                    <a:pt x="1812" y="741"/>
                  </a:cubicBezTo>
                  <a:cubicBezTo>
                    <a:pt x="1762" y="748"/>
                    <a:pt x="1712" y="748"/>
                    <a:pt x="1660" y="755"/>
                  </a:cubicBezTo>
                  <a:lnTo>
                    <a:pt x="1358" y="755"/>
                  </a:lnTo>
                  <a:cubicBezTo>
                    <a:pt x="1338" y="755"/>
                    <a:pt x="1315" y="748"/>
                    <a:pt x="1295" y="748"/>
                  </a:cubicBezTo>
                  <a:cubicBezTo>
                    <a:pt x="1265" y="748"/>
                    <a:pt x="1245" y="741"/>
                    <a:pt x="1215" y="741"/>
                  </a:cubicBezTo>
                  <a:cubicBezTo>
                    <a:pt x="1195" y="741"/>
                    <a:pt x="1165" y="734"/>
                    <a:pt x="1143" y="734"/>
                  </a:cubicBezTo>
                  <a:cubicBezTo>
                    <a:pt x="877" y="698"/>
                    <a:pt x="618" y="611"/>
                    <a:pt x="410" y="489"/>
                  </a:cubicBezTo>
                  <a:cubicBezTo>
                    <a:pt x="180" y="346"/>
                    <a:pt x="44" y="180"/>
                    <a:pt x="1" y="1"/>
                  </a:cubicBezTo>
                  <a:lnTo>
                    <a:pt x="1" y="1"/>
                  </a:lnTo>
                  <a:cubicBezTo>
                    <a:pt x="180" y="768"/>
                    <a:pt x="360" y="1538"/>
                    <a:pt x="539" y="2314"/>
                  </a:cubicBezTo>
                  <a:cubicBezTo>
                    <a:pt x="561" y="2430"/>
                    <a:pt x="655" y="2545"/>
                    <a:pt x="806" y="2631"/>
                  </a:cubicBezTo>
                  <a:cubicBezTo>
                    <a:pt x="1000" y="2749"/>
                    <a:pt x="1259" y="2808"/>
                    <a:pt x="1518" y="2808"/>
                  </a:cubicBezTo>
                  <a:cubicBezTo>
                    <a:pt x="1766" y="2808"/>
                    <a:pt x="2014" y="2754"/>
                    <a:pt x="2207" y="2645"/>
                  </a:cubicBezTo>
                  <a:cubicBezTo>
                    <a:pt x="2380" y="2552"/>
                    <a:pt x="2480" y="2430"/>
                    <a:pt x="2509" y="2307"/>
                  </a:cubicBezTo>
                  <a:cubicBezTo>
                    <a:pt x="2682" y="1538"/>
                    <a:pt x="2854" y="768"/>
                    <a:pt x="302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54"/>
            <p:cNvSpPr/>
            <p:nvPr/>
          </p:nvSpPr>
          <p:spPr>
            <a:xfrm>
              <a:off x="5450180" y="3761308"/>
              <a:ext cx="143873" cy="681119"/>
            </a:xfrm>
            <a:custGeom>
              <a:rect b="b" l="l" r="r" t="t"/>
              <a:pathLst>
                <a:path extrusionOk="0" h="3437" w="726">
                  <a:moveTo>
                    <a:pt x="725" y="0"/>
                  </a:moveTo>
                  <a:lnTo>
                    <a:pt x="691" y="50"/>
                  </a:lnTo>
                  <a:lnTo>
                    <a:pt x="632" y="129"/>
                  </a:lnTo>
                  <a:lnTo>
                    <a:pt x="310" y="1818"/>
                  </a:lnTo>
                  <a:lnTo>
                    <a:pt x="280" y="1970"/>
                  </a:lnTo>
                  <a:lnTo>
                    <a:pt x="187" y="2465"/>
                  </a:lnTo>
                  <a:lnTo>
                    <a:pt x="72" y="3040"/>
                  </a:lnTo>
                  <a:lnTo>
                    <a:pt x="1" y="3436"/>
                  </a:lnTo>
                  <a:lnTo>
                    <a:pt x="65" y="3436"/>
                  </a:lnTo>
                  <a:lnTo>
                    <a:pt x="101" y="3248"/>
                  </a:lnTo>
                  <a:lnTo>
                    <a:pt x="217" y="2674"/>
                  </a:lnTo>
                  <a:lnTo>
                    <a:pt x="346" y="1970"/>
                  </a:lnTo>
                  <a:lnTo>
                    <a:pt x="374" y="1825"/>
                  </a:lnTo>
                  <a:lnTo>
                    <a:pt x="712" y="79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54"/>
            <p:cNvSpPr/>
            <p:nvPr/>
          </p:nvSpPr>
          <p:spPr>
            <a:xfrm>
              <a:off x="5462863" y="3761308"/>
              <a:ext cx="182517" cy="682506"/>
            </a:xfrm>
            <a:custGeom>
              <a:rect b="b" l="l" r="r" t="t"/>
              <a:pathLst>
                <a:path extrusionOk="0" h="3444" w="921">
                  <a:moveTo>
                    <a:pt x="661" y="0"/>
                  </a:moveTo>
                  <a:lnTo>
                    <a:pt x="648" y="79"/>
                  </a:lnTo>
                  <a:lnTo>
                    <a:pt x="310" y="1825"/>
                  </a:lnTo>
                  <a:lnTo>
                    <a:pt x="282" y="1970"/>
                  </a:lnTo>
                  <a:lnTo>
                    <a:pt x="153" y="2674"/>
                  </a:lnTo>
                  <a:lnTo>
                    <a:pt x="37" y="3248"/>
                  </a:lnTo>
                  <a:lnTo>
                    <a:pt x="1" y="3436"/>
                  </a:lnTo>
                  <a:lnTo>
                    <a:pt x="15" y="3436"/>
                  </a:lnTo>
                  <a:cubicBezTo>
                    <a:pt x="30" y="3436"/>
                    <a:pt x="44" y="3443"/>
                    <a:pt x="58" y="3443"/>
                  </a:cubicBezTo>
                  <a:lnTo>
                    <a:pt x="66" y="3443"/>
                  </a:lnTo>
                  <a:cubicBezTo>
                    <a:pt x="123" y="3443"/>
                    <a:pt x="187" y="3443"/>
                    <a:pt x="246" y="3436"/>
                  </a:cubicBezTo>
                  <a:lnTo>
                    <a:pt x="260" y="3436"/>
                  </a:lnTo>
                  <a:lnTo>
                    <a:pt x="541" y="2005"/>
                  </a:lnTo>
                  <a:lnTo>
                    <a:pt x="568" y="1854"/>
                  </a:lnTo>
                  <a:lnTo>
                    <a:pt x="893" y="166"/>
                  </a:lnTo>
                  <a:lnTo>
                    <a:pt x="920" y="7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1" name="Google Shape;4301;p54"/>
            <p:cNvGrpSpPr/>
            <p:nvPr/>
          </p:nvGrpSpPr>
          <p:grpSpPr>
            <a:xfrm>
              <a:off x="6541265" y="891566"/>
              <a:ext cx="1509780" cy="882085"/>
              <a:chOff x="6541265" y="891566"/>
              <a:chExt cx="1509780" cy="882085"/>
            </a:xfrm>
          </p:grpSpPr>
          <p:grpSp>
            <p:nvGrpSpPr>
              <p:cNvPr id="4302" name="Google Shape;4302;p54"/>
              <p:cNvGrpSpPr/>
              <p:nvPr/>
            </p:nvGrpSpPr>
            <p:grpSpPr>
              <a:xfrm>
                <a:off x="6541265" y="1659448"/>
                <a:ext cx="114150" cy="114196"/>
                <a:chOff x="-685100" y="4136737"/>
                <a:chExt cx="38359" cy="38359"/>
              </a:xfrm>
            </p:grpSpPr>
            <p:sp>
              <p:nvSpPr>
                <p:cNvPr id="4303" name="Google Shape;4303;p5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4" name="Google Shape;4304;p5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305" name="Google Shape;4305;p54"/>
              <p:cNvSpPr/>
              <p:nvPr/>
            </p:nvSpPr>
            <p:spPr>
              <a:xfrm>
                <a:off x="7141115" y="13145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54"/>
              <p:cNvSpPr/>
              <p:nvPr/>
            </p:nvSpPr>
            <p:spPr>
              <a:xfrm>
                <a:off x="7901312" y="16743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54"/>
              <p:cNvSpPr/>
              <p:nvPr/>
            </p:nvSpPr>
            <p:spPr>
              <a:xfrm>
                <a:off x="7945985" y="8915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308" name="Google Shape;4308;p54"/>
          <p:cNvSpPr txBox="1"/>
          <p:nvPr/>
        </p:nvSpPr>
        <p:spPr>
          <a:xfrm>
            <a:off x="545500" y="806125"/>
            <a:ext cx="4629600" cy="3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Achievements: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Successfully implemented 28 data structure problems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Mastered fundamental algorithms (Floyd's, Merge Sort, AVL balancing)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➔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Integrated all implementations into cohesive menu-driven program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Results: 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Deep understanding of when and why to use specific data structures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Future Scope: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Apply these concepts to advanced algorithms, system design, and optimize for parallel processing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09" name="Google Shape;4309;p54"/>
          <p:cNvSpPr txBox="1"/>
          <p:nvPr>
            <p:ph type="title"/>
          </p:nvPr>
        </p:nvSpPr>
        <p:spPr>
          <a:xfrm>
            <a:off x="2341062" y="-36769"/>
            <a:ext cx="4461900" cy="8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Conclusion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3" name="Shape 4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4" name="Google Shape;4314;p55"/>
          <p:cNvSpPr txBox="1"/>
          <p:nvPr>
            <p:ph type="title"/>
          </p:nvPr>
        </p:nvSpPr>
        <p:spPr>
          <a:xfrm>
            <a:off x="285163" y="214354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315" name="Google Shape;4315;p55"/>
          <p:cNvSpPr txBox="1"/>
          <p:nvPr>
            <p:ph idx="1" type="body"/>
          </p:nvPr>
        </p:nvSpPr>
        <p:spPr>
          <a:xfrm>
            <a:off x="379600" y="994174"/>
            <a:ext cx="8381700" cy="3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Cormen, T. H., et al. (2009). Introduction to Algorithms (3rd ed.). MIT Press.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Weiss, M. A. (2013). Data Structures and Algorithm Analysis in C++ (4th ed.). Pearson.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Karumanchi, N. (2016). Data Structures and Algorithms Made Easy. CareerMonk Publications.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GeeksforGeeks. (2024). Data Structures. https://www.geeksforgeeks.org/data-structures/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LeetCode. (2024). Problems Archive. https://leetcode.com/problemset/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McDowell, G. L. Cracking the Coding Interview (6th Edition).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Class lecture notes - Mr. Humayun Majeed, Data Structures Lab, Fall 2025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Lab Tasks, Practicals 1 - 14</a:t>
            </a:r>
            <a:endParaRPr/>
          </a:p>
        </p:txBody>
      </p:sp>
      <p:grpSp>
        <p:nvGrpSpPr>
          <p:cNvPr id="4316" name="Google Shape;4316;p55"/>
          <p:cNvGrpSpPr/>
          <p:nvPr/>
        </p:nvGrpSpPr>
        <p:grpSpPr>
          <a:xfrm>
            <a:off x="7068441" y="3654189"/>
            <a:ext cx="1542770" cy="941189"/>
            <a:chOff x="7611866" y="4081864"/>
            <a:chExt cx="1542770" cy="941189"/>
          </a:xfrm>
        </p:grpSpPr>
        <p:sp>
          <p:nvSpPr>
            <p:cNvPr id="4317" name="Google Shape;4317;p55"/>
            <p:cNvSpPr/>
            <p:nvPr/>
          </p:nvSpPr>
          <p:spPr>
            <a:xfrm>
              <a:off x="7611866" y="4584467"/>
              <a:ext cx="694996" cy="438586"/>
            </a:xfrm>
            <a:custGeom>
              <a:rect b="b" l="l" r="r" t="t"/>
              <a:pathLst>
                <a:path extrusionOk="0" h="2446" w="3876">
                  <a:moveTo>
                    <a:pt x="1" y="1"/>
                  </a:moveTo>
                  <a:lnTo>
                    <a:pt x="1" y="194"/>
                  </a:lnTo>
                  <a:lnTo>
                    <a:pt x="3875" y="2445"/>
                  </a:lnTo>
                  <a:lnTo>
                    <a:pt x="3875" y="22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55"/>
            <p:cNvSpPr/>
            <p:nvPr/>
          </p:nvSpPr>
          <p:spPr>
            <a:xfrm>
              <a:off x="8695788" y="4453033"/>
              <a:ext cx="458848" cy="290120"/>
            </a:xfrm>
            <a:custGeom>
              <a:rect b="b" l="l" r="r" t="t"/>
              <a:pathLst>
                <a:path extrusionOk="0" h="1618" w="2559">
                  <a:moveTo>
                    <a:pt x="2128" y="1"/>
                  </a:moveTo>
                  <a:lnTo>
                    <a:pt x="2236" y="223"/>
                  </a:lnTo>
                  <a:lnTo>
                    <a:pt x="713" y="1100"/>
                  </a:lnTo>
                  <a:lnTo>
                    <a:pt x="713" y="1208"/>
                  </a:lnTo>
                  <a:lnTo>
                    <a:pt x="604" y="1194"/>
                  </a:lnTo>
                  <a:lnTo>
                    <a:pt x="497" y="1338"/>
                  </a:lnTo>
                  <a:lnTo>
                    <a:pt x="497" y="1222"/>
                  </a:lnTo>
                  <a:lnTo>
                    <a:pt x="1" y="1510"/>
                  </a:lnTo>
                  <a:lnTo>
                    <a:pt x="196" y="1617"/>
                  </a:lnTo>
                  <a:lnTo>
                    <a:pt x="2559" y="253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55"/>
            <p:cNvSpPr/>
            <p:nvPr/>
          </p:nvSpPr>
          <p:spPr>
            <a:xfrm>
              <a:off x="7611866" y="4544660"/>
              <a:ext cx="1119058" cy="443427"/>
            </a:xfrm>
            <a:custGeom>
              <a:rect b="b" l="l" r="r" t="t"/>
              <a:pathLst>
                <a:path extrusionOk="0" h="2473" w="6241">
                  <a:moveTo>
                    <a:pt x="389" y="0"/>
                  </a:moveTo>
                  <a:lnTo>
                    <a:pt x="1" y="223"/>
                  </a:lnTo>
                  <a:lnTo>
                    <a:pt x="3875" y="2472"/>
                  </a:lnTo>
                  <a:lnTo>
                    <a:pt x="6241" y="1106"/>
                  </a:lnTo>
                  <a:lnTo>
                    <a:pt x="6046" y="999"/>
                  </a:lnTo>
                  <a:lnTo>
                    <a:pt x="6039" y="1006"/>
                  </a:lnTo>
                  <a:lnTo>
                    <a:pt x="3796" y="2300"/>
                  </a:lnTo>
                  <a:lnTo>
                    <a:pt x="310" y="266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55"/>
            <p:cNvSpPr/>
            <p:nvPr/>
          </p:nvSpPr>
          <p:spPr>
            <a:xfrm>
              <a:off x="8306688" y="4498219"/>
              <a:ext cx="847945" cy="524833"/>
            </a:xfrm>
            <a:custGeom>
              <a:rect b="b" l="l" r="r" t="t"/>
              <a:pathLst>
                <a:path extrusionOk="0" h="2927" w="4729">
                  <a:moveTo>
                    <a:pt x="4729" y="1"/>
                  </a:moveTo>
                  <a:lnTo>
                    <a:pt x="2366" y="1365"/>
                  </a:lnTo>
                  <a:lnTo>
                    <a:pt x="0" y="2731"/>
                  </a:lnTo>
                  <a:lnTo>
                    <a:pt x="0" y="2926"/>
                  </a:lnTo>
                  <a:lnTo>
                    <a:pt x="2091" y="1719"/>
                  </a:lnTo>
                  <a:cubicBezTo>
                    <a:pt x="2121" y="1703"/>
                    <a:pt x="2171" y="1660"/>
                    <a:pt x="2193" y="1624"/>
                  </a:cubicBezTo>
                  <a:cubicBezTo>
                    <a:pt x="2236" y="1567"/>
                    <a:pt x="2293" y="1503"/>
                    <a:pt x="2366" y="1467"/>
                  </a:cubicBezTo>
                  <a:cubicBezTo>
                    <a:pt x="2418" y="1435"/>
                    <a:pt x="2468" y="1418"/>
                    <a:pt x="2505" y="1418"/>
                  </a:cubicBezTo>
                  <a:cubicBezTo>
                    <a:pt x="2518" y="1418"/>
                    <a:pt x="2529" y="1420"/>
                    <a:pt x="2538" y="1424"/>
                  </a:cubicBezTo>
                  <a:cubicBezTo>
                    <a:pt x="2544" y="1428"/>
                    <a:pt x="2552" y="1429"/>
                    <a:pt x="2561" y="1429"/>
                  </a:cubicBezTo>
                  <a:cubicBezTo>
                    <a:pt x="2585" y="1429"/>
                    <a:pt x="2617" y="1418"/>
                    <a:pt x="2638" y="1401"/>
                  </a:cubicBezTo>
                  <a:lnTo>
                    <a:pt x="4729" y="194"/>
                  </a:lnTo>
                  <a:lnTo>
                    <a:pt x="4729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55"/>
            <p:cNvSpPr/>
            <p:nvPr/>
          </p:nvSpPr>
          <p:spPr>
            <a:xfrm>
              <a:off x="8068207" y="4081864"/>
              <a:ext cx="1005377" cy="596915"/>
            </a:xfrm>
            <a:custGeom>
              <a:rect b="b" l="l" r="r" t="t"/>
              <a:pathLst>
                <a:path extrusionOk="0" h="3329" w="5607">
                  <a:moveTo>
                    <a:pt x="2114" y="1"/>
                  </a:moveTo>
                  <a:cubicBezTo>
                    <a:pt x="1689" y="64"/>
                    <a:pt x="1323" y="209"/>
                    <a:pt x="1028" y="382"/>
                  </a:cubicBezTo>
                  <a:cubicBezTo>
                    <a:pt x="345" y="777"/>
                    <a:pt x="21" y="1281"/>
                    <a:pt x="0" y="1301"/>
                  </a:cubicBezTo>
                  <a:lnTo>
                    <a:pt x="30" y="1324"/>
                  </a:lnTo>
                  <a:lnTo>
                    <a:pt x="3487" y="3328"/>
                  </a:lnTo>
                  <a:lnTo>
                    <a:pt x="3494" y="3328"/>
                  </a:lnTo>
                  <a:cubicBezTo>
                    <a:pt x="3507" y="3308"/>
                    <a:pt x="3832" y="2804"/>
                    <a:pt x="4515" y="2409"/>
                  </a:cubicBezTo>
                  <a:cubicBezTo>
                    <a:pt x="4536" y="2393"/>
                    <a:pt x="4549" y="2386"/>
                    <a:pt x="4572" y="2373"/>
                  </a:cubicBezTo>
                  <a:cubicBezTo>
                    <a:pt x="4608" y="2359"/>
                    <a:pt x="4644" y="2336"/>
                    <a:pt x="4679" y="2316"/>
                  </a:cubicBezTo>
                  <a:lnTo>
                    <a:pt x="4687" y="2316"/>
                  </a:lnTo>
                  <a:cubicBezTo>
                    <a:pt x="4722" y="2293"/>
                    <a:pt x="4765" y="2279"/>
                    <a:pt x="4801" y="2257"/>
                  </a:cubicBezTo>
                  <a:lnTo>
                    <a:pt x="4817" y="2257"/>
                  </a:lnTo>
                  <a:cubicBezTo>
                    <a:pt x="4831" y="2243"/>
                    <a:pt x="4860" y="2236"/>
                    <a:pt x="4874" y="2229"/>
                  </a:cubicBezTo>
                  <a:cubicBezTo>
                    <a:pt x="4894" y="2221"/>
                    <a:pt x="4910" y="2214"/>
                    <a:pt x="4924" y="2207"/>
                  </a:cubicBezTo>
                  <a:cubicBezTo>
                    <a:pt x="4946" y="2200"/>
                    <a:pt x="4967" y="2193"/>
                    <a:pt x="4989" y="2186"/>
                  </a:cubicBezTo>
                  <a:cubicBezTo>
                    <a:pt x="5032" y="2164"/>
                    <a:pt x="5083" y="2150"/>
                    <a:pt x="5126" y="2135"/>
                  </a:cubicBezTo>
                  <a:cubicBezTo>
                    <a:pt x="5146" y="2128"/>
                    <a:pt x="5169" y="2121"/>
                    <a:pt x="5183" y="2121"/>
                  </a:cubicBezTo>
                  <a:cubicBezTo>
                    <a:pt x="5212" y="2114"/>
                    <a:pt x="5240" y="2107"/>
                    <a:pt x="5269" y="2100"/>
                  </a:cubicBezTo>
                  <a:cubicBezTo>
                    <a:pt x="5291" y="2091"/>
                    <a:pt x="5319" y="2084"/>
                    <a:pt x="5348" y="2078"/>
                  </a:cubicBezTo>
                  <a:cubicBezTo>
                    <a:pt x="5369" y="2071"/>
                    <a:pt x="5391" y="2064"/>
                    <a:pt x="5405" y="2064"/>
                  </a:cubicBezTo>
                  <a:cubicBezTo>
                    <a:pt x="5428" y="2057"/>
                    <a:pt x="5448" y="2057"/>
                    <a:pt x="5471" y="2048"/>
                  </a:cubicBezTo>
                  <a:cubicBezTo>
                    <a:pt x="5498" y="2041"/>
                    <a:pt x="5528" y="2034"/>
                    <a:pt x="5564" y="2034"/>
                  </a:cubicBezTo>
                  <a:cubicBezTo>
                    <a:pt x="5578" y="2028"/>
                    <a:pt x="5593" y="2028"/>
                    <a:pt x="5607" y="2028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55"/>
            <p:cNvSpPr/>
            <p:nvPr/>
          </p:nvSpPr>
          <p:spPr>
            <a:xfrm>
              <a:off x="7689327" y="4310483"/>
              <a:ext cx="1004122" cy="571812"/>
            </a:xfrm>
            <a:custGeom>
              <a:rect b="b" l="l" r="r" t="t"/>
              <a:pathLst>
                <a:path extrusionOk="0" h="3189" w="5600">
                  <a:moveTo>
                    <a:pt x="1941" y="1"/>
                  </a:moveTo>
                  <a:cubicBezTo>
                    <a:pt x="1778" y="1"/>
                    <a:pt x="1499" y="50"/>
                    <a:pt x="1092" y="285"/>
                  </a:cubicBezTo>
                  <a:cubicBezTo>
                    <a:pt x="797" y="458"/>
                    <a:pt x="431" y="730"/>
                    <a:pt x="0" y="1161"/>
                  </a:cubicBezTo>
                  <a:lnTo>
                    <a:pt x="100" y="1220"/>
                  </a:lnTo>
                  <a:lnTo>
                    <a:pt x="3493" y="3188"/>
                  </a:lnTo>
                  <a:cubicBezTo>
                    <a:pt x="3918" y="2757"/>
                    <a:pt x="4284" y="2485"/>
                    <a:pt x="4579" y="2312"/>
                  </a:cubicBezTo>
                  <a:cubicBezTo>
                    <a:pt x="4629" y="2283"/>
                    <a:pt x="4679" y="2255"/>
                    <a:pt x="4730" y="2233"/>
                  </a:cubicBezTo>
                  <a:cubicBezTo>
                    <a:pt x="4751" y="2226"/>
                    <a:pt x="4773" y="2212"/>
                    <a:pt x="4794" y="2196"/>
                  </a:cubicBezTo>
                  <a:lnTo>
                    <a:pt x="4801" y="2196"/>
                  </a:lnTo>
                  <a:cubicBezTo>
                    <a:pt x="4823" y="2190"/>
                    <a:pt x="4844" y="2176"/>
                    <a:pt x="4860" y="2169"/>
                  </a:cubicBezTo>
                  <a:cubicBezTo>
                    <a:pt x="4880" y="2162"/>
                    <a:pt x="4903" y="2153"/>
                    <a:pt x="4924" y="2146"/>
                  </a:cubicBezTo>
                  <a:cubicBezTo>
                    <a:pt x="5024" y="2103"/>
                    <a:pt x="5118" y="2076"/>
                    <a:pt x="5196" y="2060"/>
                  </a:cubicBezTo>
                  <a:cubicBezTo>
                    <a:pt x="5212" y="2053"/>
                    <a:pt x="5225" y="2053"/>
                    <a:pt x="5239" y="2046"/>
                  </a:cubicBezTo>
                  <a:lnTo>
                    <a:pt x="5275" y="2046"/>
                  </a:lnTo>
                  <a:cubicBezTo>
                    <a:pt x="5282" y="2039"/>
                    <a:pt x="5291" y="2039"/>
                    <a:pt x="5291" y="2039"/>
                  </a:cubicBezTo>
                  <a:cubicBezTo>
                    <a:pt x="5312" y="2039"/>
                    <a:pt x="5334" y="2033"/>
                    <a:pt x="5355" y="2033"/>
                  </a:cubicBezTo>
                  <a:lnTo>
                    <a:pt x="5507" y="2033"/>
                  </a:lnTo>
                  <a:cubicBezTo>
                    <a:pt x="5507" y="2033"/>
                    <a:pt x="5514" y="2033"/>
                    <a:pt x="5520" y="2039"/>
                  </a:cubicBezTo>
                  <a:lnTo>
                    <a:pt x="5541" y="2039"/>
                  </a:lnTo>
                  <a:cubicBezTo>
                    <a:pt x="5550" y="2039"/>
                    <a:pt x="5557" y="2046"/>
                    <a:pt x="5564" y="2046"/>
                  </a:cubicBezTo>
                  <a:lnTo>
                    <a:pt x="5577" y="2046"/>
                  </a:lnTo>
                  <a:cubicBezTo>
                    <a:pt x="5584" y="2046"/>
                    <a:pt x="5584" y="2053"/>
                    <a:pt x="5593" y="2053"/>
                  </a:cubicBezTo>
                  <a:lnTo>
                    <a:pt x="5600" y="2053"/>
                  </a:lnTo>
                  <a:lnTo>
                    <a:pt x="2143" y="49"/>
                  </a:lnTo>
                  <a:lnTo>
                    <a:pt x="2113" y="26"/>
                  </a:lnTo>
                  <a:cubicBezTo>
                    <a:pt x="2108" y="23"/>
                    <a:pt x="2051" y="1"/>
                    <a:pt x="194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55"/>
            <p:cNvSpPr/>
            <p:nvPr/>
          </p:nvSpPr>
          <p:spPr>
            <a:xfrm>
              <a:off x="7667272" y="4518660"/>
              <a:ext cx="648555" cy="438407"/>
            </a:xfrm>
            <a:custGeom>
              <a:rect b="b" l="l" r="r" t="t"/>
              <a:pathLst>
                <a:path extrusionOk="0" h="2445" w="3617">
                  <a:moveTo>
                    <a:pt x="123" y="0"/>
                  </a:moveTo>
                  <a:lnTo>
                    <a:pt x="80" y="145"/>
                  </a:lnTo>
                  <a:lnTo>
                    <a:pt x="1" y="411"/>
                  </a:lnTo>
                  <a:lnTo>
                    <a:pt x="3487" y="2445"/>
                  </a:lnTo>
                  <a:lnTo>
                    <a:pt x="3616" y="2027"/>
                  </a:lnTo>
                  <a:lnTo>
                    <a:pt x="223" y="59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55"/>
            <p:cNvSpPr/>
            <p:nvPr/>
          </p:nvSpPr>
          <p:spPr>
            <a:xfrm>
              <a:off x="8292522" y="4674838"/>
              <a:ext cx="403442" cy="282230"/>
            </a:xfrm>
            <a:custGeom>
              <a:rect b="b" l="l" r="r" t="t"/>
              <a:pathLst>
                <a:path extrusionOk="0" h="1574" w="2250">
                  <a:moveTo>
                    <a:pt x="1991" y="1"/>
                  </a:moveTo>
                  <a:cubicBezTo>
                    <a:pt x="1970" y="1"/>
                    <a:pt x="1948" y="7"/>
                    <a:pt x="1927" y="7"/>
                  </a:cubicBezTo>
                  <a:cubicBezTo>
                    <a:pt x="1927" y="7"/>
                    <a:pt x="1918" y="7"/>
                    <a:pt x="1911" y="14"/>
                  </a:cubicBezTo>
                  <a:lnTo>
                    <a:pt x="1875" y="14"/>
                  </a:lnTo>
                  <a:cubicBezTo>
                    <a:pt x="1861" y="21"/>
                    <a:pt x="1848" y="21"/>
                    <a:pt x="1832" y="28"/>
                  </a:cubicBezTo>
                  <a:cubicBezTo>
                    <a:pt x="1754" y="44"/>
                    <a:pt x="1660" y="71"/>
                    <a:pt x="1560" y="114"/>
                  </a:cubicBezTo>
                  <a:cubicBezTo>
                    <a:pt x="1539" y="121"/>
                    <a:pt x="1516" y="130"/>
                    <a:pt x="1496" y="137"/>
                  </a:cubicBezTo>
                  <a:cubicBezTo>
                    <a:pt x="1480" y="144"/>
                    <a:pt x="1459" y="158"/>
                    <a:pt x="1437" y="164"/>
                  </a:cubicBezTo>
                  <a:lnTo>
                    <a:pt x="1430" y="164"/>
                  </a:lnTo>
                  <a:cubicBezTo>
                    <a:pt x="1409" y="180"/>
                    <a:pt x="1387" y="194"/>
                    <a:pt x="1366" y="201"/>
                  </a:cubicBezTo>
                  <a:cubicBezTo>
                    <a:pt x="1315" y="223"/>
                    <a:pt x="1265" y="251"/>
                    <a:pt x="1215" y="280"/>
                  </a:cubicBezTo>
                  <a:cubicBezTo>
                    <a:pt x="920" y="453"/>
                    <a:pt x="554" y="725"/>
                    <a:pt x="129" y="1156"/>
                  </a:cubicBezTo>
                  <a:lnTo>
                    <a:pt x="0" y="1574"/>
                  </a:lnTo>
                  <a:lnTo>
                    <a:pt x="2243" y="280"/>
                  </a:lnTo>
                  <a:lnTo>
                    <a:pt x="2250" y="273"/>
                  </a:lnTo>
                  <a:lnTo>
                    <a:pt x="2243" y="266"/>
                  </a:lnTo>
                  <a:lnTo>
                    <a:pt x="2243" y="21"/>
                  </a:lnTo>
                  <a:lnTo>
                    <a:pt x="2229" y="21"/>
                  </a:lnTo>
                  <a:cubicBezTo>
                    <a:pt x="2220" y="21"/>
                    <a:pt x="2220" y="14"/>
                    <a:pt x="2213" y="14"/>
                  </a:cubicBezTo>
                  <a:lnTo>
                    <a:pt x="2200" y="14"/>
                  </a:lnTo>
                  <a:cubicBezTo>
                    <a:pt x="2193" y="14"/>
                    <a:pt x="2186" y="7"/>
                    <a:pt x="2177" y="7"/>
                  </a:cubicBezTo>
                  <a:lnTo>
                    <a:pt x="2156" y="7"/>
                  </a:lnTo>
                  <a:cubicBezTo>
                    <a:pt x="2150" y="1"/>
                    <a:pt x="2143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55"/>
            <p:cNvSpPr/>
            <p:nvPr/>
          </p:nvSpPr>
          <p:spPr>
            <a:xfrm>
              <a:off x="8783291" y="4595942"/>
              <a:ext cx="40523" cy="97005"/>
            </a:xfrm>
            <a:custGeom>
              <a:rect b="b" l="l" r="r" t="t"/>
              <a:pathLst>
                <a:path extrusionOk="0" h="541" w="226">
                  <a:moveTo>
                    <a:pt x="225" y="1"/>
                  </a:moveTo>
                  <a:lnTo>
                    <a:pt x="1" y="130"/>
                  </a:lnTo>
                  <a:lnTo>
                    <a:pt x="9" y="425"/>
                  </a:lnTo>
                  <a:lnTo>
                    <a:pt x="9" y="541"/>
                  </a:lnTo>
                  <a:lnTo>
                    <a:pt x="116" y="397"/>
                  </a:lnTo>
                  <a:lnTo>
                    <a:pt x="225" y="411"/>
                  </a:lnTo>
                  <a:lnTo>
                    <a:pt x="225" y="303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55"/>
            <p:cNvSpPr/>
            <p:nvPr/>
          </p:nvSpPr>
          <p:spPr>
            <a:xfrm>
              <a:off x="8694533" y="4445323"/>
              <a:ext cx="402366" cy="278644"/>
            </a:xfrm>
            <a:custGeom>
              <a:rect b="b" l="l" r="r" t="t"/>
              <a:pathLst>
                <a:path extrusionOk="0" h="1554" w="2244">
                  <a:moveTo>
                    <a:pt x="2114" y="1"/>
                  </a:moveTo>
                  <a:cubicBezTo>
                    <a:pt x="2100" y="1"/>
                    <a:pt x="2085" y="1"/>
                    <a:pt x="2071" y="7"/>
                  </a:cubicBezTo>
                  <a:cubicBezTo>
                    <a:pt x="2035" y="7"/>
                    <a:pt x="2005" y="14"/>
                    <a:pt x="1978" y="21"/>
                  </a:cubicBezTo>
                  <a:cubicBezTo>
                    <a:pt x="1955" y="30"/>
                    <a:pt x="1935" y="30"/>
                    <a:pt x="1912" y="37"/>
                  </a:cubicBezTo>
                  <a:cubicBezTo>
                    <a:pt x="1898" y="37"/>
                    <a:pt x="1876" y="44"/>
                    <a:pt x="1855" y="51"/>
                  </a:cubicBezTo>
                  <a:cubicBezTo>
                    <a:pt x="1826" y="57"/>
                    <a:pt x="1798" y="64"/>
                    <a:pt x="1776" y="73"/>
                  </a:cubicBezTo>
                  <a:cubicBezTo>
                    <a:pt x="1747" y="80"/>
                    <a:pt x="1719" y="87"/>
                    <a:pt x="1690" y="94"/>
                  </a:cubicBezTo>
                  <a:cubicBezTo>
                    <a:pt x="1676" y="94"/>
                    <a:pt x="1653" y="101"/>
                    <a:pt x="1633" y="108"/>
                  </a:cubicBezTo>
                  <a:cubicBezTo>
                    <a:pt x="1590" y="123"/>
                    <a:pt x="1539" y="137"/>
                    <a:pt x="1496" y="159"/>
                  </a:cubicBezTo>
                  <a:cubicBezTo>
                    <a:pt x="1474" y="166"/>
                    <a:pt x="1453" y="173"/>
                    <a:pt x="1431" y="180"/>
                  </a:cubicBezTo>
                  <a:cubicBezTo>
                    <a:pt x="1417" y="187"/>
                    <a:pt x="1401" y="194"/>
                    <a:pt x="1381" y="202"/>
                  </a:cubicBezTo>
                  <a:cubicBezTo>
                    <a:pt x="1367" y="209"/>
                    <a:pt x="1338" y="216"/>
                    <a:pt x="1324" y="230"/>
                  </a:cubicBezTo>
                  <a:lnTo>
                    <a:pt x="1308" y="230"/>
                  </a:lnTo>
                  <a:cubicBezTo>
                    <a:pt x="1272" y="252"/>
                    <a:pt x="1229" y="266"/>
                    <a:pt x="1194" y="289"/>
                  </a:cubicBezTo>
                  <a:lnTo>
                    <a:pt x="1186" y="289"/>
                  </a:lnTo>
                  <a:cubicBezTo>
                    <a:pt x="1151" y="309"/>
                    <a:pt x="1115" y="332"/>
                    <a:pt x="1079" y="346"/>
                  </a:cubicBezTo>
                  <a:cubicBezTo>
                    <a:pt x="1056" y="359"/>
                    <a:pt x="1043" y="366"/>
                    <a:pt x="1022" y="382"/>
                  </a:cubicBezTo>
                  <a:cubicBezTo>
                    <a:pt x="339" y="777"/>
                    <a:pt x="14" y="1281"/>
                    <a:pt x="1" y="1301"/>
                  </a:cubicBezTo>
                  <a:lnTo>
                    <a:pt x="1" y="1546"/>
                  </a:lnTo>
                  <a:lnTo>
                    <a:pt x="8" y="1553"/>
                  </a:lnTo>
                  <a:lnTo>
                    <a:pt x="504" y="1265"/>
                  </a:lnTo>
                  <a:lnTo>
                    <a:pt x="496" y="970"/>
                  </a:lnTo>
                  <a:lnTo>
                    <a:pt x="720" y="841"/>
                  </a:lnTo>
                  <a:lnTo>
                    <a:pt x="720" y="1143"/>
                  </a:lnTo>
                  <a:lnTo>
                    <a:pt x="2243" y="266"/>
                  </a:lnTo>
                  <a:lnTo>
                    <a:pt x="2135" y="44"/>
                  </a:ln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55"/>
            <p:cNvSpPr/>
            <p:nvPr/>
          </p:nvSpPr>
          <p:spPr>
            <a:xfrm>
              <a:off x="8694533" y="4722534"/>
              <a:ext cx="179" cy="1434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55"/>
            <p:cNvSpPr/>
            <p:nvPr/>
          </p:nvSpPr>
          <p:spPr>
            <a:xfrm>
              <a:off x="8694533" y="4722534"/>
              <a:ext cx="179" cy="1434"/>
            </a:xfrm>
            <a:custGeom>
              <a:rect b="b" l="l" r="r" t="t"/>
              <a:pathLst>
                <a:path extrusionOk="0" fill="none" h="8" w="1">
                  <a:moveTo>
                    <a:pt x="1" y="7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55"/>
            <p:cNvSpPr/>
            <p:nvPr/>
          </p:nvSpPr>
          <p:spPr>
            <a:xfrm>
              <a:off x="8392935" y="4255793"/>
              <a:ext cx="297830" cy="177873"/>
            </a:xfrm>
            <a:custGeom>
              <a:rect b="b" l="l" r="r" t="t"/>
              <a:pathLst>
                <a:path extrusionOk="0" fill="none" h="992" w="1661">
                  <a:moveTo>
                    <a:pt x="1660" y="0"/>
                  </a:moveTo>
                  <a:cubicBezTo>
                    <a:pt x="1338" y="79"/>
                    <a:pt x="1050" y="202"/>
                    <a:pt x="813" y="338"/>
                  </a:cubicBezTo>
                  <a:cubicBezTo>
                    <a:pt x="432" y="554"/>
                    <a:pt x="166" y="813"/>
                    <a:pt x="1" y="992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55"/>
            <p:cNvSpPr/>
            <p:nvPr/>
          </p:nvSpPr>
          <p:spPr>
            <a:xfrm>
              <a:off x="8169875" y="4566536"/>
              <a:ext cx="281154" cy="166397"/>
            </a:xfrm>
            <a:custGeom>
              <a:rect b="b" l="l" r="r" t="t"/>
              <a:pathLst>
                <a:path extrusionOk="0" fill="none" h="928" w="1568">
                  <a:moveTo>
                    <a:pt x="1" y="927"/>
                  </a:moveTo>
                  <a:cubicBezTo>
                    <a:pt x="325" y="618"/>
                    <a:pt x="612" y="417"/>
                    <a:pt x="857" y="273"/>
                  </a:cubicBezTo>
                  <a:cubicBezTo>
                    <a:pt x="1165" y="94"/>
                    <a:pt x="1403" y="28"/>
                    <a:pt x="1567" y="1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31" name="Google Shape;4331;p55"/>
            <p:cNvGrpSpPr/>
            <p:nvPr/>
          </p:nvGrpSpPr>
          <p:grpSpPr>
            <a:xfrm>
              <a:off x="8166289" y="4124181"/>
              <a:ext cx="827509" cy="486285"/>
              <a:chOff x="2451109" y="1341282"/>
              <a:chExt cx="481923" cy="283201"/>
            </a:xfrm>
          </p:grpSpPr>
          <p:sp>
            <p:nvSpPr>
              <p:cNvPr id="4332" name="Google Shape;4332;p55"/>
              <p:cNvSpPr/>
              <p:nvPr/>
            </p:nvSpPr>
            <p:spPr>
              <a:xfrm>
                <a:off x="2451109" y="1341282"/>
                <a:ext cx="173346" cy="103694"/>
              </a:xfrm>
              <a:custGeom>
                <a:rect b="b" l="l" r="r" t="t"/>
                <a:pathLst>
                  <a:path extrusionOk="0" fill="none" h="993" w="1660">
                    <a:moveTo>
                      <a:pt x="1660" y="1"/>
                    </a:moveTo>
                    <a:cubicBezTo>
                      <a:pt x="1337" y="73"/>
                      <a:pt x="1049" y="196"/>
                      <a:pt x="811" y="339"/>
                    </a:cubicBezTo>
                    <a:cubicBezTo>
                      <a:pt x="431" y="555"/>
                      <a:pt x="164" y="807"/>
                      <a:pt x="0" y="99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3" name="Google Shape;4333;p55"/>
              <p:cNvSpPr/>
              <p:nvPr/>
            </p:nvSpPr>
            <p:spPr>
              <a:xfrm>
                <a:off x="2472725" y="1354127"/>
                <a:ext cx="173554" cy="103694"/>
              </a:xfrm>
              <a:custGeom>
                <a:rect b="b" l="l" r="r" t="t"/>
                <a:pathLst>
                  <a:path extrusionOk="0" fill="none" h="993" w="1662">
                    <a:moveTo>
                      <a:pt x="1661" y="0"/>
                    </a:moveTo>
                    <a:cubicBezTo>
                      <a:pt x="1337" y="73"/>
                      <a:pt x="1058" y="195"/>
                      <a:pt x="813" y="339"/>
                    </a:cubicBezTo>
                    <a:cubicBezTo>
                      <a:pt x="431" y="554"/>
                      <a:pt x="166" y="806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4" name="Google Shape;4334;p55"/>
              <p:cNvSpPr/>
              <p:nvPr/>
            </p:nvSpPr>
            <p:spPr>
              <a:xfrm>
                <a:off x="2547807" y="1366867"/>
                <a:ext cx="121029" cy="55659"/>
              </a:xfrm>
              <a:custGeom>
                <a:rect b="b" l="l" r="r" t="t"/>
                <a:pathLst>
                  <a:path extrusionOk="0" fill="none" h="533" w="1159">
                    <a:moveTo>
                      <a:pt x="1158" y="1"/>
                    </a:moveTo>
                    <a:cubicBezTo>
                      <a:pt x="827" y="73"/>
                      <a:pt x="547" y="196"/>
                      <a:pt x="302" y="339"/>
                    </a:cubicBezTo>
                    <a:cubicBezTo>
                      <a:pt x="196" y="403"/>
                      <a:pt x="94" y="468"/>
                      <a:pt x="1" y="53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5" name="Google Shape;4335;p55"/>
              <p:cNvSpPr/>
              <p:nvPr/>
            </p:nvSpPr>
            <p:spPr>
              <a:xfrm>
                <a:off x="2517002" y="1379711"/>
                <a:ext cx="173554" cy="103694"/>
              </a:xfrm>
              <a:custGeom>
                <a:rect b="b" l="l" r="r" t="t"/>
                <a:pathLst>
                  <a:path extrusionOk="0" fill="none" h="993" w="1662">
                    <a:moveTo>
                      <a:pt x="1662" y="0"/>
                    </a:moveTo>
                    <a:cubicBezTo>
                      <a:pt x="1338" y="73"/>
                      <a:pt x="1051" y="194"/>
                      <a:pt x="813" y="338"/>
                    </a:cubicBezTo>
                    <a:cubicBezTo>
                      <a:pt x="432" y="554"/>
                      <a:pt x="166" y="806"/>
                      <a:pt x="1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6" name="Google Shape;4336;p55"/>
              <p:cNvSpPr/>
              <p:nvPr/>
            </p:nvSpPr>
            <p:spPr>
              <a:xfrm>
                <a:off x="2538827" y="1392451"/>
                <a:ext cx="173554" cy="103694"/>
              </a:xfrm>
              <a:custGeom>
                <a:rect b="b" l="l" r="r" t="t"/>
                <a:pathLst>
                  <a:path extrusionOk="0" fill="none" h="993" w="1662">
                    <a:moveTo>
                      <a:pt x="1662" y="1"/>
                    </a:moveTo>
                    <a:cubicBezTo>
                      <a:pt x="1337" y="80"/>
                      <a:pt x="1058" y="194"/>
                      <a:pt x="813" y="339"/>
                    </a:cubicBezTo>
                    <a:cubicBezTo>
                      <a:pt x="432" y="555"/>
                      <a:pt x="166" y="805"/>
                      <a:pt x="0" y="99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55"/>
              <p:cNvSpPr/>
              <p:nvPr/>
            </p:nvSpPr>
            <p:spPr>
              <a:xfrm>
                <a:off x="2560652" y="1405295"/>
                <a:ext cx="174285" cy="103694"/>
              </a:xfrm>
              <a:custGeom>
                <a:rect b="b" l="l" r="r" t="t"/>
                <a:pathLst>
                  <a:path extrusionOk="0" fill="none" h="993" w="1669">
                    <a:moveTo>
                      <a:pt x="1668" y="0"/>
                    </a:moveTo>
                    <a:cubicBezTo>
                      <a:pt x="1337" y="78"/>
                      <a:pt x="1056" y="194"/>
                      <a:pt x="813" y="337"/>
                    </a:cubicBezTo>
                    <a:cubicBezTo>
                      <a:pt x="438" y="552"/>
                      <a:pt x="166" y="811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8" name="Google Shape;4338;p55"/>
              <p:cNvSpPr/>
              <p:nvPr/>
            </p:nvSpPr>
            <p:spPr>
              <a:xfrm>
                <a:off x="2604928" y="1430670"/>
                <a:ext cx="173345" cy="103694"/>
              </a:xfrm>
              <a:custGeom>
                <a:rect b="b" l="l" r="r" t="t"/>
                <a:pathLst>
                  <a:path extrusionOk="0" fill="none" h="993" w="1660">
                    <a:moveTo>
                      <a:pt x="1660" y="1"/>
                    </a:moveTo>
                    <a:cubicBezTo>
                      <a:pt x="1337" y="80"/>
                      <a:pt x="1056" y="202"/>
                      <a:pt x="813" y="339"/>
                    </a:cubicBezTo>
                    <a:cubicBezTo>
                      <a:pt x="432" y="554"/>
                      <a:pt x="166" y="813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9" name="Google Shape;4339;p55"/>
              <p:cNvSpPr/>
              <p:nvPr/>
            </p:nvSpPr>
            <p:spPr>
              <a:xfrm>
                <a:off x="2679174" y="1443515"/>
                <a:ext cx="121655" cy="57120"/>
              </a:xfrm>
              <a:custGeom>
                <a:rect b="b" l="l" r="r" t="t"/>
                <a:pathLst>
                  <a:path extrusionOk="0" fill="none" h="547" w="1165">
                    <a:moveTo>
                      <a:pt x="1165" y="0"/>
                    </a:moveTo>
                    <a:cubicBezTo>
                      <a:pt x="835" y="79"/>
                      <a:pt x="554" y="202"/>
                      <a:pt x="309" y="338"/>
                    </a:cubicBezTo>
                    <a:cubicBezTo>
                      <a:pt x="195" y="402"/>
                      <a:pt x="93" y="474"/>
                      <a:pt x="0" y="547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0" name="Google Shape;4340;p55"/>
              <p:cNvSpPr/>
              <p:nvPr/>
            </p:nvSpPr>
            <p:spPr>
              <a:xfrm>
                <a:off x="2648369" y="1456255"/>
                <a:ext cx="174285" cy="104425"/>
              </a:xfrm>
              <a:custGeom>
                <a:rect b="b" l="l" r="r" t="t"/>
                <a:pathLst>
                  <a:path extrusionOk="0" fill="none" h="1000" w="1669">
                    <a:moveTo>
                      <a:pt x="1668" y="1"/>
                    </a:moveTo>
                    <a:cubicBezTo>
                      <a:pt x="1346" y="80"/>
                      <a:pt x="1058" y="202"/>
                      <a:pt x="820" y="339"/>
                    </a:cubicBezTo>
                    <a:cubicBezTo>
                      <a:pt x="440" y="554"/>
                      <a:pt x="173" y="813"/>
                      <a:pt x="0" y="99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1" name="Google Shape;4341;p55"/>
              <p:cNvSpPr/>
              <p:nvPr/>
            </p:nvSpPr>
            <p:spPr>
              <a:xfrm>
                <a:off x="2670820" y="1468995"/>
                <a:ext cx="173659" cy="104425"/>
              </a:xfrm>
              <a:custGeom>
                <a:rect b="b" l="l" r="r" t="t"/>
                <a:pathLst>
                  <a:path extrusionOk="0" fill="none" h="1000" w="1663">
                    <a:moveTo>
                      <a:pt x="1662" y="1"/>
                    </a:moveTo>
                    <a:cubicBezTo>
                      <a:pt x="1338" y="80"/>
                      <a:pt x="1058" y="201"/>
                      <a:pt x="813" y="339"/>
                    </a:cubicBezTo>
                    <a:cubicBezTo>
                      <a:pt x="432" y="555"/>
                      <a:pt x="166" y="814"/>
                      <a:pt x="1" y="100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2" name="Google Shape;4342;p55"/>
              <p:cNvSpPr/>
              <p:nvPr/>
            </p:nvSpPr>
            <p:spPr>
              <a:xfrm>
                <a:off x="2692645" y="1481839"/>
                <a:ext cx="174285" cy="104425"/>
              </a:xfrm>
              <a:custGeom>
                <a:rect b="b" l="l" r="r" t="t"/>
                <a:pathLst>
                  <a:path extrusionOk="0" fill="none" h="1000" w="1669">
                    <a:moveTo>
                      <a:pt x="1669" y="0"/>
                    </a:moveTo>
                    <a:cubicBezTo>
                      <a:pt x="1338" y="78"/>
                      <a:pt x="1058" y="201"/>
                      <a:pt x="813" y="337"/>
                    </a:cubicBezTo>
                    <a:cubicBezTo>
                      <a:pt x="439" y="561"/>
                      <a:pt x="166" y="811"/>
                      <a:pt x="1" y="99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3" name="Google Shape;4343;p55"/>
              <p:cNvSpPr/>
              <p:nvPr/>
            </p:nvSpPr>
            <p:spPr>
              <a:xfrm>
                <a:off x="2767101" y="1494474"/>
                <a:ext cx="121655" cy="56494"/>
              </a:xfrm>
              <a:custGeom>
                <a:rect b="b" l="l" r="r" t="t"/>
                <a:pathLst>
                  <a:path extrusionOk="0" fill="none" h="541" w="1165">
                    <a:moveTo>
                      <a:pt x="1164" y="0"/>
                    </a:moveTo>
                    <a:cubicBezTo>
                      <a:pt x="840" y="80"/>
                      <a:pt x="554" y="202"/>
                      <a:pt x="316" y="338"/>
                    </a:cubicBezTo>
                    <a:cubicBezTo>
                      <a:pt x="200" y="404"/>
                      <a:pt x="93" y="475"/>
                      <a:pt x="0" y="54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4" name="Google Shape;4344;p55"/>
              <p:cNvSpPr/>
              <p:nvPr/>
            </p:nvSpPr>
            <p:spPr>
              <a:xfrm>
                <a:off x="2736922" y="1507214"/>
                <a:ext cx="173659" cy="104425"/>
              </a:xfrm>
              <a:custGeom>
                <a:rect b="b" l="l" r="r" t="t"/>
                <a:pathLst>
                  <a:path extrusionOk="0" fill="none" h="1000" w="1663">
                    <a:moveTo>
                      <a:pt x="1662" y="1"/>
                    </a:moveTo>
                    <a:cubicBezTo>
                      <a:pt x="1338" y="80"/>
                      <a:pt x="1058" y="203"/>
                      <a:pt x="813" y="339"/>
                    </a:cubicBezTo>
                    <a:cubicBezTo>
                      <a:pt x="432" y="561"/>
                      <a:pt x="167" y="813"/>
                      <a:pt x="1" y="100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5" name="Google Shape;4345;p55"/>
              <p:cNvSpPr/>
              <p:nvPr/>
            </p:nvSpPr>
            <p:spPr>
              <a:xfrm>
                <a:off x="2758747" y="1520059"/>
                <a:ext cx="174285" cy="104425"/>
              </a:xfrm>
              <a:custGeom>
                <a:rect b="b" l="l" r="r" t="t"/>
                <a:pathLst>
                  <a:path extrusionOk="0" fill="none" h="1000" w="1669">
                    <a:moveTo>
                      <a:pt x="1669" y="0"/>
                    </a:moveTo>
                    <a:cubicBezTo>
                      <a:pt x="1338" y="80"/>
                      <a:pt x="1056" y="202"/>
                      <a:pt x="813" y="338"/>
                    </a:cubicBezTo>
                    <a:cubicBezTo>
                      <a:pt x="439" y="561"/>
                      <a:pt x="166" y="813"/>
                      <a:pt x="1" y="99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46" name="Google Shape;4346;p55"/>
            <p:cNvSpPr/>
            <p:nvPr/>
          </p:nvSpPr>
          <p:spPr>
            <a:xfrm>
              <a:off x="8048662" y="4260097"/>
              <a:ext cx="68495" cy="78357"/>
            </a:xfrm>
            <a:custGeom>
              <a:rect b="b" l="l" r="r" t="t"/>
              <a:pathLst>
                <a:path extrusionOk="0" h="437" w="382">
                  <a:moveTo>
                    <a:pt x="198" y="0"/>
                  </a:moveTo>
                  <a:cubicBezTo>
                    <a:pt x="190" y="0"/>
                    <a:pt x="185" y="2"/>
                    <a:pt x="182" y="5"/>
                  </a:cubicBezTo>
                  <a:cubicBezTo>
                    <a:pt x="152" y="5"/>
                    <a:pt x="123" y="12"/>
                    <a:pt x="102" y="28"/>
                  </a:cubicBezTo>
                  <a:cubicBezTo>
                    <a:pt x="96" y="35"/>
                    <a:pt x="80" y="42"/>
                    <a:pt x="66" y="55"/>
                  </a:cubicBezTo>
                  <a:cubicBezTo>
                    <a:pt x="44" y="78"/>
                    <a:pt x="37" y="92"/>
                    <a:pt x="30" y="99"/>
                  </a:cubicBezTo>
                  <a:cubicBezTo>
                    <a:pt x="23" y="114"/>
                    <a:pt x="23" y="114"/>
                    <a:pt x="23" y="128"/>
                  </a:cubicBezTo>
                  <a:cubicBezTo>
                    <a:pt x="16" y="135"/>
                    <a:pt x="16" y="142"/>
                    <a:pt x="16" y="149"/>
                  </a:cubicBezTo>
                  <a:cubicBezTo>
                    <a:pt x="9" y="171"/>
                    <a:pt x="1" y="185"/>
                    <a:pt x="1" y="207"/>
                  </a:cubicBezTo>
                  <a:lnTo>
                    <a:pt x="1" y="214"/>
                  </a:lnTo>
                  <a:lnTo>
                    <a:pt x="1" y="221"/>
                  </a:lnTo>
                  <a:cubicBezTo>
                    <a:pt x="1" y="221"/>
                    <a:pt x="1" y="228"/>
                    <a:pt x="9" y="235"/>
                  </a:cubicBezTo>
                  <a:lnTo>
                    <a:pt x="9" y="250"/>
                  </a:lnTo>
                  <a:lnTo>
                    <a:pt x="9" y="257"/>
                  </a:lnTo>
                  <a:cubicBezTo>
                    <a:pt x="16" y="257"/>
                    <a:pt x="16" y="264"/>
                    <a:pt x="16" y="264"/>
                  </a:cubicBezTo>
                  <a:lnTo>
                    <a:pt x="16" y="271"/>
                  </a:lnTo>
                  <a:lnTo>
                    <a:pt x="16" y="278"/>
                  </a:lnTo>
                  <a:cubicBezTo>
                    <a:pt x="23" y="278"/>
                    <a:pt x="23" y="278"/>
                    <a:pt x="23" y="287"/>
                  </a:cubicBezTo>
                  <a:cubicBezTo>
                    <a:pt x="30" y="293"/>
                    <a:pt x="37" y="307"/>
                    <a:pt x="44" y="314"/>
                  </a:cubicBezTo>
                  <a:cubicBezTo>
                    <a:pt x="52" y="321"/>
                    <a:pt x="59" y="330"/>
                    <a:pt x="59" y="330"/>
                  </a:cubicBezTo>
                  <a:cubicBezTo>
                    <a:pt x="66" y="337"/>
                    <a:pt x="73" y="337"/>
                    <a:pt x="80" y="344"/>
                  </a:cubicBezTo>
                  <a:cubicBezTo>
                    <a:pt x="130" y="373"/>
                    <a:pt x="189" y="407"/>
                    <a:pt x="246" y="437"/>
                  </a:cubicBezTo>
                  <a:lnTo>
                    <a:pt x="182" y="350"/>
                  </a:lnTo>
                  <a:lnTo>
                    <a:pt x="246" y="171"/>
                  </a:lnTo>
                  <a:lnTo>
                    <a:pt x="382" y="92"/>
                  </a:lnTo>
                  <a:lnTo>
                    <a:pt x="268" y="19"/>
                  </a:lnTo>
                  <a:cubicBezTo>
                    <a:pt x="246" y="12"/>
                    <a:pt x="239" y="5"/>
                    <a:pt x="225" y="5"/>
                  </a:cubicBezTo>
                  <a:cubicBezTo>
                    <a:pt x="214" y="2"/>
                    <a:pt x="205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55"/>
            <p:cNvSpPr/>
            <p:nvPr/>
          </p:nvSpPr>
          <p:spPr>
            <a:xfrm>
              <a:off x="8081117" y="4290759"/>
              <a:ext cx="40165" cy="47696"/>
            </a:xfrm>
            <a:custGeom>
              <a:rect b="b" l="l" r="r" t="t"/>
              <a:pathLst>
                <a:path extrusionOk="0" h="266" w="224">
                  <a:moveTo>
                    <a:pt x="65" y="0"/>
                  </a:moveTo>
                  <a:lnTo>
                    <a:pt x="1" y="179"/>
                  </a:lnTo>
                  <a:lnTo>
                    <a:pt x="158" y="266"/>
                  </a:lnTo>
                  <a:lnTo>
                    <a:pt x="223" y="8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55"/>
            <p:cNvSpPr/>
            <p:nvPr/>
          </p:nvSpPr>
          <p:spPr>
            <a:xfrm>
              <a:off x="8109269" y="4306179"/>
              <a:ext cx="511923" cy="322395"/>
            </a:xfrm>
            <a:custGeom>
              <a:rect b="b" l="l" r="r" t="t"/>
              <a:pathLst>
                <a:path extrusionOk="0" h="1798" w="2855">
                  <a:moveTo>
                    <a:pt x="66" y="0"/>
                  </a:moveTo>
                  <a:lnTo>
                    <a:pt x="1" y="180"/>
                  </a:lnTo>
                  <a:lnTo>
                    <a:pt x="1" y="187"/>
                  </a:lnTo>
                  <a:lnTo>
                    <a:pt x="51" y="216"/>
                  </a:lnTo>
                  <a:lnTo>
                    <a:pt x="2790" y="1798"/>
                  </a:lnTo>
                  <a:lnTo>
                    <a:pt x="2854" y="1617"/>
                  </a:lnTo>
                  <a:lnTo>
                    <a:pt x="173" y="6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55"/>
            <p:cNvSpPr/>
            <p:nvPr/>
          </p:nvSpPr>
          <p:spPr>
            <a:xfrm>
              <a:off x="8121103" y="4291835"/>
              <a:ext cx="526088" cy="304285"/>
            </a:xfrm>
            <a:custGeom>
              <a:rect b="b" l="l" r="r" t="t"/>
              <a:pathLst>
                <a:path extrusionOk="0" h="1697" w="2934">
                  <a:moveTo>
                    <a:pt x="137" y="1"/>
                  </a:moveTo>
                  <a:lnTo>
                    <a:pt x="114" y="15"/>
                  </a:lnTo>
                  <a:lnTo>
                    <a:pt x="0" y="80"/>
                  </a:lnTo>
                  <a:lnTo>
                    <a:pt x="107" y="144"/>
                  </a:lnTo>
                  <a:lnTo>
                    <a:pt x="2788" y="1697"/>
                  </a:lnTo>
                  <a:lnTo>
                    <a:pt x="2933" y="161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55"/>
            <p:cNvSpPr/>
            <p:nvPr/>
          </p:nvSpPr>
          <p:spPr>
            <a:xfrm>
              <a:off x="8092593" y="4276414"/>
              <a:ext cx="53075" cy="29944"/>
            </a:xfrm>
            <a:custGeom>
              <a:rect b="b" l="l" r="r" t="t"/>
              <a:pathLst>
                <a:path extrusionOk="0" h="167" w="296">
                  <a:moveTo>
                    <a:pt x="137" y="1"/>
                  </a:moveTo>
                  <a:lnTo>
                    <a:pt x="1" y="80"/>
                  </a:lnTo>
                  <a:lnTo>
                    <a:pt x="159" y="166"/>
                  </a:lnTo>
                  <a:lnTo>
                    <a:pt x="273" y="101"/>
                  </a:lnTo>
                  <a:lnTo>
                    <a:pt x="296" y="87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55"/>
            <p:cNvSpPr/>
            <p:nvPr/>
          </p:nvSpPr>
          <p:spPr>
            <a:xfrm>
              <a:off x="8671402" y="4625708"/>
              <a:ext cx="48413" cy="37655"/>
            </a:xfrm>
            <a:custGeom>
              <a:rect b="b" l="l" r="r" t="t"/>
              <a:pathLst>
                <a:path extrusionOk="0" h="210" w="270">
                  <a:moveTo>
                    <a:pt x="107" y="0"/>
                  </a:moveTo>
                  <a:cubicBezTo>
                    <a:pt x="107" y="0"/>
                    <a:pt x="0" y="50"/>
                    <a:pt x="14" y="173"/>
                  </a:cubicBezTo>
                  <a:cubicBezTo>
                    <a:pt x="100" y="195"/>
                    <a:pt x="180" y="209"/>
                    <a:pt x="202" y="209"/>
                  </a:cubicBezTo>
                  <a:cubicBezTo>
                    <a:pt x="207" y="210"/>
                    <a:pt x="211" y="210"/>
                    <a:pt x="215" y="210"/>
                  </a:cubicBezTo>
                  <a:cubicBezTo>
                    <a:pt x="261" y="210"/>
                    <a:pt x="270" y="176"/>
                    <a:pt x="237" y="137"/>
                  </a:cubicBezTo>
                  <a:cubicBezTo>
                    <a:pt x="216" y="116"/>
                    <a:pt x="166" y="66"/>
                    <a:pt x="107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55"/>
            <p:cNvSpPr/>
            <p:nvPr/>
          </p:nvSpPr>
          <p:spPr>
            <a:xfrm>
              <a:off x="8609540" y="4582136"/>
              <a:ext cx="81226" cy="74592"/>
            </a:xfrm>
            <a:custGeom>
              <a:rect b="b" l="l" r="r" t="t"/>
              <a:pathLst>
                <a:path extrusionOk="0" h="416" w="453">
                  <a:moveTo>
                    <a:pt x="209" y="0"/>
                  </a:moveTo>
                  <a:lnTo>
                    <a:pt x="64" y="78"/>
                  </a:lnTo>
                  <a:lnTo>
                    <a:pt x="0" y="259"/>
                  </a:lnTo>
                  <a:lnTo>
                    <a:pt x="73" y="359"/>
                  </a:lnTo>
                  <a:cubicBezTo>
                    <a:pt x="73" y="359"/>
                    <a:pt x="223" y="388"/>
                    <a:pt x="359" y="416"/>
                  </a:cubicBezTo>
                  <a:cubicBezTo>
                    <a:pt x="345" y="293"/>
                    <a:pt x="452" y="243"/>
                    <a:pt x="452" y="243"/>
                  </a:cubicBezTo>
                  <a:cubicBezTo>
                    <a:pt x="338" y="136"/>
                    <a:pt x="209" y="0"/>
                    <a:pt x="20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55"/>
            <p:cNvSpPr/>
            <p:nvPr/>
          </p:nvSpPr>
          <p:spPr>
            <a:xfrm>
              <a:off x="8673912" y="4656549"/>
              <a:ext cx="179" cy="17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55"/>
            <p:cNvSpPr/>
            <p:nvPr/>
          </p:nvSpPr>
          <p:spPr>
            <a:xfrm>
              <a:off x="8673912" y="4656549"/>
              <a:ext cx="179" cy="179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55" name="Google Shape;4355;p55"/>
            <p:cNvGrpSpPr/>
            <p:nvPr/>
          </p:nvGrpSpPr>
          <p:grpSpPr>
            <a:xfrm>
              <a:off x="7829726" y="4351365"/>
              <a:ext cx="772282" cy="469071"/>
              <a:chOff x="2255103" y="1473589"/>
              <a:chExt cx="449760" cy="273176"/>
            </a:xfrm>
          </p:grpSpPr>
          <p:sp>
            <p:nvSpPr>
              <p:cNvPr id="4356" name="Google Shape;4356;p55"/>
              <p:cNvSpPr/>
              <p:nvPr/>
            </p:nvSpPr>
            <p:spPr>
              <a:xfrm>
                <a:off x="2276823" y="1473589"/>
                <a:ext cx="108915" cy="57016"/>
              </a:xfrm>
              <a:custGeom>
                <a:rect b="b" l="l" r="r" t="t"/>
                <a:pathLst>
                  <a:path extrusionOk="0" fill="none" h="546" w="1043">
                    <a:moveTo>
                      <a:pt x="1" y="545"/>
                    </a:moveTo>
                    <a:cubicBezTo>
                      <a:pt x="160" y="425"/>
                      <a:pt x="303" y="330"/>
                      <a:pt x="432" y="252"/>
                    </a:cubicBezTo>
                    <a:cubicBezTo>
                      <a:pt x="684" y="107"/>
                      <a:pt x="884" y="36"/>
                      <a:pt x="1043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7" name="Google Shape;4357;p55"/>
              <p:cNvSpPr/>
              <p:nvPr/>
            </p:nvSpPr>
            <p:spPr>
              <a:xfrm>
                <a:off x="2255103" y="1486329"/>
                <a:ext cx="152460" cy="93774"/>
              </a:xfrm>
              <a:custGeom>
                <a:rect b="b" l="l" r="r" t="t"/>
                <a:pathLst>
                  <a:path extrusionOk="0" fill="none" h="898" w="1460">
                    <a:moveTo>
                      <a:pt x="0" y="898"/>
                    </a:moveTo>
                    <a:cubicBezTo>
                      <a:pt x="325" y="596"/>
                      <a:pt x="611" y="389"/>
                      <a:pt x="856" y="251"/>
                    </a:cubicBezTo>
                    <a:cubicBezTo>
                      <a:pt x="1101" y="108"/>
                      <a:pt x="1301" y="35"/>
                      <a:pt x="146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8" name="Google Shape;4358;p55"/>
              <p:cNvSpPr/>
              <p:nvPr/>
            </p:nvSpPr>
            <p:spPr>
              <a:xfrm>
                <a:off x="2298648" y="1509616"/>
                <a:ext cx="163738" cy="96071"/>
              </a:xfrm>
              <a:custGeom>
                <a:rect b="b" l="l" r="r" t="t"/>
                <a:pathLst>
                  <a:path extrusionOk="0" fill="none" h="920" w="1568">
                    <a:moveTo>
                      <a:pt x="1" y="920"/>
                    </a:moveTo>
                    <a:cubicBezTo>
                      <a:pt x="330" y="618"/>
                      <a:pt x="618" y="409"/>
                      <a:pt x="856" y="273"/>
                    </a:cubicBezTo>
                    <a:cubicBezTo>
                      <a:pt x="1165" y="93"/>
                      <a:pt x="1402" y="21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9" name="Google Shape;4359;p55"/>
              <p:cNvSpPr/>
              <p:nvPr/>
            </p:nvSpPr>
            <p:spPr>
              <a:xfrm>
                <a:off x="2321204" y="1522356"/>
                <a:ext cx="163634" cy="96175"/>
              </a:xfrm>
              <a:custGeom>
                <a:rect b="b" l="l" r="r" t="t"/>
                <a:pathLst>
                  <a:path extrusionOk="0" fill="none" h="921" w="1567">
                    <a:moveTo>
                      <a:pt x="0" y="920"/>
                    </a:moveTo>
                    <a:cubicBezTo>
                      <a:pt x="323" y="618"/>
                      <a:pt x="611" y="409"/>
                      <a:pt x="856" y="273"/>
                    </a:cubicBezTo>
                    <a:cubicBezTo>
                      <a:pt x="1165" y="94"/>
                      <a:pt x="1401" y="21"/>
                      <a:pt x="1567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0" name="Google Shape;4360;p55"/>
              <p:cNvSpPr/>
              <p:nvPr/>
            </p:nvSpPr>
            <p:spPr>
              <a:xfrm>
                <a:off x="2390856" y="1534991"/>
                <a:ext cx="115807" cy="56494"/>
              </a:xfrm>
              <a:custGeom>
                <a:rect b="b" l="l" r="r" t="t"/>
                <a:pathLst>
                  <a:path extrusionOk="0" fill="none" h="541" w="1109">
                    <a:moveTo>
                      <a:pt x="1" y="540"/>
                    </a:moveTo>
                    <a:cubicBezTo>
                      <a:pt x="146" y="432"/>
                      <a:pt x="275" y="345"/>
                      <a:pt x="396" y="275"/>
                    </a:cubicBezTo>
                    <a:cubicBezTo>
                      <a:pt x="707" y="95"/>
                      <a:pt x="943" y="23"/>
                      <a:pt x="110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1" name="Google Shape;4361;p55"/>
              <p:cNvSpPr/>
              <p:nvPr/>
            </p:nvSpPr>
            <p:spPr>
              <a:xfrm>
                <a:off x="2364645" y="1547731"/>
                <a:ext cx="163843" cy="97011"/>
              </a:xfrm>
              <a:custGeom>
                <a:rect b="b" l="l" r="r" t="t"/>
                <a:pathLst>
                  <a:path extrusionOk="0" fill="none" h="929" w="1569">
                    <a:moveTo>
                      <a:pt x="0" y="929"/>
                    </a:moveTo>
                    <a:cubicBezTo>
                      <a:pt x="331" y="620"/>
                      <a:pt x="619" y="418"/>
                      <a:pt x="856" y="275"/>
                    </a:cubicBezTo>
                    <a:cubicBezTo>
                      <a:pt x="1165" y="94"/>
                      <a:pt x="1403" y="23"/>
                      <a:pt x="1568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2" name="Google Shape;4362;p55"/>
              <p:cNvSpPr/>
              <p:nvPr/>
            </p:nvSpPr>
            <p:spPr>
              <a:xfrm>
                <a:off x="2387097" y="1560576"/>
                <a:ext cx="163843" cy="97011"/>
              </a:xfrm>
              <a:custGeom>
                <a:rect b="b" l="l" r="r" t="t"/>
                <a:pathLst>
                  <a:path extrusionOk="0" fill="none" h="929" w="1569">
                    <a:moveTo>
                      <a:pt x="1" y="928"/>
                    </a:moveTo>
                    <a:cubicBezTo>
                      <a:pt x="325" y="618"/>
                      <a:pt x="613" y="418"/>
                      <a:pt x="856" y="273"/>
                    </a:cubicBezTo>
                    <a:cubicBezTo>
                      <a:pt x="1165" y="94"/>
                      <a:pt x="1403" y="23"/>
                      <a:pt x="156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3" name="Google Shape;4363;p55"/>
              <p:cNvSpPr/>
              <p:nvPr/>
            </p:nvSpPr>
            <p:spPr>
              <a:xfrm>
                <a:off x="2408921" y="1573316"/>
                <a:ext cx="163843" cy="96906"/>
              </a:xfrm>
              <a:custGeom>
                <a:rect b="b" l="l" r="r" t="t"/>
                <a:pathLst>
                  <a:path extrusionOk="0" fill="none" h="928" w="1569">
                    <a:moveTo>
                      <a:pt x="1" y="927"/>
                    </a:moveTo>
                    <a:cubicBezTo>
                      <a:pt x="332" y="618"/>
                      <a:pt x="611" y="418"/>
                      <a:pt x="856" y="273"/>
                    </a:cubicBezTo>
                    <a:cubicBezTo>
                      <a:pt x="1165" y="94"/>
                      <a:pt x="1403" y="22"/>
                      <a:pt x="1569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4" name="Google Shape;4364;p55"/>
              <p:cNvSpPr/>
              <p:nvPr/>
            </p:nvSpPr>
            <p:spPr>
              <a:xfrm>
                <a:off x="2430746" y="1586160"/>
                <a:ext cx="163634" cy="96802"/>
              </a:xfrm>
              <a:custGeom>
                <a:rect b="b" l="l" r="r" t="t"/>
                <a:pathLst>
                  <a:path extrusionOk="0" fill="none" h="927" w="1567">
                    <a:moveTo>
                      <a:pt x="0" y="927"/>
                    </a:moveTo>
                    <a:cubicBezTo>
                      <a:pt x="331" y="618"/>
                      <a:pt x="618" y="416"/>
                      <a:pt x="856" y="273"/>
                    </a:cubicBezTo>
                    <a:cubicBezTo>
                      <a:pt x="1165" y="93"/>
                      <a:pt x="1403" y="28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5" name="Google Shape;4365;p55"/>
              <p:cNvSpPr/>
              <p:nvPr/>
            </p:nvSpPr>
            <p:spPr>
              <a:xfrm>
                <a:off x="2475023" y="1613833"/>
                <a:ext cx="153191" cy="94713"/>
              </a:xfrm>
              <a:custGeom>
                <a:rect b="b" l="l" r="r" t="t"/>
                <a:pathLst>
                  <a:path extrusionOk="0" fill="none" h="907" w="1467">
                    <a:moveTo>
                      <a:pt x="1" y="907"/>
                    </a:moveTo>
                    <a:cubicBezTo>
                      <a:pt x="332" y="598"/>
                      <a:pt x="611" y="396"/>
                      <a:pt x="856" y="253"/>
                    </a:cubicBezTo>
                    <a:cubicBezTo>
                      <a:pt x="1108" y="108"/>
                      <a:pt x="1308" y="37"/>
                      <a:pt x="1467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6" name="Google Shape;4366;p55"/>
              <p:cNvSpPr/>
              <p:nvPr/>
            </p:nvSpPr>
            <p:spPr>
              <a:xfrm>
                <a:off x="2547076" y="1624380"/>
                <a:ext cx="113406" cy="54823"/>
              </a:xfrm>
              <a:custGeom>
                <a:rect b="b" l="l" r="r" t="t"/>
                <a:pathLst>
                  <a:path extrusionOk="0" fill="none" h="525" w="1086">
                    <a:moveTo>
                      <a:pt x="1" y="524"/>
                    </a:moveTo>
                    <a:cubicBezTo>
                      <a:pt x="137" y="424"/>
                      <a:pt x="259" y="345"/>
                      <a:pt x="375" y="274"/>
                    </a:cubicBezTo>
                    <a:cubicBezTo>
                      <a:pt x="684" y="93"/>
                      <a:pt x="920" y="29"/>
                      <a:pt x="1086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7" name="Google Shape;4367;p55"/>
              <p:cNvSpPr/>
              <p:nvPr/>
            </p:nvSpPr>
            <p:spPr>
              <a:xfrm>
                <a:off x="2519404" y="1639417"/>
                <a:ext cx="152460" cy="94713"/>
              </a:xfrm>
              <a:custGeom>
                <a:rect b="b" l="l" r="r" t="t"/>
                <a:pathLst>
                  <a:path extrusionOk="0" fill="none" h="907" w="1460">
                    <a:moveTo>
                      <a:pt x="0" y="907"/>
                    </a:moveTo>
                    <a:cubicBezTo>
                      <a:pt x="323" y="605"/>
                      <a:pt x="611" y="396"/>
                      <a:pt x="856" y="251"/>
                    </a:cubicBezTo>
                    <a:cubicBezTo>
                      <a:pt x="1099" y="108"/>
                      <a:pt x="1308" y="35"/>
                      <a:pt x="1459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8" name="Google Shape;4368;p55"/>
              <p:cNvSpPr/>
              <p:nvPr/>
            </p:nvSpPr>
            <p:spPr>
              <a:xfrm>
                <a:off x="2541124" y="1649964"/>
                <a:ext cx="163738" cy="96802"/>
              </a:xfrm>
              <a:custGeom>
                <a:rect b="b" l="l" r="r" t="t"/>
                <a:pathLst>
                  <a:path extrusionOk="0" fill="none" h="927" w="1568">
                    <a:moveTo>
                      <a:pt x="1" y="926"/>
                    </a:moveTo>
                    <a:cubicBezTo>
                      <a:pt x="330" y="624"/>
                      <a:pt x="611" y="417"/>
                      <a:pt x="855" y="273"/>
                    </a:cubicBezTo>
                    <a:cubicBezTo>
                      <a:pt x="1165" y="100"/>
                      <a:pt x="1402" y="29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69" name="Google Shape;4369;p55"/>
            <p:cNvSpPr/>
            <p:nvPr/>
          </p:nvSpPr>
          <p:spPr>
            <a:xfrm>
              <a:off x="8109269" y="4339531"/>
              <a:ext cx="513357" cy="306974"/>
            </a:xfrm>
            <a:custGeom>
              <a:rect b="b" l="l" r="r" t="t"/>
              <a:pathLst>
                <a:path extrusionOk="0" h="1712" w="2863">
                  <a:moveTo>
                    <a:pt x="1" y="1"/>
                  </a:moveTo>
                  <a:lnTo>
                    <a:pt x="23" y="37"/>
                  </a:lnTo>
                  <a:lnTo>
                    <a:pt x="66" y="94"/>
                  </a:lnTo>
                  <a:lnTo>
                    <a:pt x="2863" y="1712"/>
                  </a:lnTo>
                  <a:lnTo>
                    <a:pt x="2790" y="1612"/>
                  </a:lnTo>
                  <a:lnTo>
                    <a:pt x="51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55"/>
            <p:cNvSpPr/>
            <p:nvPr/>
          </p:nvSpPr>
          <p:spPr>
            <a:xfrm>
              <a:off x="8081117" y="4322855"/>
              <a:ext cx="40165" cy="33531"/>
            </a:xfrm>
            <a:custGeom>
              <a:rect b="b" l="l" r="r" t="t"/>
              <a:pathLst>
                <a:path extrusionOk="0" h="187" w="224">
                  <a:moveTo>
                    <a:pt x="1" y="0"/>
                  </a:moveTo>
                  <a:lnTo>
                    <a:pt x="65" y="87"/>
                  </a:lnTo>
                  <a:lnTo>
                    <a:pt x="72" y="100"/>
                  </a:lnTo>
                  <a:lnTo>
                    <a:pt x="223" y="187"/>
                  </a:lnTo>
                  <a:lnTo>
                    <a:pt x="223" y="187"/>
                  </a:lnTo>
                  <a:lnTo>
                    <a:pt x="180" y="130"/>
                  </a:lnTo>
                  <a:lnTo>
                    <a:pt x="158" y="94"/>
                  </a:lnTo>
                  <a:lnTo>
                    <a:pt x="158" y="8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4" name="Shape 4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5" name="Google Shape;4375;p56"/>
          <p:cNvSpPr txBox="1"/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4376" name="Google Shape;4376;p56"/>
          <p:cNvGrpSpPr/>
          <p:nvPr/>
        </p:nvGrpSpPr>
        <p:grpSpPr>
          <a:xfrm>
            <a:off x="4000500" y="27"/>
            <a:ext cx="5215536" cy="4947562"/>
            <a:chOff x="4000500" y="27"/>
            <a:chExt cx="5215536" cy="4947562"/>
          </a:xfrm>
        </p:grpSpPr>
        <p:sp>
          <p:nvSpPr>
            <p:cNvPr id="4377" name="Google Shape;4377;p56"/>
            <p:cNvSpPr/>
            <p:nvPr/>
          </p:nvSpPr>
          <p:spPr>
            <a:xfrm>
              <a:off x="5964785" y="10006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56"/>
            <p:cNvSpPr/>
            <p:nvPr/>
          </p:nvSpPr>
          <p:spPr>
            <a:xfrm>
              <a:off x="7893590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79" name="Google Shape;4379;p56"/>
            <p:cNvGrpSpPr/>
            <p:nvPr/>
          </p:nvGrpSpPr>
          <p:grpSpPr>
            <a:xfrm>
              <a:off x="6456155" y="27"/>
              <a:ext cx="879147" cy="1882108"/>
              <a:chOff x="-761564" y="1307012"/>
              <a:chExt cx="677936" cy="1451348"/>
            </a:xfrm>
          </p:grpSpPr>
          <p:sp>
            <p:nvSpPr>
              <p:cNvPr id="4380" name="Google Shape;4380;p56"/>
              <p:cNvSpPr/>
              <p:nvPr/>
            </p:nvSpPr>
            <p:spPr>
              <a:xfrm>
                <a:off x="-510513" y="2624450"/>
                <a:ext cx="175830" cy="68935"/>
              </a:xfrm>
              <a:custGeom>
                <a:rect b="b" l="l" r="r" t="t"/>
                <a:pathLst>
                  <a:path extrusionOk="0" h="296" w="755">
                    <a:moveTo>
                      <a:pt x="0" y="0"/>
                    </a:moveTo>
                    <a:cubicBezTo>
                      <a:pt x="43" y="173"/>
                      <a:pt x="193" y="295"/>
                      <a:pt x="382" y="295"/>
                    </a:cubicBezTo>
                    <a:cubicBezTo>
                      <a:pt x="561" y="295"/>
                      <a:pt x="711" y="173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1" name="Google Shape;4381;p56"/>
              <p:cNvSpPr/>
              <p:nvPr/>
            </p:nvSpPr>
            <p:spPr>
              <a:xfrm>
                <a:off x="-421783" y="2724824"/>
                <a:ext cx="233" cy="33536"/>
              </a:xfrm>
              <a:custGeom>
                <a:rect b="b" l="l" r="r" t="t"/>
                <a:pathLst>
                  <a:path extrusionOk="0" fill="none" h="144" w="1">
                    <a:moveTo>
                      <a:pt x="1" y="0"/>
                    </a:moveTo>
                    <a:lnTo>
                      <a:pt x="1" y="14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2" name="Google Shape;4382;p56"/>
              <p:cNvSpPr/>
              <p:nvPr/>
            </p:nvSpPr>
            <p:spPr>
              <a:xfrm>
                <a:off x="-361466" y="2708056"/>
                <a:ext cx="16768" cy="30275"/>
              </a:xfrm>
              <a:custGeom>
                <a:rect b="b" l="l" r="r" t="t"/>
                <a:pathLst>
                  <a:path extrusionOk="0" fill="none" h="130" w="72">
                    <a:moveTo>
                      <a:pt x="0" y="0"/>
                    </a:moveTo>
                    <a:lnTo>
                      <a:pt x="71" y="12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3" name="Google Shape;4383;p56"/>
              <p:cNvSpPr/>
              <p:nvPr/>
            </p:nvSpPr>
            <p:spPr>
              <a:xfrm>
                <a:off x="-316519" y="2664506"/>
                <a:ext cx="28645" cy="16768"/>
              </a:xfrm>
              <a:custGeom>
                <a:rect b="b" l="l" r="r" t="t"/>
                <a:pathLst>
                  <a:path extrusionOk="0" fill="none" h="72" w="123">
                    <a:moveTo>
                      <a:pt x="1" y="1"/>
                    </a:moveTo>
                    <a:lnTo>
                      <a:pt x="123" y="7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4" name="Google Shape;4384;p56"/>
              <p:cNvSpPr/>
              <p:nvPr/>
            </p:nvSpPr>
            <p:spPr>
              <a:xfrm>
                <a:off x="-557556" y="2664506"/>
                <a:ext cx="30275" cy="16768"/>
              </a:xfrm>
              <a:custGeom>
                <a:rect b="b" l="l" r="r" t="t"/>
                <a:pathLst>
                  <a:path extrusionOk="0" fill="none" h="72" w="130">
                    <a:moveTo>
                      <a:pt x="130" y="1"/>
                    </a:moveTo>
                    <a:lnTo>
                      <a:pt x="0" y="7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5" name="Google Shape;4385;p56"/>
              <p:cNvSpPr/>
              <p:nvPr/>
            </p:nvSpPr>
            <p:spPr>
              <a:xfrm>
                <a:off x="-500499" y="2708056"/>
                <a:ext cx="17001" cy="30275"/>
              </a:xfrm>
              <a:custGeom>
                <a:rect b="b" l="l" r="r" t="t"/>
                <a:pathLst>
                  <a:path extrusionOk="0" fill="none" h="130" w="73">
                    <a:moveTo>
                      <a:pt x="73" y="0"/>
                    </a:moveTo>
                    <a:lnTo>
                      <a:pt x="0" y="12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6" name="Google Shape;4386;p56"/>
              <p:cNvSpPr/>
              <p:nvPr/>
            </p:nvSpPr>
            <p:spPr>
              <a:xfrm>
                <a:off x="-421783" y="1307012"/>
                <a:ext cx="233" cy="1086653"/>
              </a:xfrm>
              <a:custGeom>
                <a:rect b="b" l="l" r="r" t="t"/>
                <a:pathLst>
                  <a:path extrusionOk="0" fill="none" h="4666" w="1">
                    <a:moveTo>
                      <a:pt x="1" y="1"/>
                    </a:moveTo>
                    <a:lnTo>
                      <a:pt x="1" y="4665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7" name="Google Shape;4387;p56"/>
              <p:cNvSpPr/>
              <p:nvPr/>
            </p:nvSpPr>
            <p:spPr>
              <a:xfrm>
                <a:off x="-761564" y="2393427"/>
                <a:ext cx="677936" cy="231257"/>
              </a:xfrm>
              <a:custGeom>
                <a:rect b="b" l="l" r="r" t="t"/>
                <a:pathLst>
                  <a:path extrusionOk="0" h="993" w="2911">
                    <a:moveTo>
                      <a:pt x="1460" y="0"/>
                    </a:moveTo>
                    <a:cubicBezTo>
                      <a:pt x="1337" y="0"/>
                      <a:pt x="1215" y="36"/>
                      <a:pt x="1121" y="100"/>
                    </a:cubicBezTo>
                    <a:lnTo>
                      <a:pt x="179" y="754"/>
                    </a:lnTo>
                    <a:cubicBezTo>
                      <a:pt x="0" y="884"/>
                      <a:pt x="29" y="992"/>
                      <a:pt x="259" y="992"/>
                    </a:cubicBezTo>
                    <a:lnTo>
                      <a:pt x="2652" y="992"/>
                    </a:lnTo>
                    <a:cubicBezTo>
                      <a:pt x="2883" y="992"/>
                      <a:pt x="2910" y="884"/>
                      <a:pt x="2731" y="754"/>
                    </a:cubicBezTo>
                    <a:lnTo>
                      <a:pt x="1789" y="100"/>
                    </a:lnTo>
                    <a:cubicBezTo>
                      <a:pt x="1696" y="36"/>
                      <a:pt x="1582" y="0"/>
                      <a:pt x="1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88" name="Google Shape;4388;p56"/>
            <p:cNvSpPr/>
            <p:nvPr/>
          </p:nvSpPr>
          <p:spPr>
            <a:xfrm>
              <a:off x="4000500" y="4872500"/>
              <a:ext cx="5215536" cy="33525"/>
            </a:xfrm>
            <a:custGeom>
              <a:rect b="b" l="l" r="r" t="t"/>
              <a:pathLst>
                <a:path extrusionOk="0" fill="none" h="1" w="2605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56"/>
            <p:cNvSpPr/>
            <p:nvPr/>
          </p:nvSpPr>
          <p:spPr>
            <a:xfrm>
              <a:off x="4938503" y="2556967"/>
              <a:ext cx="2799006" cy="1590976"/>
            </a:xfrm>
            <a:custGeom>
              <a:rect b="b" l="l" r="r" t="t"/>
              <a:pathLst>
                <a:path extrusionOk="0" h="6693" w="11775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56"/>
            <p:cNvSpPr/>
            <p:nvPr/>
          </p:nvSpPr>
          <p:spPr>
            <a:xfrm>
              <a:off x="4938503" y="2556967"/>
              <a:ext cx="2799006" cy="1590976"/>
            </a:xfrm>
            <a:custGeom>
              <a:rect b="b" l="l" r="r" t="t"/>
              <a:pathLst>
                <a:path extrusionOk="0" h="6693" w="11775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56"/>
            <p:cNvSpPr/>
            <p:nvPr/>
          </p:nvSpPr>
          <p:spPr>
            <a:xfrm>
              <a:off x="5022295" y="2678436"/>
              <a:ext cx="2631422" cy="1382507"/>
            </a:xfrm>
            <a:custGeom>
              <a:rect b="b" l="l" r="r" t="t"/>
              <a:pathLst>
                <a:path extrusionOk="0" h="5816" w="11070">
                  <a:moveTo>
                    <a:pt x="1" y="0"/>
                  </a:moveTo>
                  <a:lnTo>
                    <a:pt x="1" y="5816"/>
                  </a:lnTo>
                  <a:lnTo>
                    <a:pt x="11069" y="5816"/>
                  </a:lnTo>
                  <a:lnTo>
                    <a:pt x="11069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56"/>
            <p:cNvSpPr/>
            <p:nvPr/>
          </p:nvSpPr>
          <p:spPr>
            <a:xfrm>
              <a:off x="5603901" y="4424395"/>
              <a:ext cx="1476639" cy="444513"/>
            </a:xfrm>
            <a:custGeom>
              <a:rect b="b" l="l" r="r" t="t"/>
              <a:pathLst>
                <a:path extrusionOk="0" h="1870" w="6212">
                  <a:moveTo>
                    <a:pt x="1862" y="1"/>
                  </a:moveTo>
                  <a:lnTo>
                    <a:pt x="1862" y="498"/>
                  </a:lnTo>
                  <a:cubicBezTo>
                    <a:pt x="1862" y="777"/>
                    <a:pt x="1324" y="1209"/>
                    <a:pt x="37" y="1690"/>
                  </a:cubicBezTo>
                  <a:cubicBezTo>
                    <a:pt x="1" y="1740"/>
                    <a:pt x="1" y="1819"/>
                    <a:pt x="1" y="1869"/>
                  </a:cubicBezTo>
                  <a:lnTo>
                    <a:pt x="6211" y="1869"/>
                  </a:lnTo>
                  <a:cubicBezTo>
                    <a:pt x="6211" y="1819"/>
                    <a:pt x="6211" y="1740"/>
                    <a:pt x="6182" y="1690"/>
                  </a:cubicBezTo>
                  <a:cubicBezTo>
                    <a:pt x="4888" y="1209"/>
                    <a:pt x="4350" y="777"/>
                    <a:pt x="4350" y="498"/>
                  </a:cubicBezTo>
                  <a:lnTo>
                    <a:pt x="435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56"/>
            <p:cNvSpPr/>
            <p:nvPr/>
          </p:nvSpPr>
          <p:spPr>
            <a:xfrm>
              <a:off x="4938503" y="4147704"/>
              <a:ext cx="2799006" cy="276929"/>
            </a:xfrm>
            <a:custGeom>
              <a:rect b="b" l="l" r="r" t="t"/>
              <a:pathLst>
                <a:path extrusionOk="0" h="1165" w="11775">
                  <a:moveTo>
                    <a:pt x="0" y="1"/>
                  </a:moveTo>
                  <a:lnTo>
                    <a:pt x="0" y="956"/>
                  </a:lnTo>
                  <a:cubicBezTo>
                    <a:pt x="0" y="1072"/>
                    <a:pt x="95" y="1165"/>
                    <a:pt x="209" y="1165"/>
                  </a:cubicBezTo>
                  <a:lnTo>
                    <a:pt x="11567" y="1165"/>
                  </a:lnTo>
                  <a:cubicBezTo>
                    <a:pt x="11681" y="1165"/>
                    <a:pt x="11774" y="1072"/>
                    <a:pt x="11774" y="956"/>
                  </a:cubicBezTo>
                  <a:lnTo>
                    <a:pt x="1177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56"/>
            <p:cNvSpPr/>
            <p:nvPr/>
          </p:nvSpPr>
          <p:spPr>
            <a:xfrm>
              <a:off x="4703466" y="4385173"/>
              <a:ext cx="41361" cy="140485"/>
            </a:xfrm>
            <a:custGeom>
              <a:rect b="b" l="l" r="r" t="t"/>
              <a:pathLst>
                <a:path extrusionOk="0" h="591" w="174">
                  <a:moveTo>
                    <a:pt x="1" y="0"/>
                  </a:moveTo>
                  <a:lnTo>
                    <a:pt x="109" y="590"/>
                  </a:lnTo>
                  <a:lnTo>
                    <a:pt x="173" y="590"/>
                  </a:lnTo>
                  <a:lnTo>
                    <a:pt x="66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56"/>
            <p:cNvSpPr/>
            <p:nvPr/>
          </p:nvSpPr>
          <p:spPr>
            <a:xfrm>
              <a:off x="4703466" y="4385173"/>
              <a:ext cx="41361" cy="140485"/>
            </a:xfrm>
            <a:custGeom>
              <a:rect b="b" l="l" r="r" t="t"/>
              <a:pathLst>
                <a:path extrusionOk="0" fill="none" h="591" w="174">
                  <a:moveTo>
                    <a:pt x="1" y="0"/>
                  </a:moveTo>
                  <a:lnTo>
                    <a:pt x="66" y="232"/>
                  </a:lnTo>
                  <a:lnTo>
                    <a:pt x="173" y="590"/>
                  </a:lnTo>
                  <a:lnTo>
                    <a:pt x="109" y="59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56"/>
            <p:cNvSpPr/>
            <p:nvPr/>
          </p:nvSpPr>
          <p:spPr>
            <a:xfrm>
              <a:off x="4792369" y="3809446"/>
              <a:ext cx="304266" cy="716213"/>
            </a:xfrm>
            <a:custGeom>
              <a:rect b="b" l="l" r="r" t="t"/>
              <a:pathLst>
                <a:path extrusionOk="0" h="3013" w="1280">
                  <a:moveTo>
                    <a:pt x="914" y="0"/>
                  </a:moveTo>
                  <a:lnTo>
                    <a:pt x="619" y="978"/>
                  </a:lnTo>
                  <a:lnTo>
                    <a:pt x="339" y="1891"/>
                  </a:lnTo>
                  <a:lnTo>
                    <a:pt x="72" y="2767"/>
                  </a:lnTo>
                  <a:lnTo>
                    <a:pt x="1" y="3012"/>
                  </a:lnTo>
                  <a:lnTo>
                    <a:pt x="144" y="3012"/>
                  </a:lnTo>
                  <a:cubicBezTo>
                    <a:pt x="167" y="2969"/>
                    <a:pt x="180" y="2926"/>
                    <a:pt x="173" y="2883"/>
                  </a:cubicBezTo>
                  <a:cubicBezTo>
                    <a:pt x="158" y="2760"/>
                    <a:pt x="237" y="2688"/>
                    <a:pt x="317" y="2654"/>
                  </a:cubicBezTo>
                  <a:cubicBezTo>
                    <a:pt x="382" y="2624"/>
                    <a:pt x="417" y="2588"/>
                    <a:pt x="432" y="2531"/>
                  </a:cubicBezTo>
                  <a:lnTo>
                    <a:pt x="432" y="2465"/>
                  </a:lnTo>
                  <a:cubicBezTo>
                    <a:pt x="432" y="2365"/>
                    <a:pt x="525" y="2279"/>
                    <a:pt x="582" y="2250"/>
                  </a:cubicBezTo>
                  <a:cubicBezTo>
                    <a:pt x="612" y="2236"/>
                    <a:pt x="655" y="2222"/>
                    <a:pt x="705" y="2186"/>
                  </a:cubicBezTo>
                  <a:cubicBezTo>
                    <a:pt x="734" y="2150"/>
                    <a:pt x="770" y="2120"/>
                    <a:pt x="820" y="2093"/>
                  </a:cubicBezTo>
                  <a:cubicBezTo>
                    <a:pt x="841" y="2070"/>
                    <a:pt x="864" y="2041"/>
                    <a:pt x="884" y="2007"/>
                  </a:cubicBezTo>
                  <a:cubicBezTo>
                    <a:pt x="914" y="1970"/>
                    <a:pt x="943" y="1941"/>
                    <a:pt x="977" y="1920"/>
                  </a:cubicBezTo>
                  <a:cubicBezTo>
                    <a:pt x="1029" y="1812"/>
                    <a:pt x="1043" y="1696"/>
                    <a:pt x="1036" y="1618"/>
                  </a:cubicBezTo>
                  <a:cubicBezTo>
                    <a:pt x="1020" y="1489"/>
                    <a:pt x="943" y="1265"/>
                    <a:pt x="1115" y="870"/>
                  </a:cubicBezTo>
                  <a:cubicBezTo>
                    <a:pt x="1279" y="475"/>
                    <a:pt x="914" y="0"/>
                    <a:pt x="91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56"/>
            <p:cNvSpPr/>
            <p:nvPr/>
          </p:nvSpPr>
          <p:spPr>
            <a:xfrm>
              <a:off x="4987289" y="4265844"/>
              <a:ext cx="37558" cy="41123"/>
            </a:xfrm>
            <a:custGeom>
              <a:rect b="b" l="l" r="r" t="t"/>
              <a:pathLst>
                <a:path extrusionOk="0" h="173" w="158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56"/>
            <p:cNvSpPr/>
            <p:nvPr/>
          </p:nvSpPr>
          <p:spPr>
            <a:xfrm>
              <a:off x="4756475" y="3809446"/>
              <a:ext cx="253158" cy="657974"/>
            </a:xfrm>
            <a:custGeom>
              <a:rect b="b" l="l" r="r" t="t"/>
              <a:pathLst>
                <a:path extrusionOk="0" h="2768" w="1065">
                  <a:moveTo>
                    <a:pt x="1065" y="0"/>
                  </a:moveTo>
                  <a:lnTo>
                    <a:pt x="1065" y="0"/>
                  </a:lnTo>
                  <a:cubicBezTo>
                    <a:pt x="1064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223" y="2767"/>
                  </a:lnTo>
                  <a:lnTo>
                    <a:pt x="490" y="1891"/>
                  </a:lnTo>
                  <a:lnTo>
                    <a:pt x="770" y="978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56"/>
            <p:cNvSpPr/>
            <p:nvPr/>
          </p:nvSpPr>
          <p:spPr>
            <a:xfrm>
              <a:off x="4756475" y="3809446"/>
              <a:ext cx="253158" cy="657974"/>
            </a:xfrm>
            <a:custGeom>
              <a:rect b="b" l="l" r="r" t="t"/>
              <a:pathLst>
                <a:path extrusionOk="0" fill="none" h="2768" w="1065">
                  <a:moveTo>
                    <a:pt x="223" y="2767"/>
                  </a:moveTo>
                  <a:lnTo>
                    <a:pt x="490" y="1891"/>
                  </a:lnTo>
                  <a:lnTo>
                    <a:pt x="770" y="978"/>
                  </a:lnTo>
                  <a:lnTo>
                    <a:pt x="770" y="978"/>
                  </a:lnTo>
                  <a:lnTo>
                    <a:pt x="1065" y="0"/>
                  </a:lnTo>
                  <a:cubicBezTo>
                    <a:pt x="1065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173" y="2667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56"/>
            <p:cNvSpPr/>
            <p:nvPr/>
          </p:nvSpPr>
          <p:spPr>
            <a:xfrm>
              <a:off x="4787139" y="4443411"/>
              <a:ext cx="22345" cy="82247"/>
            </a:xfrm>
            <a:custGeom>
              <a:rect b="b" l="l" r="r" t="t"/>
              <a:pathLst>
                <a:path extrusionOk="0" h="346" w="94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56"/>
            <p:cNvSpPr/>
            <p:nvPr/>
          </p:nvSpPr>
          <p:spPr>
            <a:xfrm>
              <a:off x="4787139" y="4443411"/>
              <a:ext cx="22345" cy="82247"/>
            </a:xfrm>
            <a:custGeom>
              <a:rect b="b" l="l" r="r" t="t"/>
              <a:pathLst>
                <a:path extrusionOk="0" fill="none" h="346" w="94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56"/>
            <p:cNvSpPr/>
            <p:nvPr/>
          </p:nvSpPr>
          <p:spPr>
            <a:xfrm>
              <a:off x="4817804" y="4411083"/>
              <a:ext cx="77493" cy="29238"/>
            </a:xfrm>
            <a:custGeom>
              <a:rect b="b" l="l" r="r" t="t"/>
              <a:pathLst>
                <a:path extrusionOk="0" fill="none" h="123" w="326">
                  <a:moveTo>
                    <a:pt x="325" y="0"/>
                  </a:moveTo>
                  <a:lnTo>
                    <a:pt x="1" y="123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56"/>
            <p:cNvSpPr/>
            <p:nvPr/>
          </p:nvSpPr>
          <p:spPr>
            <a:xfrm>
              <a:off x="4949493" y="3976792"/>
              <a:ext cx="82247" cy="33041"/>
            </a:xfrm>
            <a:custGeom>
              <a:rect b="b" l="l" r="r" t="t"/>
              <a:pathLst>
                <a:path extrusionOk="0" fill="none" h="139" w="346">
                  <a:moveTo>
                    <a:pt x="1" y="138"/>
                  </a:moveTo>
                  <a:lnTo>
                    <a:pt x="346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56"/>
            <p:cNvSpPr/>
            <p:nvPr/>
          </p:nvSpPr>
          <p:spPr>
            <a:xfrm>
              <a:off x="4879370" y="4185499"/>
              <a:ext cx="133592" cy="53009"/>
            </a:xfrm>
            <a:custGeom>
              <a:rect b="b" l="l" r="r" t="t"/>
              <a:pathLst>
                <a:path extrusionOk="0" fill="none" h="223" w="562">
                  <a:moveTo>
                    <a:pt x="1" y="223"/>
                  </a:moveTo>
                  <a:lnTo>
                    <a:pt x="561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56"/>
            <p:cNvSpPr/>
            <p:nvPr/>
          </p:nvSpPr>
          <p:spPr>
            <a:xfrm>
              <a:off x="4811386" y="4137482"/>
              <a:ext cx="61804" cy="121706"/>
            </a:xfrm>
            <a:custGeom>
              <a:rect b="b" l="l" r="r" t="t"/>
              <a:pathLst>
                <a:path extrusionOk="0" fill="none" h="512" w="260">
                  <a:moveTo>
                    <a:pt x="259" y="511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56"/>
            <p:cNvSpPr/>
            <p:nvPr/>
          </p:nvSpPr>
          <p:spPr>
            <a:xfrm>
              <a:off x="4899813" y="3968472"/>
              <a:ext cx="39697" cy="73689"/>
            </a:xfrm>
            <a:custGeom>
              <a:rect b="b" l="l" r="r" t="t"/>
              <a:pathLst>
                <a:path extrusionOk="0" fill="none" h="310" w="167">
                  <a:moveTo>
                    <a:pt x="167" y="309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56"/>
            <p:cNvSpPr/>
            <p:nvPr/>
          </p:nvSpPr>
          <p:spPr>
            <a:xfrm>
              <a:off x="4541113" y="3831553"/>
              <a:ext cx="290954" cy="694106"/>
            </a:xfrm>
            <a:custGeom>
              <a:rect b="b" l="l" r="r" t="t"/>
              <a:pathLst>
                <a:path extrusionOk="0" h="2920" w="1224">
                  <a:moveTo>
                    <a:pt x="0" y="0"/>
                  </a:moveTo>
                  <a:lnTo>
                    <a:pt x="266" y="906"/>
                  </a:lnTo>
                  <a:lnTo>
                    <a:pt x="511" y="1748"/>
                  </a:lnTo>
                  <a:lnTo>
                    <a:pt x="684" y="2329"/>
                  </a:lnTo>
                  <a:lnTo>
                    <a:pt x="749" y="2561"/>
                  </a:lnTo>
                  <a:lnTo>
                    <a:pt x="856" y="2919"/>
                  </a:lnTo>
                  <a:lnTo>
                    <a:pt x="1036" y="2919"/>
                  </a:lnTo>
                  <a:cubicBezTo>
                    <a:pt x="1072" y="2811"/>
                    <a:pt x="1051" y="2681"/>
                    <a:pt x="1079" y="2574"/>
                  </a:cubicBezTo>
                  <a:cubicBezTo>
                    <a:pt x="1086" y="2545"/>
                    <a:pt x="1101" y="2517"/>
                    <a:pt x="1115" y="2495"/>
                  </a:cubicBezTo>
                  <a:cubicBezTo>
                    <a:pt x="1224" y="2316"/>
                    <a:pt x="1158" y="2136"/>
                    <a:pt x="1042" y="2021"/>
                  </a:cubicBezTo>
                  <a:cubicBezTo>
                    <a:pt x="935" y="1905"/>
                    <a:pt x="906" y="1805"/>
                    <a:pt x="992" y="1639"/>
                  </a:cubicBezTo>
                  <a:cubicBezTo>
                    <a:pt x="1058" y="1503"/>
                    <a:pt x="1008" y="1331"/>
                    <a:pt x="942" y="1230"/>
                  </a:cubicBezTo>
                  <a:cubicBezTo>
                    <a:pt x="929" y="1208"/>
                    <a:pt x="922" y="1194"/>
                    <a:pt x="913" y="1187"/>
                  </a:cubicBezTo>
                  <a:cubicBezTo>
                    <a:pt x="835" y="1094"/>
                    <a:pt x="663" y="965"/>
                    <a:pt x="590" y="577"/>
                  </a:cubicBezTo>
                  <a:cubicBezTo>
                    <a:pt x="525" y="180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56"/>
            <p:cNvSpPr/>
            <p:nvPr/>
          </p:nvSpPr>
          <p:spPr>
            <a:xfrm>
              <a:off x="4459104" y="3831553"/>
              <a:ext cx="285724" cy="694106"/>
            </a:xfrm>
            <a:custGeom>
              <a:rect b="b" l="l" r="r" t="t"/>
              <a:pathLst>
                <a:path extrusionOk="0" h="2920" w="1202">
                  <a:moveTo>
                    <a:pt x="345" y="0"/>
                  </a:moveTo>
                  <a:cubicBezTo>
                    <a:pt x="345" y="0"/>
                    <a:pt x="0" y="439"/>
                    <a:pt x="159" y="799"/>
                  </a:cubicBezTo>
                  <a:cubicBezTo>
                    <a:pt x="309" y="1165"/>
                    <a:pt x="232" y="1374"/>
                    <a:pt x="216" y="1489"/>
                  </a:cubicBezTo>
                  <a:cubicBezTo>
                    <a:pt x="209" y="1603"/>
                    <a:pt x="245" y="1819"/>
                    <a:pt x="395" y="1921"/>
                  </a:cubicBezTo>
                  <a:cubicBezTo>
                    <a:pt x="518" y="1991"/>
                    <a:pt x="561" y="2064"/>
                    <a:pt x="561" y="2164"/>
                  </a:cubicBezTo>
                  <a:cubicBezTo>
                    <a:pt x="604" y="2193"/>
                    <a:pt x="654" y="2236"/>
                    <a:pt x="677" y="2293"/>
                  </a:cubicBezTo>
                  <a:cubicBezTo>
                    <a:pt x="690" y="2322"/>
                    <a:pt x="697" y="2345"/>
                    <a:pt x="697" y="2372"/>
                  </a:cubicBezTo>
                  <a:cubicBezTo>
                    <a:pt x="690" y="2481"/>
                    <a:pt x="727" y="2524"/>
                    <a:pt x="813" y="2561"/>
                  </a:cubicBezTo>
                  <a:cubicBezTo>
                    <a:pt x="899" y="2595"/>
                    <a:pt x="972" y="2667"/>
                    <a:pt x="956" y="2790"/>
                  </a:cubicBezTo>
                  <a:cubicBezTo>
                    <a:pt x="949" y="2833"/>
                    <a:pt x="965" y="2876"/>
                    <a:pt x="985" y="2919"/>
                  </a:cubicBezTo>
                  <a:lnTo>
                    <a:pt x="1201" y="2919"/>
                  </a:lnTo>
                  <a:lnTo>
                    <a:pt x="1094" y="2561"/>
                  </a:lnTo>
                  <a:lnTo>
                    <a:pt x="1029" y="2329"/>
                  </a:lnTo>
                  <a:lnTo>
                    <a:pt x="856" y="1748"/>
                  </a:lnTo>
                  <a:lnTo>
                    <a:pt x="611" y="906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56"/>
            <p:cNvSpPr/>
            <p:nvPr/>
          </p:nvSpPr>
          <p:spPr>
            <a:xfrm>
              <a:off x="4719155" y="4351181"/>
              <a:ext cx="46115" cy="89140"/>
            </a:xfrm>
            <a:custGeom>
              <a:rect b="b" l="l" r="r" t="t"/>
              <a:pathLst>
                <a:path extrusionOk="0" fill="none" h="375" w="194">
                  <a:moveTo>
                    <a:pt x="0" y="375"/>
                  </a:moveTo>
                  <a:lnTo>
                    <a:pt x="193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56"/>
            <p:cNvSpPr/>
            <p:nvPr/>
          </p:nvSpPr>
          <p:spPr>
            <a:xfrm>
              <a:off x="4619794" y="4376615"/>
              <a:ext cx="92468" cy="37795"/>
            </a:xfrm>
            <a:custGeom>
              <a:rect b="b" l="l" r="r" t="t"/>
              <a:pathLst>
                <a:path extrusionOk="0" fill="none" h="159" w="389">
                  <a:moveTo>
                    <a:pt x="1" y="0"/>
                  </a:moveTo>
                  <a:lnTo>
                    <a:pt x="1" y="0"/>
                  </a:lnTo>
                  <a:lnTo>
                    <a:pt x="346" y="145"/>
                  </a:lnTo>
                  <a:lnTo>
                    <a:pt x="389" y="159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56"/>
            <p:cNvSpPr/>
            <p:nvPr/>
          </p:nvSpPr>
          <p:spPr>
            <a:xfrm>
              <a:off x="4519006" y="3985350"/>
              <a:ext cx="75116" cy="30902"/>
            </a:xfrm>
            <a:custGeom>
              <a:rect b="b" l="l" r="r" t="t"/>
              <a:pathLst>
                <a:path extrusionOk="0" fill="none" h="130" w="316">
                  <a:moveTo>
                    <a:pt x="316" y="13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56"/>
            <p:cNvSpPr/>
            <p:nvPr/>
          </p:nvSpPr>
          <p:spPr>
            <a:xfrm>
              <a:off x="4536121" y="4178368"/>
              <a:ext cx="121706" cy="48255"/>
            </a:xfrm>
            <a:custGeom>
              <a:rect b="b" l="l" r="r" t="t"/>
              <a:pathLst>
                <a:path extrusionOk="0" fill="none" h="203" w="512">
                  <a:moveTo>
                    <a:pt x="511" y="203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56"/>
            <p:cNvSpPr/>
            <p:nvPr/>
          </p:nvSpPr>
          <p:spPr>
            <a:xfrm>
              <a:off x="4662581" y="4135818"/>
              <a:ext cx="58476" cy="111247"/>
            </a:xfrm>
            <a:custGeom>
              <a:rect b="b" l="l" r="r" t="t"/>
              <a:pathLst>
                <a:path extrusionOk="0" fill="none" h="468" w="246">
                  <a:moveTo>
                    <a:pt x="0" y="468"/>
                  </a:moveTo>
                  <a:lnTo>
                    <a:pt x="245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56"/>
            <p:cNvSpPr/>
            <p:nvPr/>
          </p:nvSpPr>
          <p:spPr>
            <a:xfrm>
              <a:off x="4604343" y="3978694"/>
              <a:ext cx="36132" cy="68460"/>
            </a:xfrm>
            <a:custGeom>
              <a:rect b="b" l="l" r="r" t="t"/>
              <a:pathLst>
                <a:path extrusionOk="0" fill="none" h="288" w="152">
                  <a:moveTo>
                    <a:pt x="0" y="287"/>
                  </a:moveTo>
                  <a:lnTo>
                    <a:pt x="152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56"/>
            <p:cNvSpPr/>
            <p:nvPr/>
          </p:nvSpPr>
          <p:spPr>
            <a:xfrm>
              <a:off x="4413226" y="4241598"/>
              <a:ext cx="280257" cy="284060"/>
            </a:xfrm>
            <a:custGeom>
              <a:rect b="b" l="l" r="r" t="t"/>
              <a:pathLst>
                <a:path extrusionOk="0" fill="none" h="1195" w="1179">
                  <a:moveTo>
                    <a:pt x="1158" y="1194"/>
                  </a:moveTo>
                  <a:lnTo>
                    <a:pt x="1178" y="1194"/>
                  </a:lnTo>
                  <a:cubicBezTo>
                    <a:pt x="1158" y="1151"/>
                    <a:pt x="1142" y="1108"/>
                    <a:pt x="1149" y="1065"/>
                  </a:cubicBezTo>
                  <a:cubicBezTo>
                    <a:pt x="1165" y="942"/>
                    <a:pt x="1092" y="870"/>
                    <a:pt x="1006" y="836"/>
                  </a:cubicBezTo>
                  <a:cubicBezTo>
                    <a:pt x="920" y="799"/>
                    <a:pt x="883" y="756"/>
                    <a:pt x="890" y="647"/>
                  </a:cubicBezTo>
                  <a:cubicBezTo>
                    <a:pt x="890" y="620"/>
                    <a:pt x="883" y="597"/>
                    <a:pt x="870" y="568"/>
                  </a:cubicBezTo>
                  <a:cubicBezTo>
                    <a:pt x="847" y="511"/>
                    <a:pt x="797" y="468"/>
                    <a:pt x="754" y="439"/>
                  </a:cubicBezTo>
                  <a:cubicBezTo>
                    <a:pt x="754" y="439"/>
                    <a:pt x="747" y="432"/>
                    <a:pt x="740" y="432"/>
                  </a:cubicBezTo>
                  <a:cubicBezTo>
                    <a:pt x="683" y="396"/>
                    <a:pt x="561" y="375"/>
                    <a:pt x="438" y="189"/>
                  </a:cubicBezTo>
                  <a:cubicBezTo>
                    <a:pt x="309" y="1"/>
                    <a:pt x="0" y="30"/>
                    <a:pt x="0" y="30"/>
                  </a:cubicBezTo>
                  <a:lnTo>
                    <a:pt x="345" y="432"/>
                  </a:lnTo>
                  <a:lnTo>
                    <a:pt x="977" y="1181"/>
                  </a:lnTo>
                  <a:lnTo>
                    <a:pt x="985" y="999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56"/>
            <p:cNvSpPr/>
            <p:nvPr/>
          </p:nvSpPr>
          <p:spPr>
            <a:xfrm>
              <a:off x="4394210" y="4248491"/>
              <a:ext cx="294282" cy="277167"/>
            </a:xfrm>
            <a:custGeom>
              <a:rect b="b" l="l" r="r" t="t"/>
              <a:pathLst>
                <a:path extrusionOk="0" fill="none" h="1166" w="1238">
                  <a:moveTo>
                    <a:pt x="1065" y="970"/>
                  </a:moveTo>
                  <a:lnTo>
                    <a:pt x="1057" y="1152"/>
                  </a:lnTo>
                  <a:lnTo>
                    <a:pt x="425" y="403"/>
                  </a:lnTo>
                  <a:lnTo>
                    <a:pt x="80" y="1"/>
                  </a:lnTo>
                  <a:cubicBezTo>
                    <a:pt x="80" y="1"/>
                    <a:pt x="1" y="303"/>
                    <a:pt x="166" y="462"/>
                  </a:cubicBezTo>
                  <a:cubicBezTo>
                    <a:pt x="323" y="612"/>
                    <a:pt x="332" y="734"/>
                    <a:pt x="353" y="798"/>
                  </a:cubicBezTo>
                  <a:cubicBezTo>
                    <a:pt x="375" y="863"/>
                    <a:pt x="446" y="964"/>
                    <a:pt x="548" y="979"/>
                  </a:cubicBezTo>
                  <a:cubicBezTo>
                    <a:pt x="648" y="993"/>
                    <a:pt x="691" y="1036"/>
                    <a:pt x="705" y="1122"/>
                  </a:cubicBezTo>
                  <a:cubicBezTo>
                    <a:pt x="712" y="1136"/>
                    <a:pt x="720" y="1152"/>
                    <a:pt x="727" y="1165"/>
                  </a:cubicBezTo>
                  <a:lnTo>
                    <a:pt x="1072" y="1165"/>
                  </a:lnTo>
                  <a:lnTo>
                    <a:pt x="1238" y="1165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56"/>
            <p:cNvSpPr/>
            <p:nvPr/>
          </p:nvSpPr>
          <p:spPr>
            <a:xfrm>
              <a:off x="4645228" y="4522092"/>
              <a:ext cx="4041" cy="3566"/>
            </a:xfrm>
            <a:custGeom>
              <a:rect b="b" l="l" r="r" t="t"/>
              <a:pathLst>
                <a:path extrusionOk="0" fill="none" h="15" w="17">
                  <a:moveTo>
                    <a:pt x="16" y="1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56"/>
            <p:cNvSpPr/>
            <p:nvPr/>
          </p:nvSpPr>
          <p:spPr>
            <a:xfrm>
              <a:off x="4647368" y="4465518"/>
              <a:ext cx="1902" cy="13787"/>
            </a:xfrm>
            <a:custGeom>
              <a:rect b="b" l="l" r="r" t="t"/>
              <a:pathLst>
                <a:path extrusionOk="0" fill="none" h="58" w="8">
                  <a:moveTo>
                    <a:pt x="7" y="0"/>
                  </a:moveTo>
                  <a:lnTo>
                    <a:pt x="0" y="57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56"/>
            <p:cNvSpPr/>
            <p:nvPr/>
          </p:nvSpPr>
          <p:spPr>
            <a:xfrm>
              <a:off x="4578908" y="4509731"/>
              <a:ext cx="56337" cy="2377"/>
            </a:xfrm>
            <a:custGeom>
              <a:rect b="b" l="l" r="r" t="t"/>
              <a:pathLst>
                <a:path extrusionOk="0" fill="none" h="10" w="237">
                  <a:moveTo>
                    <a:pt x="237" y="1"/>
                  </a:moveTo>
                  <a:lnTo>
                    <a:pt x="0" y="9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56"/>
            <p:cNvSpPr/>
            <p:nvPr/>
          </p:nvSpPr>
          <p:spPr>
            <a:xfrm>
              <a:off x="4436997" y="4332164"/>
              <a:ext cx="46591" cy="238"/>
            </a:xfrm>
            <a:custGeom>
              <a:rect b="b" l="l" r="r" t="t"/>
              <a:pathLst>
                <a:path extrusionOk="0" fill="none" h="1" w="196">
                  <a:moveTo>
                    <a:pt x="195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56"/>
            <p:cNvSpPr/>
            <p:nvPr/>
          </p:nvSpPr>
          <p:spPr>
            <a:xfrm>
              <a:off x="4489768" y="4426059"/>
              <a:ext cx="73689" cy="4041"/>
            </a:xfrm>
            <a:custGeom>
              <a:rect b="b" l="l" r="r" t="t"/>
              <a:pathLst>
                <a:path extrusionOk="0" fill="none" h="17" w="310">
                  <a:moveTo>
                    <a:pt x="310" y="1"/>
                  </a:moveTo>
                  <a:lnTo>
                    <a:pt x="1" y="16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56"/>
            <p:cNvSpPr/>
            <p:nvPr/>
          </p:nvSpPr>
          <p:spPr>
            <a:xfrm>
              <a:off x="4570113" y="4364730"/>
              <a:ext cx="5705" cy="70361"/>
            </a:xfrm>
            <a:custGeom>
              <a:rect b="b" l="l" r="r" t="t"/>
              <a:pathLst>
                <a:path extrusionOk="0" fill="none" h="296" w="24">
                  <a:moveTo>
                    <a:pt x="1" y="295"/>
                  </a:moveTo>
                  <a:lnTo>
                    <a:pt x="23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56"/>
            <p:cNvSpPr/>
            <p:nvPr/>
          </p:nvSpPr>
          <p:spPr>
            <a:xfrm>
              <a:off x="4495235" y="4301500"/>
              <a:ext cx="1902" cy="42787"/>
            </a:xfrm>
            <a:custGeom>
              <a:rect b="b" l="l" r="r" t="t"/>
              <a:pathLst>
                <a:path extrusionOk="0" fill="none" h="180" w="8">
                  <a:moveTo>
                    <a:pt x="0" y="180"/>
                  </a:moveTo>
                  <a:lnTo>
                    <a:pt x="7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56"/>
            <p:cNvSpPr/>
            <p:nvPr/>
          </p:nvSpPr>
          <p:spPr>
            <a:xfrm>
              <a:off x="4987289" y="4265844"/>
              <a:ext cx="37558" cy="41123"/>
            </a:xfrm>
            <a:custGeom>
              <a:rect b="b" l="l" r="r" t="t"/>
              <a:pathLst>
                <a:path extrusionOk="0" h="173" w="158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56"/>
            <p:cNvSpPr/>
            <p:nvPr/>
          </p:nvSpPr>
          <p:spPr>
            <a:xfrm>
              <a:off x="4870812" y="4248491"/>
              <a:ext cx="254822" cy="277167"/>
            </a:xfrm>
            <a:custGeom>
              <a:rect b="b" l="l" r="r" t="t"/>
              <a:pathLst>
                <a:path extrusionOk="0" h="1166" w="1072">
                  <a:moveTo>
                    <a:pt x="1001" y="1"/>
                  </a:moveTo>
                  <a:lnTo>
                    <a:pt x="647" y="403"/>
                  </a:lnTo>
                  <a:lnTo>
                    <a:pt x="339" y="777"/>
                  </a:lnTo>
                  <a:lnTo>
                    <a:pt x="332" y="784"/>
                  </a:lnTo>
                  <a:lnTo>
                    <a:pt x="23" y="1143"/>
                  </a:lnTo>
                  <a:lnTo>
                    <a:pt x="16" y="1152"/>
                  </a:lnTo>
                  <a:lnTo>
                    <a:pt x="0" y="1165"/>
                  </a:lnTo>
                  <a:lnTo>
                    <a:pt x="354" y="1165"/>
                  </a:lnTo>
                  <a:cubicBezTo>
                    <a:pt x="361" y="1152"/>
                    <a:pt x="361" y="1136"/>
                    <a:pt x="368" y="1122"/>
                  </a:cubicBezTo>
                  <a:cubicBezTo>
                    <a:pt x="389" y="1036"/>
                    <a:pt x="425" y="993"/>
                    <a:pt x="527" y="979"/>
                  </a:cubicBezTo>
                  <a:cubicBezTo>
                    <a:pt x="627" y="964"/>
                    <a:pt x="699" y="863"/>
                    <a:pt x="720" y="798"/>
                  </a:cubicBezTo>
                  <a:cubicBezTo>
                    <a:pt x="742" y="734"/>
                    <a:pt x="749" y="612"/>
                    <a:pt x="906" y="462"/>
                  </a:cubicBezTo>
                  <a:cubicBezTo>
                    <a:pt x="1072" y="303"/>
                    <a:pt x="1001" y="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56"/>
            <p:cNvSpPr/>
            <p:nvPr/>
          </p:nvSpPr>
          <p:spPr>
            <a:xfrm>
              <a:off x="4870812" y="4522092"/>
              <a:ext cx="3803" cy="3566"/>
            </a:xfrm>
            <a:custGeom>
              <a:rect b="b" l="l" r="r" t="t"/>
              <a:pathLst>
                <a:path extrusionOk="0" h="15" w="16">
                  <a:moveTo>
                    <a:pt x="16" y="1"/>
                  </a:moveTo>
                  <a:lnTo>
                    <a:pt x="0" y="14"/>
                  </a:lnTo>
                  <a:cubicBezTo>
                    <a:pt x="9" y="7"/>
                    <a:pt x="9" y="7"/>
                    <a:pt x="1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56"/>
            <p:cNvSpPr/>
            <p:nvPr/>
          </p:nvSpPr>
          <p:spPr>
            <a:xfrm>
              <a:off x="4826599" y="4248016"/>
              <a:ext cx="282159" cy="277642"/>
            </a:xfrm>
            <a:custGeom>
              <a:rect b="b" l="l" r="r" t="t"/>
              <a:pathLst>
                <a:path extrusionOk="0" h="1168" w="1187">
                  <a:moveTo>
                    <a:pt x="1132" y="1"/>
                  </a:moveTo>
                  <a:cubicBezTo>
                    <a:pt x="1060" y="1"/>
                    <a:pt x="932" y="11"/>
                    <a:pt x="833" y="75"/>
                  </a:cubicBezTo>
                  <a:cubicBezTo>
                    <a:pt x="806" y="139"/>
                    <a:pt x="756" y="196"/>
                    <a:pt x="690" y="239"/>
                  </a:cubicBezTo>
                  <a:cubicBezTo>
                    <a:pt x="683" y="239"/>
                    <a:pt x="683" y="239"/>
                    <a:pt x="676" y="248"/>
                  </a:cubicBezTo>
                  <a:cubicBezTo>
                    <a:pt x="640" y="291"/>
                    <a:pt x="597" y="319"/>
                    <a:pt x="561" y="341"/>
                  </a:cubicBezTo>
                  <a:cubicBezTo>
                    <a:pt x="511" y="377"/>
                    <a:pt x="468" y="391"/>
                    <a:pt x="438" y="405"/>
                  </a:cubicBezTo>
                  <a:cubicBezTo>
                    <a:pt x="381" y="434"/>
                    <a:pt x="288" y="520"/>
                    <a:pt x="288" y="620"/>
                  </a:cubicBezTo>
                  <a:lnTo>
                    <a:pt x="288" y="686"/>
                  </a:lnTo>
                  <a:cubicBezTo>
                    <a:pt x="273" y="743"/>
                    <a:pt x="238" y="779"/>
                    <a:pt x="173" y="809"/>
                  </a:cubicBezTo>
                  <a:cubicBezTo>
                    <a:pt x="93" y="843"/>
                    <a:pt x="14" y="915"/>
                    <a:pt x="29" y="1038"/>
                  </a:cubicBezTo>
                  <a:cubicBezTo>
                    <a:pt x="36" y="1081"/>
                    <a:pt x="23" y="1124"/>
                    <a:pt x="0" y="1167"/>
                  </a:cubicBezTo>
                  <a:lnTo>
                    <a:pt x="186" y="1167"/>
                  </a:lnTo>
                  <a:cubicBezTo>
                    <a:pt x="195" y="1160"/>
                    <a:pt x="195" y="1160"/>
                    <a:pt x="202" y="1154"/>
                  </a:cubicBezTo>
                  <a:lnTo>
                    <a:pt x="209" y="1145"/>
                  </a:lnTo>
                  <a:lnTo>
                    <a:pt x="518" y="786"/>
                  </a:lnTo>
                  <a:lnTo>
                    <a:pt x="525" y="779"/>
                  </a:lnTo>
                  <a:lnTo>
                    <a:pt x="833" y="405"/>
                  </a:lnTo>
                  <a:lnTo>
                    <a:pt x="1187" y="3"/>
                  </a:lnTo>
                  <a:cubicBezTo>
                    <a:pt x="1187" y="3"/>
                    <a:pt x="1166" y="1"/>
                    <a:pt x="11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56"/>
            <p:cNvSpPr/>
            <p:nvPr/>
          </p:nvSpPr>
          <p:spPr>
            <a:xfrm>
              <a:off x="4870812" y="4465518"/>
              <a:ext cx="3803" cy="56812"/>
            </a:xfrm>
            <a:custGeom>
              <a:rect b="b" l="l" r="r" t="t"/>
              <a:pathLst>
                <a:path extrusionOk="0" fill="none" h="239" w="16">
                  <a:moveTo>
                    <a:pt x="16" y="23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56"/>
            <p:cNvSpPr/>
            <p:nvPr/>
          </p:nvSpPr>
          <p:spPr>
            <a:xfrm>
              <a:off x="4884837" y="4509731"/>
              <a:ext cx="56337" cy="2377"/>
            </a:xfrm>
            <a:custGeom>
              <a:rect b="b" l="l" r="r" t="t"/>
              <a:pathLst>
                <a:path extrusionOk="0" fill="none" h="10" w="237">
                  <a:moveTo>
                    <a:pt x="0" y="1"/>
                  </a:moveTo>
                  <a:lnTo>
                    <a:pt x="236" y="9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56"/>
            <p:cNvSpPr/>
            <p:nvPr/>
          </p:nvSpPr>
          <p:spPr>
            <a:xfrm>
              <a:off x="5036970" y="4332164"/>
              <a:ext cx="46115" cy="238"/>
            </a:xfrm>
            <a:custGeom>
              <a:rect b="b" l="l" r="r" t="t"/>
              <a:pathLst>
                <a:path extrusionOk="0" fill="none" h="1" w="194">
                  <a:moveTo>
                    <a:pt x="0" y="1"/>
                  </a:moveTo>
                  <a:lnTo>
                    <a:pt x="193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56"/>
            <p:cNvSpPr/>
            <p:nvPr/>
          </p:nvSpPr>
          <p:spPr>
            <a:xfrm>
              <a:off x="4956387" y="4426059"/>
              <a:ext cx="73689" cy="4041"/>
            </a:xfrm>
            <a:custGeom>
              <a:rect b="b" l="l" r="r" t="t"/>
              <a:pathLst>
                <a:path extrusionOk="0" fill="none" h="17" w="310">
                  <a:moveTo>
                    <a:pt x="1" y="1"/>
                  </a:moveTo>
                  <a:lnTo>
                    <a:pt x="310" y="16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56"/>
            <p:cNvSpPr/>
            <p:nvPr/>
          </p:nvSpPr>
          <p:spPr>
            <a:xfrm>
              <a:off x="4944502" y="4364730"/>
              <a:ext cx="5230" cy="70361"/>
            </a:xfrm>
            <a:custGeom>
              <a:rect b="b" l="l" r="r" t="t"/>
              <a:pathLst>
                <a:path extrusionOk="0" fill="none" h="296" w="22">
                  <a:moveTo>
                    <a:pt x="22" y="295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56"/>
            <p:cNvSpPr/>
            <p:nvPr/>
          </p:nvSpPr>
          <p:spPr>
            <a:xfrm>
              <a:off x="5022945" y="4301500"/>
              <a:ext cx="1902" cy="42787"/>
            </a:xfrm>
            <a:custGeom>
              <a:rect b="b" l="l" r="r" t="t"/>
              <a:pathLst>
                <a:path extrusionOk="0" fill="none" h="180" w="8">
                  <a:moveTo>
                    <a:pt x="7" y="18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56"/>
            <p:cNvSpPr/>
            <p:nvPr/>
          </p:nvSpPr>
          <p:spPr>
            <a:xfrm>
              <a:off x="4577244" y="4727234"/>
              <a:ext cx="238" cy="1664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56"/>
            <p:cNvSpPr/>
            <p:nvPr/>
          </p:nvSpPr>
          <p:spPr>
            <a:xfrm>
              <a:off x="4942600" y="4727234"/>
              <a:ext cx="238" cy="2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56"/>
            <p:cNvSpPr/>
            <p:nvPr/>
          </p:nvSpPr>
          <p:spPr>
            <a:xfrm>
              <a:off x="4541113" y="4525420"/>
              <a:ext cx="439521" cy="292143"/>
            </a:xfrm>
            <a:custGeom>
              <a:rect b="b" l="l" r="r" t="t"/>
              <a:pathLst>
                <a:path extrusionOk="0" h="1229" w="1849">
                  <a:moveTo>
                    <a:pt x="0" y="0"/>
                  </a:moveTo>
                  <a:lnTo>
                    <a:pt x="152" y="849"/>
                  </a:lnTo>
                  <a:lnTo>
                    <a:pt x="152" y="856"/>
                  </a:lnTo>
                  <a:lnTo>
                    <a:pt x="223" y="1229"/>
                  </a:lnTo>
                  <a:lnTo>
                    <a:pt x="835" y="1229"/>
                  </a:lnTo>
                  <a:lnTo>
                    <a:pt x="835" y="849"/>
                  </a:lnTo>
                  <a:lnTo>
                    <a:pt x="1008" y="849"/>
                  </a:lnTo>
                  <a:lnTo>
                    <a:pt x="1008" y="1229"/>
                  </a:lnTo>
                  <a:lnTo>
                    <a:pt x="1619" y="1229"/>
                  </a:lnTo>
                  <a:lnTo>
                    <a:pt x="1689" y="849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56"/>
            <p:cNvSpPr/>
            <p:nvPr/>
          </p:nvSpPr>
          <p:spPr>
            <a:xfrm>
              <a:off x="4536121" y="4727234"/>
              <a:ext cx="41361" cy="220355"/>
            </a:xfrm>
            <a:custGeom>
              <a:rect b="b" l="l" r="r" t="t"/>
              <a:pathLst>
                <a:path extrusionOk="0" h="927" w="174">
                  <a:moveTo>
                    <a:pt x="1" y="0"/>
                  </a:moveTo>
                  <a:lnTo>
                    <a:pt x="1" y="926"/>
                  </a:lnTo>
                  <a:lnTo>
                    <a:pt x="173" y="926"/>
                  </a:lnTo>
                  <a:lnTo>
                    <a:pt x="173" y="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56"/>
            <p:cNvSpPr/>
            <p:nvPr/>
          </p:nvSpPr>
          <p:spPr>
            <a:xfrm>
              <a:off x="4577244" y="4727234"/>
              <a:ext cx="238" cy="1664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56"/>
            <p:cNvSpPr/>
            <p:nvPr/>
          </p:nvSpPr>
          <p:spPr>
            <a:xfrm>
              <a:off x="4942600" y="4727234"/>
              <a:ext cx="41123" cy="220355"/>
            </a:xfrm>
            <a:custGeom>
              <a:rect b="b" l="l" r="r" t="t"/>
              <a:pathLst>
                <a:path extrusionOk="0" h="927" w="173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56"/>
            <p:cNvSpPr/>
            <p:nvPr/>
          </p:nvSpPr>
          <p:spPr>
            <a:xfrm>
              <a:off x="4942600" y="4727234"/>
              <a:ext cx="238" cy="238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56"/>
            <p:cNvSpPr/>
            <p:nvPr/>
          </p:nvSpPr>
          <p:spPr>
            <a:xfrm>
              <a:off x="4780484" y="4817325"/>
              <a:ext cx="162354" cy="38033"/>
            </a:xfrm>
            <a:custGeom>
              <a:rect b="b" l="l" r="r" t="t"/>
              <a:pathLst>
                <a:path extrusionOk="0" h="160" w="683">
                  <a:moveTo>
                    <a:pt x="1" y="1"/>
                  </a:moveTo>
                  <a:lnTo>
                    <a:pt x="1" y="159"/>
                  </a:lnTo>
                  <a:lnTo>
                    <a:pt x="682" y="159"/>
                  </a:lnTo>
                  <a:lnTo>
                    <a:pt x="682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56"/>
            <p:cNvSpPr/>
            <p:nvPr/>
          </p:nvSpPr>
          <p:spPr>
            <a:xfrm>
              <a:off x="4577244" y="4817325"/>
              <a:ext cx="162592" cy="38033"/>
            </a:xfrm>
            <a:custGeom>
              <a:rect b="b" l="l" r="r" t="t"/>
              <a:pathLst>
                <a:path extrusionOk="0" h="160" w="684">
                  <a:moveTo>
                    <a:pt x="0" y="1"/>
                  </a:moveTo>
                  <a:lnTo>
                    <a:pt x="0" y="159"/>
                  </a:lnTo>
                  <a:lnTo>
                    <a:pt x="683" y="159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56"/>
            <p:cNvSpPr/>
            <p:nvPr/>
          </p:nvSpPr>
          <p:spPr>
            <a:xfrm>
              <a:off x="4739598" y="4727234"/>
              <a:ext cx="41123" cy="220355"/>
            </a:xfrm>
            <a:custGeom>
              <a:rect b="b" l="l" r="r" t="t"/>
              <a:pathLst>
                <a:path extrusionOk="0" h="927" w="173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4" name="Google Shape;4444;p56"/>
            <p:cNvGrpSpPr/>
            <p:nvPr/>
          </p:nvGrpSpPr>
          <p:grpSpPr>
            <a:xfrm>
              <a:off x="6982782" y="1882079"/>
              <a:ext cx="1613232" cy="3052355"/>
              <a:chOff x="3887096" y="2214803"/>
              <a:chExt cx="1478131" cy="2796734"/>
            </a:xfrm>
          </p:grpSpPr>
          <p:sp>
            <p:nvSpPr>
              <p:cNvPr id="4445" name="Google Shape;4445;p56"/>
              <p:cNvSpPr/>
              <p:nvPr/>
            </p:nvSpPr>
            <p:spPr>
              <a:xfrm>
                <a:off x="5043610" y="3156595"/>
                <a:ext cx="221243" cy="221243"/>
              </a:xfrm>
              <a:custGeom>
                <a:rect b="b" l="l" r="r" t="t"/>
                <a:pathLst>
                  <a:path extrusionOk="0" h="950" w="950">
                    <a:moveTo>
                      <a:pt x="777" y="1"/>
                    </a:moveTo>
                    <a:cubicBezTo>
                      <a:pt x="525" y="72"/>
                      <a:pt x="187" y="101"/>
                      <a:pt x="187" y="101"/>
                    </a:cubicBezTo>
                    <a:lnTo>
                      <a:pt x="173" y="65"/>
                    </a:lnTo>
                    <a:cubicBezTo>
                      <a:pt x="144" y="72"/>
                      <a:pt x="101" y="87"/>
                      <a:pt x="58" y="94"/>
                    </a:cubicBezTo>
                    <a:cubicBezTo>
                      <a:pt x="23" y="158"/>
                      <a:pt x="1" y="230"/>
                      <a:pt x="8" y="310"/>
                    </a:cubicBezTo>
                    <a:lnTo>
                      <a:pt x="66" y="950"/>
                    </a:lnTo>
                    <a:lnTo>
                      <a:pt x="73" y="950"/>
                    </a:lnTo>
                    <a:lnTo>
                      <a:pt x="936" y="877"/>
                    </a:lnTo>
                    <a:lnTo>
                      <a:pt x="949" y="877"/>
                    </a:lnTo>
                    <a:lnTo>
                      <a:pt x="893" y="237"/>
                    </a:lnTo>
                    <a:cubicBezTo>
                      <a:pt x="886" y="144"/>
                      <a:pt x="843" y="58"/>
                      <a:pt x="7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56"/>
              <p:cNvSpPr/>
              <p:nvPr/>
            </p:nvSpPr>
            <p:spPr>
              <a:xfrm>
                <a:off x="5159355" y="3452827"/>
                <a:ext cx="204242" cy="1190521"/>
              </a:xfrm>
              <a:custGeom>
                <a:rect b="b" l="l" r="r" t="t"/>
                <a:pathLst>
                  <a:path extrusionOk="0" h="5112" w="877">
                    <a:moveTo>
                      <a:pt x="466" y="0"/>
                    </a:moveTo>
                    <a:lnTo>
                      <a:pt x="44" y="37"/>
                    </a:lnTo>
                    <a:lnTo>
                      <a:pt x="0" y="37"/>
                    </a:lnTo>
                    <a:lnTo>
                      <a:pt x="21" y="288"/>
                    </a:lnTo>
                    <a:lnTo>
                      <a:pt x="402" y="4967"/>
                    </a:lnTo>
                    <a:lnTo>
                      <a:pt x="402" y="4976"/>
                    </a:lnTo>
                    <a:cubicBezTo>
                      <a:pt x="409" y="4976"/>
                      <a:pt x="423" y="4976"/>
                      <a:pt x="439" y="4982"/>
                    </a:cubicBezTo>
                    <a:cubicBezTo>
                      <a:pt x="482" y="4989"/>
                      <a:pt x="518" y="5019"/>
                      <a:pt x="539" y="5053"/>
                    </a:cubicBezTo>
                    <a:cubicBezTo>
                      <a:pt x="539" y="5053"/>
                      <a:pt x="618" y="4995"/>
                      <a:pt x="706" y="4995"/>
                    </a:cubicBezTo>
                    <a:cubicBezTo>
                      <a:pt x="766" y="4995"/>
                      <a:pt x="830" y="5022"/>
                      <a:pt x="877" y="5112"/>
                    </a:cubicBezTo>
                    <a:lnTo>
                      <a:pt x="46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56"/>
              <p:cNvSpPr/>
              <p:nvPr/>
            </p:nvSpPr>
            <p:spPr>
              <a:xfrm>
                <a:off x="5068995" y="3461211"/>
                <a:ext cx="184214" cy="1198672"/>
              </a:xfrm>
              <a:custGeom>
                <a:rect b="b" l="l" r="r" t="t"/>
                <a:pathLst>
                  <a:path extrusionOk="0" h="5147" w="791">
                    <a:moveTo>
                      <a:pt x="388" y="1"/>
                    </a:moveTo>
                    <a:lnTo>
                      <a:pt x="7" y="37"/>
                    </a:lnTo>
                    <a:lnTo>
                      <a:pt x="0" y="37"/>
                    </a:lnTo>
                    <a:lnTo>
                      <a:pt x="409" y="5147"/>
                    </a:lnTo>
                    <a:cubicBezTo>
                      <a:pt x="409" y="5147"/>
                      <a:pt x="460" y="5002"/>
                      <a:pt x="556" y="5002"/>
                    </a:cubicBezTo>
                    <a:cubicBezTo>
                      <a:pt x="562" y="5002"/>
                      <a:pt x="568" y="5002"/>
                      <a:pt x="575" y="5003"/>
                    </a:cubicBezTo>
                    <a:cubicBezTo>
                      <a:pt x="601" y="4953"/>
                      <a:pt x="682" y="4930"/>
                      <a:pt x="760" y="4930"/>
                    </a:cubicBezTo>
                    <a:cubicBezTo>
                      <a:pt x="770" y="4930"/>
                      <a:pt x="780" y="4930"/>
                      <a:pt x="790" y="4931"/>
                    </a:cubicBezTo>
                    <a:lnTo>
                      <a:pt x="409" y="25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8" name="Google Shape;4448;p56"/>
              <p:cNvSpPr/>
              <p:nvPr/>
            </p:nvSpPr>
            <p:spPr>
              <a:xfrm>
                <a:off x="5053624" y="3360837"/>
                <a:ext cx="221243" cy="108991"/>
              </a:xfrm>
              <a:custGeom>
                <a:rect b="b" l="l" r="r" t="t"/>
                <a:pathLst>
                  <a:path extrusionOk="0" h="468" w="950">
                    <a:moveTo>
                      <a:pt x="893" y="0"/>
                    </a:moveTo>
                    <a:lnTo>
                      <a:pt x="30" y="73"/>
                    </a:lnTo>
                    <a:lnTo>
                      <a:pt x="23" y="73"/>
                    </a:lnTo>
                    <a:cubicBezTo>
                      <a:pt x="8" y="73"/>
                      <a:pt x="1" y="87"/>
                      <a:pt x="1" y="100"/>
                    </a:cubicBezTo>
                    <a:lnTo>
                      <a:pt x="30" y="438"/>
                    </a:lnTo>
                    <a:cubicBezTo>
                      <a:pt x="30" y="454"/>
                      <a:pt x="44" y="468"/>
                      <a:pt x="58" y="468"/>
                    </a:cubicBezTo>
                    <a:lnTo>
                      <a:pt x="73" y="468"/>
                    </a:lnTo>
                    <a:lnTo>
                      <a:pt x="454" y="432"/>
                    </a:lnTo>
                    <a:lnTo>
                      <a:pt x="498" y="432"/>
                    </a:lnTo>
                    <a:lnTo>
                      <a:pt x="920" y="395"/>
                    </a:lnTo>
                    <a:lnTo>
                      <a:pt x="929" y="395"/>
                    </a:lnTo>
                    <a:cubicBezTo>
                      <a:pt x="943" y="395"/>
                      <a:pt x="950" y="382"/>
                      <a:pt x="950" y="368"/>
                    </a:cubicBezTo>
                    <a:lnTo>
                      <a:pt x="920" y="23"/>
                    </a:lnTo>
                    <a:cubicBezTo>
                      <a:pt x="920" y="7"/>
                      <a:pt x="913" y="0"/>
                      <a:pt x="9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9" name="Google Shape;4449;p56"/>
              <p:cNvSpPr/>
              <p:nvPr/>
            </p:nvSpPr>
            <p:spPr>
              <a:xfrm>
                <a:off x="5164245" y="4609108"/>
                <a:ext cx="200982" cy="238477"/>
              </a:xfrm>
              <a:custGeom>
                <a:rect b="b" l="l" r="r" t="t"/>
                <a:pathLst>
                  <a:path extrusionOk="0" h="1024" w="863">
                    <a:moveTo>
                      <a:pt x="351" y="1"/>
                    </a:moveTo>
                    <a:cubicBezTo>
                      <a:pt x="273" y="1"/>
                      <a:pt x="192" y="24"/>
                      <a:pt x="166" y="74"/>
                    </a:cubicBezTo>
                    <a:cubicBezTo>
                      <a:pt x="159" y="73"/>
                      <a:pt x="153" y="73"/>
                      <a:pt x="147" y="73"/>
                    </a:cubicBezTo>
                    <a:cubicBezTo>
                      <a:pt x="51" y="73"/>
                      <a:pt x="0" y="218"/>
                      <a:pt x="0" y="218"/>
                    </a:cubicBezTo>
                    <a:lnTo>
                      <a:pt x="295" y="1023"/>
                    </a:lnTo>
                    <a:cubicBezTo>
                      <a:pt x="372" y="998"/>
                      <a:pt x="441" y="988"/>
                      <a:pt x="501" y="988"/>
                    </a:cubicBezTo>
                    <a:cubicBezTo>
                      <a:pt x="576" y="988"/>
                      <a:pt x="639" y="1003"/>
                      <a:pt x="690" y="1023"/>
                    </a:cubicBezTo>
                    <a:lnTo>
                      <a:pt x="863" y="147"/>
                    </a:lnTo>
                    <a:lnTo>
                      <a:pt x="856" y="147"/>
                    </a:lnTo>
                    <a:cubicBezTo>
                      <a:pt x="809" y="57"/>
                      <a:pt x="745" y="30"/>
                      <a:pt x="685" y="30"/>
                    </a:cubicBezTo>
                    <a:cubicBezTo>
                      <a:pt x="597" y="30"/>
                      <a:pt x="518" y="88"/>
                      <a:pt x="518" y="88"/>
                    </a:cubicBezTo>
                    <a:cubicBezTo>
                      <a:pt x="497" y="54"/>
                      <a:pt x="461" y="24"/>
                      <a:pt x="418" y="17"/>
                    </a:cubicBezTo>
                    <a:cubicBezTo>
                      <a:pt x="402" y="11"/>
                      <a:pt x="388" y="11"/>
                      <a:pt x="381" y="11"/>
                    </a:cubicBezTo>
                    <a:lnTo>
                      <a:pt x="381" y="2"/>
                    </a:lnTo>
                    <a:cubicBezTo>
                      <a:pt x="371" y="1"/>
                      <a:pt x="361" y="1"/>
                      <a:pt x="3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0" name="Google Shape;4450;p56"/>
              <p:cNvSpPr/>
              <p:nvPr/>
            </p:nvSpPr>
            <p:spPr>
              <a:xfrm>
                <a:off x="5232947" y="4838967"/>
                <a:ext cx="92223" cy="170939"/>
              </a:xfrm>
              <a:custGeom>
                <a:rect b="b" l="l" r="r" t="t"/>
                <a:pathLst>
                  <a:path extrusionOk="0" h="734" w="396">
                    <a:moveTo>
                      <a:pt x="206" y="1"/>
                    </a:moveTo>
                    <a:cubicBezTo>
                      <a:pt x="146" y="1"/>
                      <a:pt x="77" y="11"/>
                      <a:pt x="0" y="36"/>
                    </a:cubicBezTo>
                    <a:lnTo>
                      <a:pt x="259" y="733"/>
                    </a:lnTo>
                    <a:lnTo>
                      <a:pt x="395" y="36"/>
                    </a:lnTo>
                    <a:cubicBezTo>
                      <a:pt x="344" y="16"/>
                      <a:pt x="281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1" name="Google Shape;4451;p56"/>
              <p:cNvSpPr/>
              <p:nvPr/>
            </p:nvSpPr>
            <p:spPr>
              <a:xfrm>
                <a:off x="4305593" y="3397866"/>
                <a:ext cx="134143" cy="368661"/>
              </a:xfrm>
              <a:custGeom>
                <a:rect b="b" l="l" r="r" t="t"/>
                <a:pathLst>
                  <a:path extrusionOk="0" h="1583" w="576">
                    <a:moveTo>
                      <a:pt x="287" y="0"/>
                    </a:moveTo>
                    <a:cubicBezTo>
                      <a:pt x="259" y="179"/>
                      <a:pt x="216" y="431"/>
                      <a:pt x="137" y="747"/>
                    </a:cubicBezTo>
                    <a:cubicBezTo>
                      <a:pt x="101" y="890"/>
                      <a:pt x="8" y="1149"/>
                      <a:pt x="1" y="1164"/>
                    </a:cubicBezTo>
                    <a:cubicBezTo>
                      <a:pt x="1" y="1164"/>
                      <a:pt x="8" y="1308"/>
                      <a:pt x="21" y="1358"/>
                    </a:cubicBezTo>
                    <a:cubicBezTo>
                      <a:pt x="28" y="1394"/>
                      <a:pt x="44" y="1416"/>
                      <a:pt x="51" y="1437"/>
                    </a:cubicBezTo>
                    <a:cubicBezTo>
                      <a:pt x="64" y="1451"/>
                      <a:pt x="94" y="1503"/>
                      <a:pt x="101" y="1516"/>
                    </a:cubicBezTo>
                    <a:cubicBezTo>
                      <a:pt x="110" y="1531"/>
                      <a:pt x="117" y="1546"/>
                      <a:pt x="125" y="1546"/>
                    </a:cubicBezTo>
                    <a:cubicBezTo>
                      <a:pt x="128" y="1546"/>
                      <a:pt x="132" y="1544"/>
                      <a:pt x="137" y="1537"/>
                    </a:cubicBezTo>
                    <a:cubicBezTo>
                      <a:pt x="158" y="1523"/>
                      <a:pt x="173" y="1466"/>
                      <a:pt x="137" y="1423"/>
                    </a:cubicBezTo>
                    <a:cubicBezTo>
                      <a:pt x="101" y="1373"/>
                      <a:pt x="108" y="1351"/>
                      <a:pt x="101" y="1321"/>
                    </a:cubicBezTo>
                    <a:cubicBezTo>
                      <a:pt x="94" y="1301"/>
                      <a:pt x="94" y="1271"/>
                      <a:pt x="101" y="1244"/>
                    </a:cubicBezTo>
                    <a:cubicBezTo>
                      <a:pt x="108" y="1294"/>
                      <a:pt x="121" y="1358"/>
                      <a:pt x="130" y="1380"/>
                    </a:cubicBezTo>
                    <a:cubicBezTo>
                      <a:pt x="144" y="1423"/>
                      <a:pt x="164" y="1444"/>
                      <a:pt x="180" y="1466"/>
                    </a:cubicBezTo>
                    <a:cubicBezTo>
                      <a:pt x="187" y="1487"/>
                      <a:pt x="230" y="1537"/>
                      <a:pt x="244" y="1553"/>
                    </a:cubicBezTo>
                    <a:cubicBezTo>
                      <a:pt x="249" y="1567"/>
                      <a:pt x="261" y="1583"/>
                      <a:pt x="273" y="1583"/>
                    </a:cubicBezTo>
                    <a:cubicBezTo>
                      <a:pt x="278" y="1583"/>
                      <a:pt x="283" y="1580"/>
                      <a:pt x="287" y="1573"/>
                    </a:cubicBezTo>
                    <a:cubicBezTo>
                      <a:pt x="303" y="1553"/>
                      <a:pt x="309" y="1487"/>
                      <a:pt x="266" y="1444"/>
                    </a:cubicBezTo>
                    <a:cubicBezTo>
                      <a:pt x="230" y="1394"/>
                      <a:pt x="223" y="1373"/>
                      <a:pt x="216" y="1337"/>
                    </a:cubicBezTo>
                    <a:cubicBezTo>
                      <a:pt x="202" y="1292"/>
                      <a:pt x="195" y="1234"/>
                      <a:pt x="189" y="1208"/>
                    </a:cubicBezTo>
                    <a:lnTo>
                      <a:pt x="189" y="1208"/>
                    </a:lnTo>
                    <a:cubicBezTo>
                      <a:pt x="203" y="1256"/>
                      <a:pt x="224" y="1316"/>
                      <a:pt x="237" y="1351"/>
                    </a:cubicBezTo>
                    <a:cubicBezTo>
                      <a:pt x="251" y="1380"/>
                      <a:pt x="266" y="1401"/>
                      <a:pt x="280" y="1416"/>
                    </a:cubicBezTo>
                    <a:cubicBezTo>
                      <a:pt x="294" y="1437"/>
                      <a:pt x="330" y="1473"/>
                      <a:pt x="346" y="1494"/>
                    </a:cubicBezTo>
                    <a:cubicBezTo>
                      <a:pt x="353" y="1466"/>
                      <a:pt x="359" y="1430"/>
                      <a:pt x="366" y="1394"/>
                    </a:cubicBezTo>
                    <a:lnTo>
                      <a:pt x="359" y="1394"/>
                    </a:lnTo>
                    <a:cubicBezTo>
                      <a:pt x="323" y="1351"/>
                      <a:pt x="323" y="1330"/>
                      <a:pt x="309" y="1301"/>
                    </a:cubicBezTo>
                    <a:cubicBezTo>
                      <a:pt x="294" y="1271"/>
                      <a:pt x="280" y="1192"/>
                      <a:pt x="280" y="1185"/>
                    </a:cubicBezTo>
                    <a:lnTo>
                      <a:pt x="280" y="1185"/>
                    </a:lnTo>
                    <a:cubicBezTo>
                      <a:pt x="294" y="1214"/>
                      <a:pt x="323" y="1265"/>
                      <a:pt x="330" y="1278"/>
                    </a:cubicBezTo>
                    <a:cubicBezTo>
                      <a:pt x="346" y="1308"/>
                      <a:pt x="366" y="1321"/>
                      <a:pt x="380" y="1337"/>
                    </a:cubicBezTo>
                    <a:cubicBezTo>
                      <a:pt x="380" y="1301"/>
                      <a:pt x="389" y="1271"/>
                      <a:pt x="396" y="1244"/>
                    </a:cubicBezTo>
                    <a:cubicBezTo>
                      <a:pt x="396" y="1235"/>
                      <a:pt x="396" y="1235"/>
                      <a:pt x="389" y="1228"/>
                    </a:cubicBezTo>
                    <a:cubicBezTo>
                      <a:pt x="366" y="1192"/>
                      <a:pt x="353" y="1142"/>
                      <a:pt x="353" y="1142"/>
                    </a:cubicBezTo>
                    <a:cubicBezTo>
                      <a:pt x="373" y="1028"/>
                      <a:pt x="423" y="913"/>
                      <a:pt x="416" y="790"/>
                    </a:cubicBezTo>
                    <a:cubicBezTo>
                      <a:pt x="416" y="776"/>
                      <a:pt x="416" y="726"/>
                      <a:pt x="409" y="683"/>
                    </a:cubicBezTo>
                    <a:cubicBezTo>
                      <a:pt x="432" y="618"/>
                      <a:pt x="459" y="545"/>
                      <a:pt x="489" y="474"/>
                    </a:cubicBezTo>
                    <a:cubicBezTo>
                      <a:pt x="489" y="445"/>
                      <a:pt x="489" y="416"/>
                      <a:pt x="496" y="381"/>
                    </a:cubicBezTo>
                    <a:cubicBezTo>
                      <a:pt x="503" y="352"/>
                      <a:pt x="532" y="229"/>
                      <a:pt x="575" y="71"/>
                    </a:cubicBezTo>
                    <a:cubicBezTo>
                      <a:pt x="423" y="50"/>
                      <a:pt x="287" y="0"/>
                      <a:pt x="28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2" name="Google Shape;4452;p56"/>
              <p:cNvSpPr/>
              <p:nvPr/>
            </p:nvSpPr>
            <p:spPr>
              <a:xfrm>
                <a:off x="4360555" y="2982396"/>
                <a:ext cx="124129" cy="432006"/>
              </a:xfrm>
              <a:custGeom>
                <a:rect b="b" l="l" r="r" t="t"/>
                <a:pathLst>
                  <a:path extrusionOk="0" h="1855" w="533">
                    <a:moveTo>
                      <a:pt x="462" y="0"/>
                    </a:moveTo>
                    <a:cubicBezTo>
                      <a:pt x="412" y="195"/>
                      <a:pt x="368" y="375"/>
                      <a:pt x="346" y="447"/>
                    </a:cubicBezTo>
                    <a:cubicBezTo>
                      <a:pt x="310" y="613"/>
                      <a:pt x="217" y="813"/>
                      <a:pt x="203" y="842"/>
                    </a:cubicBezTo>
                    <a:cubicBezTo>
                      <a:pt x="187" y="878"/>
                      <a:pt x="210" y="906"/>
                      <a:pt x="203" y="942"/>
                    </a:cubicBezTo>
                    <a:cubicBezTo>
                      <a:pt x="203" y="985"/>
                      <a:pt x="94" y="1130"/>
                      <a:pt x="80" y="1165"/>
                    </a:cubicBezTo>
                    <a:cubicBezTo>
                      <a:pt x="58" y="1201"/>
                      <a:pt x="87" y="1223"/>
                      <a:pt x="87" y="1266"/>
                    </a:cubicBezTo>
                    <a:cubicBezTo>
                      <a:pt x="80" y="1303"/>
                      <a:pt x="30" y="1389"/>
                      <a:pt x="15" y="1467"/>
                    </a:cubicBezTo>
                    <a:cubicBezTo>
                      <a:pt x="1" y="1546"/>
                      <a:pt x="51" y="1568"/>
                      <a:pt x="51" y="1568"/>
                    </a:cubicBezTo>
                    <a:cubicBezTo>
                      <a:pt x="51" y="1568"/>
                      <a:pt x="23" y="1691"/>
                      <a:pt x="15" y="1725"/>
                    </a:cubicBezTo>
                    <a:cubicBezTo>
                      <a:pt x="8" y="1762"/>
                      <a:pt x="51" y="1784"/>
                      <a:pt x="51" y="1784"/>
                    </a:cubicBezTo>
                    <a:cubicBezTo>
                      <a:pt x="51" y="1784"/>
                      <a:pt x="187" y="1834"/>
                      <a:pt x="339" y="1855"/>
                    </a:cubicBezTo>
                    <a:cubicBezTo>
                      <a:pt x="389" y="1655"/>
                      <a:pt x="455" y="1389"/>
                      <a:pt x="482" y="1165"/>
                    </a:cubicBezTo>
                    <a:cubicBezTo>
                      <a:pt x="489" y="1144"/>
                      <a:pt x="489" y="1122"/>
                      <a:pt x="489" y="1101"/>
                    </a:cubicBezTo>
                    <a:cubicBezTo>
                      <a:pt x="498" y="1072"/>
                      <a:pt x="498" y="1051"/>
                      <a:pt x="498" y="1028"/>
                    </a:cubicBezTo>
                    <a:cubicBezTo>
                      <a:pt x="505" y="1015"/>
                      <a:pt x="505" y="1001"/>
                      <a:pt x="505" y="985"/>
                    </a:cubicBezTo>
                    <a:cubicBezTo>
                      <a:pt x="505" y="949"/>
                      <a:pt x="512" y="915"/>
                      <a:pt x="512" y="885"/>
                    </a:cubicBezTo>
                    <a:cubicBezTo>
                      <a:pt x="512" y="856"/>
                      <a:pt x="518" y="842"/>
                      <a:pt x="518" y="820"/>
                    </a:cubicBezTo>
                    <a:cubicBezTo>
                      <a:pt x="525" y="727"/>
                      <a:pt x="525" y="656"/>
                      <a:pt x="532" y="597"/>
                    </a:cubicBezTo>
                    <a:lnTo>
                      <a:pt x="525" y="597"/>
                    </a:lnTo>
                    <a:cubicBezTo>
                      <a:pt x="532" y="576"/>
                      <a:pt x="532" y="554"/>
                      <a:pt x="532" y="533"/>
                    </a:cubicBezTo>
                    <a:cubicBezTo>
                      <a:pt x="532" y="454"/>
                      <a:pt x="525" y="397"/>
                      <a:pt x="512" y="338"/>
                    </a:cubicBezTo>
                    <a:cubicBezTo>
                      <a:pt x="512" y="325"/>
                      <a:pt x="512" y="311"/>
                      <a:pt x="505" y="295"/>
                    </a:cubicBezTo>
                    <a:lnTo>
                      <a:pt x="505" y="275"/>
                    </a:lnTo>
                    <a:cubicBezTo>
                      <a:pt x="505" y="268"/>
                      <a:pt x="498" y="259"/>
                      <a:pt x="498" y="252"/>
                    </a:cubicBezTo>
                    <a:lnTo>
                      <a:pt x="498" y="231"/>
                    </a:lnTo>
                    <a:cubicBezTo>
                      <a:pt x="482" y="159"/>
                      <a:pt x="468" y="73"/>
                      <a:pt x="4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3" name="Google Shape;4453;p56"/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rect b="b" l="l" r="r" t="t"/>
                <a:pathLst>
                  <a:path extrusionOk="0" h="65" w="8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4" name="Google Shape;4454;p56"/>
              <p:cNvSpPr/>
              <p:nvPr/>
            </p:nvSpPr>
            <p:spPr>
              <a:xfrm>
                <a:off x="4496560" y="2741359"/>
                <a:ext cx="75223" cy="144390"/>
              </a:xfrm>
              <a:custGeom>
                <a:rect b="b" l="l" r="r" t="t"/>
                <a:pathLst>
                  <a:path extrusionOk="0" h="620" w="323">
                    <a:moveTo>
                      <a:pt x="323" y="0"/>
                    </a:moveTo>
                    <a:lnTo>
                      <a:pt x="323" y="0"/>
                    </a:lnTo>
                    <a:cubicBezTo>
                      <a:pt x="286" y="36"/>
                      <a:pt x="207" y="130"/>
                      <a:pt x="93" y="354"/>
                    </a:cubicBezTo>
                    <a:cubicBezTo>
                      <a:pt x="71" y="404"/>
                      <a:pt x="35" y="497"/>
                      <a:pt x="0" y="620"/>
                    </a:cubicBezTo>
                    <a:cubicBezTo>
                      <a:pt x="21" y="583"/>
                      <a:pt x="43" y="540"/>
                      <a:pt x="64" y="504"/>
                    </a:cubicBezTo>
                    <a:cubicBezTo>
                      <a:pt x="78" y="483"/>
                      <a:pt x="86" y="468"/>
                      <a:pt x="100" y="447"/>
                    </a:cubicBezTo>
                    <a:cubicBezTo>
                      <a:pt x="114" y="418"/>
                      <a:pt x="129" y="397"/>
                      <a:pt x="143" y="375"/>
                    </a:cubicBezTo>
                    <a:cubicBezTo>
                      <a:pt x="193" y="274"/>
                      <a:pt x="259" y="73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5" name="Google Shape;4455;p56"/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rect b="b" l="l" r="r" t="t"/>
                <a:pathLst>
                  <a:path extrusionOk="0" h="17" w="8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6" name="Google Shape;4456;p56"/>
              <p:cNvSpPr/>
              <p:nvPr/>
            </p:nvSpPr>
            <p:spPr>
              <a:xfrm>
                <a:off x="4205219" y="3526652"/>
                <a:ext cx="418499" cy="1193548"/>
              </a:xfrm>
              <a:custGeom>
                <a:rect b="b" l="l" r="r" t="t"/>
                <a:pathLst>
                  <a:path extrusionOk="0" h="5125" w="1797">
                    <a:moveTo>
                      <a:pt x="956" y="1"/>
                    </a:moveTo>
                    <a:cubicBezTo>
                      <a:pt x="934" y="137"/>
                      <a:pt x="884" y="396"/>
                      <a:pt x="827" y="691"/>
                    </a:cubicBezTo>
                    <a:cubicBezTo>
                      <a:pt x="820" y="718"/>
                      <a:pt x="811" y="748"/>
                      <a:pt x="811" y="784"/>
                    </a:cubicBezTo>
                    <a:cubicBezTo>
                      <a:pt x="804" y="805"/>
                      <a:pt x="804" y="820"/>
                      <a:pt x="797" y="841"/>
                    </a:cubicBezTo>
                    <a:cubicBezTo>
                      <a:pt x="790" y="877"/>
                      <a:pt x="784" y="913"/>
                      <a:pt x="777" y="941"/>
                    </a:cubicBezTo>
                    <a:cubicBezTo>
                      <a:pt x="668" y="1538"/>
                      <a:pt x="539" y="2214"/>
                      <a:pt x="489" y="2487"/>
                    </a:cubicBezTo>
                    <a:cubicBezTo>
                      <a:pt x="395" y="3011"/>
                      <a:pt x="207" y="4291"/>
                      <a:pt x="0" y="4888"/>
                    </a:cubicBezTo>
                    <a:lnTo>
                      <a:pt x="28" y="4902"/>
                    </a:lnTo>
                    <a:lnTo>
                      <a:pt x="568" y="5111"/>
                    </a:lnTo>
                    <a:lnTo>
                      <a:pt x="595" y="5124"/>
                    </a:lnTo>
                    <a:cubicBezTo>
                      <a:pt x="595" y="5124"/>
                      <a:pt x="1156" y="3975"/>
                      <a:pt x="1236" y="3644"/>
                    </a:cubicBezTo>
                    <a:cubicBezTo>
                      <a:pt x="1322" y="3306"/>
                      <a:pt x="1380" y="2811"/>
                      <a:pt x="1437" y="2645"/>
                    </a:cubicBezTo>
                    <a:cubicBezTo>
                      <a:pt x="1474" y="2530"/>
                      <a:pt x="1653" y="2062"/>
                      <a:pt x="1796" y="1690"/>
                    </a:cubicBezTo>
                    <a:cubicBezTo>
                      <a:pt x="1682" y="1093"/>
                      <a:pt x="1553" y="410"/>
                      <a:pt x="1501" y="137"/>
                    </a:cubicBezTo>
                    <a:cubicBezTo>
                      <a:pt x="1322" y="115"/>
                      <a:pt x="1142" y="72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7" name="Google Shape;4457;p56"/>
              <p:cNvSpPr/>
              <p:nvPr/>
            </p:nvSpPr>
            <p:spPr>
              <a:xfrm>
                <a:off x="4174944" y="4668028"/>
                <a:ext cx="162555" cy="207969"/>
              </a:xfrm>
              <a:custGeom>
                <a:rect b="b" l="l" r="r" t="t"/>
                <a:pathLst>
                  <a:path extrusionOk="0" h="893" w="698">
                    <a:moveTo>
                      <a:pt x="158" y="1"/>
                    </a:moveTo>
                    <a:lnTo>
                      <a:pt x="1" y="491"/>
                    </a:lnTo>
                    <a:lnTo>
                      <a:pt x="15" y="491"/>
                    </a:lnTo>
                    <a:cubicBezTo>
                      <a:pt x="58" y="511"/>
                      <a:pt x="87" y="591"/>
                      <a:pt x="15" y="655"/>
                    </a:cubicBezTo>
                    <a:cubicBezTo>
                      <a:pt x="44" y="663"/>
                      <a:pt x="65" y="684"/>
                      <a:pt x="87" y="713"/>
                    </a:cubicBezTo>
                    <a:cubicBezTo>
                      <a:pt x="137" y="770"/>
                      <a:pt x="201" y="827"/>
                      <a:pt x="280" y="856"/>
                    </a:cubicBezTo>
                    <a:cubicBezTo>
                      <a:pt x="330" y="879"/>
                      <a:pt x="367" y="879"/>
                      <a:pt x="389" y="893"/>
                    </a:cubicBezTo>
                    <a:lnTo>
                      <a:pt x="698" y="210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rgbClr val="CCCCCC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8" name="Google Shape;4458;p56"/>
              <p:cNvSpPr/>
              <p:nvPr/>
            </p:nvSpPr>
            <p:spPr>
              <a:xfrm>
                <a:off x="4012389" y="4805431"/>
                <a:ext cx="28645" cy="28878"/>
              </a:xfrm>
              <a:custGeom>
                <a:rect b="b" l="l" r="r" t="t"/>
                <a:pathLst>
                  <a:path extrusionOk="0" h="124" w="123">
                    <a:moveTo>
                      <a:pt x="72" y="0"/>
                    </a:moveTo>
                    <a:cubicBezTo>
                      <a:pt x="14" y="0"/>
                      <a:pt x="0" y="37"/>
                      <a:pt x="0" y="37"/>
                    </a:cubicBezTo>
                    <a:cubicBezTo>
                      <a:pt x="9" y="51"/>
                      <a:pt x="23" y="80"/>
                      <a:pt x="30" y="123"/>
                    </a:cubicBezTo>
                    <a:cubicBezTo>
                      <a:pt x="30" y="123"/>
                      <a:pt x="36" y="73"/>
                      <a:pt x="109" y="65"/>
                    </a:cubicBezTo>
                    <a:lnTo>
                      <a:pt x="123" y="65"/>
                    </a:lnTo>
                    <a:lnTo>
                      <a:pt x="109" y="1"/>
                    </a:lnTo>
                    <a:lnTo>
                      <a:pt x="87" y="1"/>
                    </a:lnTo>
                    <a:cubicBezTo>
                      <a:pt x="81" y="0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9" name="Google Shape;4459;p56"/>
              <p:cNvSpPr/>
              <p:nvPr/>
            </p:nvSpPr>
            <p:spPr>
              <a:xfrm>
                <a:off x="4052446" y="4803801"/>
                <a:ext cx="20494" cy="15138"/>
              </a:xfrm>
              <a:custGeom>
                <a:rect b="b" l="l" r="r" t="t"/>
                <a:pathLst>
                  <a:path extrusionOk="0" h="65" w="88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  <a:lnTo>
                      <a:pt x="16" y="65"/>
                    </a:lnTo>
                    <a:lnTo>
                      <a:pt x="87" y="6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0" name="Google Shape;4460;p56"/>
              <p:cNvSpPr/>
              <p:nvPr/>
            </p:nvSpPr>
            <p:spPr>
              <a:xfrm>
                <a:off x="4084584" y="4802171"/>
                <a:ext cx="18398" cy="16768"/>
              </a:xfrm>
              <a:custGeom>
                <a:rect b="b" l="l" r="r" t="t"/>
                <a:pathLst>
                  <a:path extrusionOk="0" h="72" w="79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  <a:lnTo>
                      <a:pt x="15" y="72"/>
                    </a:lnTo>
                    <a:cubicBezTo>
                      <a:pt x="35" y="72"/>
                      <a:pt x="58" y="65"/>
                      <a:pt x="78" y="65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1" name="Google Shape;4461;p56"/>
              <p:cNvSpPr/>
              <p:nvPr/>
            </p:nvSpPr>
            <p:spPr>
              <a:xfrm>
                <a:off x="4114859" y="4798677"/>
                <a:ext cx="20261" cy="18631"/>
              </a:xfrm>
              <a:custGeom>
                <a:rect b="b" l="l" r="r" t="t"/>
                <a:pathLst>
                  <a:path extrusionOk="0" h="80" w="87">
                    <a:moveTo>
                      <a:pt x="43" y="0"/>
                    </a:moveTo>
                    <a:cubicBezTo>
                      <a:pt x="35" y="7"/>
                      <a:pt x="21" y="7"/>
                      <a:pt x="14" y="7"/>
                    </a:cubicBezTo>
                    <a:lnTo>
                      <a:pt x="0" y="7"/>
                    </a:lnTo>
                    <a:lnTo>
                      <a:pt x="14" y="80"/>
                    </a:lnTo>
                    <a:lnTo>
                      <a:pt x="86" y="8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2" name="Google Shape;4462;p56"/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rect b="b" l="l" r="r" t="t"/>
                <a:pathLst>
                  <a:path extrusionOk="0" h="17" w="8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3" name="Google Shape;4463;p56"/>
              <p:cNvSpPr/>
              <p:nvPr/>
            </p:nvSpPr>
            <p:spPr>
              <a:xfrm>
                <a:off x="3887096" y="4840364"/>
                <a:ext cx="363304" cy="171172"/>
              </a:xfrm>
              <a:custGeom>
                <a:rect b="b" l="l" r="r" t="t"/>
                <a:pathLst>
                  <a:path extrusionOk="0" h="735" w="1560">
                    <a:moveTo>
                      <a:pt x="64" y="1"/>
                    </a:moveTo>
                    <a:lnTo>
                      <a:pt x="0" y="146"/>
                    </a:lnTo>
                    <a:lnTo>
                      <a:pt x="1496" y="734"/>
                    </a:lnTo>
                    <a:lnTo>
                      <a:pt x="1560" y="598"/>
                    </a:lnTo>
                    <a:lnTo>
                      <a:pt x="538" y="189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4" name="Google Shape;4464;p56"/>
              <p:cNvSpPr/>
              <p:nvPr/>
            </p:nvSpPr>
            <p:spPr>
              <a:xfrm>
                <a:off x="3901768" y="4807993"/>
                <a:ext cx="119238" cy="76387"/>
              </a:xfrm>
              <a:custGeom>
                <a:rect b="b" l="l" r="r" t="t"/>
                <a:pathLst>
                  <a:path extrusionOk="0" h="328" w="512">
                    <a:moveTo>
                      <a:pt x="306" y="1"/>
                    </a:moveTo>
                    <a:cubicBezTo>
                      <a:pt x="61" y="1"/>
                      <a:pt x="1" y="140"/>
                      <a:pt x="1" y="140"/>
                    </a:cubicBezTo>
                    <a:lnTo>
                      <a:pt x="475" y="328"/>
                    </a:lnTo>
                    <a:cubicBezTo>
                      <a:pt x="511" y="242"/>
                      <a:pt x="511" y="162"/>
                      <a:pt x="505" y="112"/>
                    </a:cubicBezTo>
                    <a:cubicBezTo>
                      <a:pt x="498" y="69"/>
                      <a:pt x="484" y="40"/>
                      <a:pt x="475" y="26"/>
                    </a:cubicBezTo>
                    <a:lnTo>
                      <a:pt x="475" y="19"/>
                    </a:lnTo>
                    <a:cubicBezTo>
                      <a:pt x="411" y="6"/>
                      <a:pt x="355" y="1"/>
                      <a:pt x="3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5" name="Google Shape;4465;p56"/>
              <p:cNvSpPr/>
              <p:nvPr/>
            </p:nvSpPr>
            <p:spPr>
              <a:xfrm>
                <a:off x="4012389" y="4817075"/>
                <a:ext cx="261300" cy="162555"/>
              </a:xfrm>
              <a:custGeom>
                <a:rect b="b" l="l" r="r" t="t"/>
                <a:pathLst>
                  <a:path extrusionOk="0" h="698" w="1122">
                    <a:moveTo>
                      <a:pt x="388" y="1"/>
                    </a:moveTo>
                    <a:cubicBezTo>
                      <a:pt x="368" y="1"/>
                      <a:pt x="345" y="8"/>
                      <a:pt x="325" y="8"/>
                    </a:cubicBezTo>
                    <a:lnTo>
                      <a:pt x="345" y="87"/>
                    </a:lnTo>
                    <a:cubicBezTo>
                      <a:pt x="345" y="101"/>
                      <a:pt x="338" y="116"/>
                      <a:pt x="318" y="123"/>
                    </a:cubicBezTo>
                    <a:lnTo>
                      <a:pt x="311" y="123"/>
                    </a:lnTo>
                    <a:cubicBezTo>
                      <a:pt x="295" y="123"/>
                      <a:pt x="281" y="116"/>
                      <a:pt x="281" y="101"/>
                    </a:cubicBezTo>
                    <a:lnTo>
                      <a:pt x="259" y="8"/>
                    </a:lnTo>
                    <a:lnTo>
                      <a:pt x="188" y="8"/>
                    </a:lnTo>
                    <a:lnTo>
                      <a:pt x="209" y="80"/>
                    </a:lnTo>
                    <a:cubicBezTo>
                      <a:pt x="209" y="94"/>
                      <a:pt x="202" y="116"/>
                      <a:pt x="181" y="116"/>
                    </a:cubicBezTo>
                    <a:cubicBezTo>
                      <a:pt x="181" y="123"/>
                      <a:pt x="181" y="123"/>
                      <a:pt x="173" y="123"/>
                    </a:cubicBezTo>
                    <a:cubicBezTo>
                      <a:pt x="159" y="123"/>
                      <a:pt x="145" y="110"/>
                      <a:pt x="145" y="94"/>
                    </a:cubicBezTo>
                    <a:lnTo>
                      <a:pt x="123" y="15"/>
                    </a:lnTo>
                    <a:lnTo>
                      <a:pt x="109" y="15"/>
                    </a:lnTo>
                    <a:cubicBezTo>
                      <a:pt x="36" y="23"/>
                      <a:pt x="30" y="73"/>
                      <a:pt x="30" y="73"/>
                    </a:cubicBezTo>
                    <a:cubicBezTo>
                      <a:pt x="36" y="123"/>
                      <a:pt x="36" y="203"/>
                      <a:pt x="0" y="289"/>
                    </a:cubicBezTo>
                    <a:lnTo>
                      <a:pt x="1022" y="698"/>
                    </a:lnTo>
                    <a:cubicBezTo>
                      <a:pt x="1108" y="548"/>
                      <a:pt x="1122" y="353"/>
                      <a:pt x="1108" y="296"/>
                    </a:cubicBezTo>
                    <a:cubicBezTo>
                      <a:pt x="1108" y="289"/>
                      <a:pt x="1108" y="282"/>
                      <a:pt x="1101" y="273"/>
                    </a:cubicBezTo>
                    <a:lnTo>
                      <a:pt x="1101" y="266"/>
                    </a:lnTo>
                    <a:cubicBezTo>
                      <a:pt x="1094" y="260"/>
                      <a:pt x="1087" y="253"/>
                      <a:pt x="1087" y="253"/>
                    </a:cubicBezTo>
                    <a:cubicBezTo>
                      <a:pt x="1065" y="239"/>
                      <a:pt x="1028" y="239"/>
                      <a:pt x="978" y="216"/>
                    </a:cubicBezTo>
                    <a:cubicBezTo>
                      <a:pt x="899" y="187"/>
                      <a:pt x="835" y="130"/>
                      <a:pt x="785" y="73"/>
                    </a:cubicBezTo>
                    <a:cubicBezTo>
                      <a:pt x="763" y="44"/>
                      <a:pt x="742" y="23"/>
                      <a:pt x="713" y="15"/>
                    </a:cubicBezTo>
                    <a:cubicBezTo>
                      <a:pt x="713" y="8"/>
                      <a:pt x="706" y="8"/>
                      <a:pt x="699" y="8"/>
                    </a:cubicBezTo>
                    <a:cubicBezTo>
                      <a:pt x="690" y="1"/>
                      <a:pt x="683" y="1"/>
                      <a:pt x="677" y="1"/>
                    </a:cubicBezTo>
                    <a:lnTo>
                      <a:pt x="590" y="1"/>
                    </a:lnTo>
                    <a:lnTo>
                      <a:pt x="620" y="94"/>
                    </a:lnTo>
                    <a:lnTo>
                      <a:pt x="620" y="101"/>
                    </a:lnTo>
                    <a:cubicBezTo>
                      <a:pt x="620" y="110"/>
                      <a:pt x="613" y="110"/>
                      <a:pt x="613" y="116"/>
                    </a:cubicBezTo>
                    <a:cubicBezTo>
                      <a:pt x="604" y="123"/>
                      <a:pt x="597" y="130"/>
                      <a:pt x="590" y="130"/>
                    </a:cubicBezTo>
                    <a:lnTo>
                      <a:pt x="583" y="130"/>
                    </a:lnTo>
                    <a:cubicBezTo>
                      <a:pt x="570" y="130"/>
                      <a:pt x="554" y="123"/>
                      <a:pt x="554" y="110"/>
                    </a:cubicBezTo>
                    <a:lnTo>
                      <a:pt x="526" y="1"/>
                    </a:lnTo>
                    <a:lnTo>
                      <a:pt x="454" y="1"/>
                    </a:lnTo>
                    <a:lnTo>
                      <a:pt x="475" y="87"/>
                    </a:lnTo>
                    <a:cubicBezTo>
                      <a:pt x="483" y="101"/>
                      <a:pt x="475" y="123"/>
                      <a:pt x="454" y="123"/>
                    </a:cubicBezTo>
                    <a:cubicBezTo>
                      <a:pt x="454" y="130"/>
                      <a:pt x="447" y="130"/>
                      <a:pt x="447" y="130"/>
                    </a:cubicBezTo>
                    <a:cubicBezTo>
                      <a:pt x="432" y="130"/>
                      <a:pt x="418" y="116"/>
                      <a:pt x="418" y="101"/>
                    </a:cubicBez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6" name="Google Shape;4466;p56"/>
              <p:cNvSpPr/>
              <p:nvPr/>
            </p:nvSpPr>
            <p:spPr>
              <a:xfrm>
                <a:off x="4144902" y="4782142"/>
                <a:ext cx="50537" cy="38426"/>
              </a:xfrm>
              <a:custGeom>
                <a:rect b="b" l="l" r="r" t="t"/>
                <a:pathLst>
                  <a:path extrusionOk="0" h="165" w="217">
                    <a:moveTo>
                      <a:pt x="101" y="1"/>
                    </a:moveTo>
                    <a:cubicBezTo>
                      <a:pt x="78" y="8"/>
                      <a:pt x="57" y="28"/>
                      <a:pt x="21" y="44"/>
                    </a:cubicBezTo>
                    <a:cubicBezTo>
                      <a:pt x="14" y="44"/>
                      <a:pt x="7" y="51"/>
                      <a:pt x="1" y="51"/>
                    </a:cubicBezTo>
                    <a:lnTo>
                      <a:pt x="21" y="151"/>
                    </a:lnTo>
                    <a:lnTo>
                      <a:pt x="108" y="151"/>
                    </a:lnTo>
                    <a:cubicBezTo>
                      <a:pt x="114" y="151"/>
                      <a:pt x="121" y="151"/>
                      <a:pt x="130" y="158"/>
                    </a:cubicBezTo>
                    <a:cubicBezTo>
                      <a:pt x="137" y="158"/>
                      <a:pt x="144" y="158"/>
                      <a:pt x="144" y="165"/>
                    </a:cubicBezTo>
                    <a:cubicBezTo>
                      <a:pt x="216" y="101"/>
                      <a:pt x="187" y="21"/>
                      <a:pt x="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7" name="Google Shape;4467;p56"/>
              <p:cNvSpPr/>
              <p:nvPr/>
            </p:nvSpPr>
            <p:spPr>
              <a:xfrm>
                <a:off x="4168190" y="4782142"/>
                <a:ext cx="6987" cy="233"/>
              </a:xfrm>
              <a:custGeom>
                <a:rect b="b" l="l" r="r" t="t"/>
                <a:pathLst>
                  <a:path extrusionOk="0" fill="none" h="1" w="30">
                    <a:moveTo>
                      <a:pt x="30" y="1"/>
                    </a:moveTo>
                    <a:lnTo>
                      <a:pt x="14" y="1"/>
                    </a:ln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8" name="Google Shape;4468;p56"/>
              <p:cNvSpPr/>
              <p:nvPr/>
            </p:nvSpPr>
            <p:spPr>
              <a:xfrm>
                <a:off x="4114859" y="4798677"/>
                <a:ext cx="14905" cy="1863"/>
              </a:xfrm>
              <a:custGeom>
                <a:rect b="b" l="l" r="r" t="t"/>
                <a:pathLst>
                  <a:path extrusionOk="0" fill="none" h="8" w="64">
                    <a:moveTo>
                      <a:pt x="0" y="7"/>
                    </a:moveTo>
                    <a:lnTo>
                      <a:pt x="14" y="7"/>
                    </a:lnTo>
                    <a:cubicBezTo>
                      <a:pt x="21" y="7"/>
                      <a:pt x="35" y="7"/>
                      <a:pt x="43" y="0"/>
                    </a:cubicBezTo>
                    <a:lnTo>
                      <a:pt x="64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9" name="Google Shape;4469;p56"/>
              <p:cNvSpPr/>
              <p:nvPr/>
            </p:nvSpPr>
            <p:spPr>
              <a:xfrm>
                <a:off x="4052446" y="4803801"/>
                <a:ext cx="15603" cy="1863"/>
              </a:xfrm>
              <a:custGeom>
                <a:rect b="b" l="l" r="r" t="t"/>
                <a:pathLst>
                  <a:path extrusionOk="0" fill="none" h="8" w="67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56"/>
              <p:cNvSpPr/>
              <p:nvPr/>
            </p:nvSpPr>
            <p:spPr>
              <a:xfrm>
                <a:off x="4012389" y="4803801"/>
                <a:ext cx="25385" cy="10480"/>
              </a:xfrm>
              <a:custGeom>
                <a:rect b="b" l="l" r="r" t="t"/>
                <a:pathLst>
                  <a:path extrusionOk="0" fill="none" h="45" w="109">
                    <a:moveTo>
                      <a:pt x="0" y="44"/>
                    </a:moveTo>
                    <a:cubicBezTo>
                      <a:pt x="0" y="44"/>
                      <a:pt x="16" y="1"/>
                      <a:pt x="87" y="8"/>
                    </a:cubicBezTo>
                    <a:lnTo>
                      <a:pt x="109" y="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56"/>
              <p:cNvSpPr/>
              <p:nvPr/>
            </p:nvSpPr>
            <p:spPr>
              <a:xfrm>
                <a:off x="4084584" y="4802171"/>
                <a:ext cx="15138" cy="1863"/>
              </a:xfrm>
              <a:custGeom>
                <a:rect b="b" l="l" r="r" t="t"/>
                <a:pathLst>
                  <a:path extrusionOk="0" fill="none" h="8" w="65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56"/>
              <p:cNvSpPr/>
              <p:nvPr/>
            </p:nvSpPr>
            <p:spPr>
              <a:xfrm>
                <a:off x="4036144" y="4792156"/>
                <a:ext cx="24919" cy="53797"/>
              </a:xfrm>
              <a:custGeom>
                <a:rect b="b" l="l" r="r" t="t"/>
                <a:pathLst>
                  <a:path extrusionOk="0" h="231" w="107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7" y="58"/>
                    </a:lnTo>
                    <a:lnTo>
                      <a:pt x="21" y="122"/>
                    </a:lnTo>
                    <a:lnTo>
                      <a:pt x="43" y="201"/>
                    </a:lnTo>
                    <a:cubicBezTo>
                      <a:pt x="43" y="217"/>
                      <a:pt x="57" y="230"/>
                      <a:pt x="71" y="230"/>
                    </a:cubicBezTo>
                    <a:cubicBezTo>
                      <a:pt x="79" y="230"/>
                      <a:pt x="79" y="230"/>
                      <a:pt x="79" y="223"/>
                    </a:cubicBezTo>
                    <a:cubicBezTo>
                      <a:pt x="100" y="223"/>
                      <a:pt x="107" y="201"/>
                      <a:pt x="107" y="187"/>
                    </a:cubicBezTo>
                    <a:lnTo>
                      <a:pt x="86" y="115"/>
                    </a:lnTo>
                    <a:lnTo>
                      <a:pt x="71" y="58"/>
                    </a:lnTo>
                    <a:lnTo>
                      <a:pt x="64" y="28"/>
                    </a:lnTo>
                    <a:cubicBezTo>
                      <a:pt x="64" y="15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3" name="Google Shape;4473;p56"/>
              <p:cNvSpPr/>
              <p:nvPr/>
            </p:nvSpPr>
            <p:spPr>
              <a:xfrm>
                <a:off x="4066186" y="4790293"/>
                <a:ext cx="26782" cy="55660"/>
              </a:xfrm>
              <a:custGeom>
                <a:rect b="b" l="l" r="r" t="t"/>
                <a:pathLst>
                  <a:path extrusionOk="0" h="239" w="115">
                    <a:moveTo>
                      <a:pt x="28" y="0"/>
                    </a:moveTo>
                    <a:cubicBezTo>
                      <a:pt x="14" y="9"/>
                      <a:pt x="0" y="23"/>
                      <a:pt x="7" y="43"/>
                    </a:cubicBezTo>
                    <a:lnTo>
                      <a:pt x="7" y="59"/>
                    </a:lnTo>
                    <a:lnTo>
                      <a:pt x="28" y="123"/>
                    </a:lnTo>
                    <a:lnTo>
                      <a:pt x="50" y="216"/>
                    </a:lnTo>
                    <a:cubicBezTo>
                      <a:pt x="50" y="231"/>
                      <a:pt x="64" y="238"/>
                      <a:pt x="80" y="238"/>
                    </a:cubicBezTo>
                    <a:lnTo>
                      <a:pt x="87" y="238"/>
                    </a:lnTo>
                    <a:cubicBezTo>
                      <a:pt x="107" y="231"/>
                      <a:pt x="114" y="216"/>
                      <a:pt x="114" y="202"/>
                    </a:cubicBezTo>
                    <a:lnTo>
                      <a:pt x="94" y="123"/>
                    </a:lnTo>
                    <a:lnTo>
                      <a:pt x="80" y="59"/>
                    </a:lnTo>
                    <a:lnTo>
                      <a:pt x="64" y="23"/>
                    </a:lnTo>
                    <a:cubicBezTo>
                      <a:pt x="64" y="9"/>
                      <a:pt x="50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4" name="Google Shape;4474;p56"/>
              <p:cNvSpPr/>
              <p:nvPr/>
            </p:nvSpPr>
            <p:spPr>
              <a:xfrm>
                <a:off x="4096228" y="4788663"/>
                <a:ext cx="28878" cy="58921"/>
              </a:xfrm>
              <a:custGeom>
                <a:rect b="b" l="l" r="r" t="t"/>
                <a:pathLst>
                  <a:path extrusionOk="0" h="253" w="124">
                    <a:moveTo>
                      <a:pt x="28" y="0"/>
                    </a:moveTo>
                    <a:cubicBezTo>
                      <a:pt x="15" y="0"/>
                      <a:pt x="1" y="23"/>
                      <a:pt x="8" y="37"/>
                    </a:cubicBezTo>
                    <a:lnTo>
                      <a:pt x="15" y="59"/>
                    </a:lnTo>
                    <a:lnTo>
                      <a:pt x="28" y="123"/>
                    </a:lnTo>
                    <a:lnTo>
                      <a:pt x="58" y="223"/>
                    </a:lnTo>
                    <a:cubicBezTo>
                      <a:pt x="58" y="238"/>
                      <a:pt x="72" y="252"/>
                      <a:pt x="87" y="252"/>
                    </a:cubicBezTo>
                    <a:cubicBezTo>
                      <a:pt x="87" y="252"/>
                      <a:pt x="94" y="252"/>
                      <a:pt x="94" y="245"/>
                    </a:cubicBezTo>
                    <a:cubicBezTo>
                      <a:pt x="115" y="245"/>
                      <a:pt x="123" y="223"/>
                      <a:pt x="115" y="209"/>
                    </a:cubicBezTo>
                    <a:lnTo>
                      <a:pt x="94" y="123"/>
                    </a:lnTo>
                    <a:lnTo>
                      <a:pt x="80" y="50"/>
                    </a:lnTo>
                    <a:lnTo>
                      <a:pt x="72" y="23"/>
                    </a:lnTo>
                    <a:cubicBezTo>
                      <a:pt x="65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5" name="Google Shape;4475;p56"/>
              <p:cNvSpPr/>
              <p:nvPr/>
            </p:nvSpPr>
            <p:spPr>
              <a:xfrm>
                <a:off x="4128134" y="4785403"/>
                <a:ext cx="28645" cy="62181"/>
              </a:xfrm>
              <a:custGeom>
                <a:rect b="b" l="l" r="r" t="t"/>
                <a:pathLst>
                  <a:path extrusionOk="0" h="267" w="123">
                    <a:moveTo>
                      <a:pt x="29" y="1"/>
                    </a:moveTo>
                    <a:cubicBezTo>
                      <a:pt x="7" y="7"/>
                      <a:pt x="0" y="21"/>
                      <a:pt x="0" y="44"/>
                    </a:cubicBezTo>
                    <a:lnTo>
                      <a:pt x="7" y="57"/>
                    </a:lnTo>
                    <a:lnTo>
                      <a:pt x="29" y="137"/>
                    </a:lnTo>
                    <a:lnTo>
                      <a:pt x="57" y="246"/>
                    </a:lnTo>
                    <a:cubicBezTo>
                      <a:pt x="57" y="259"/>
                      <a:pt x="73" y="266"/>
                      <a:pt x="86" y="266"/>
                    </a:cubicBezTo>
                    <a:lnTo>
                      <a:pt x="93" y="266"/>
                    </a:lnTo>
                    <a:cubicBezTo>
                      <a:pt x="100" y="266"/>
                      <a:pt x="107" y="259"/>
                      <a:pt x="116" y="252"/>
                    </a:cubicBezTo>
                    <a:lnTo>
                      <a:pt x="123" y="237"/>
                    </a:lnTo>
                    <a:lnTo>
                      <a:pt x="123" y="230"/>
                    </a:lnTo>
                    <a:lnTo>
                      <a:pt x="93" y="137"/>
                    </a:lnTo>
                    <a:lnTo>
                      <a:pt x="73" y="37"/>
                    </a:lnTo>
                    <a:lnTo>
                      <a:pt x="64" y="30"/>
                    </a:lnTo>
                    <a:cubicBezTo>
                      <a:pt x="64" y="14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56"/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rect b="b" l="l" r="r" t="t"/>
                <a:pathLst>
                  <a:path extrusionOk="0" h="17" w="8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56"/>
              <p:cNvSpPr/>
              <p:nvPr/>
            </p:nvSpPr>
            <p:spPr>
              <a:xfrm>
                <a:off x="4774161" y="4699933"/>
                <a:ext cx="134376" cy="176063"/>
              </a:xfrm>
              <a:custGeom>
                <a:rect b="b" l="l" r="r" t="t"/>
                <a:pathLst>
                  <a:path extrusionOk="0" h="756" w="577">
                    <a:moveTo>
                      <a:pt x="0" y="0"/>
                    </a:moveTo>
                    <a:lnTo>
                      <a:pt x="29" y="518"/>
                    </a:lnTo>
                    <a:cubicBezTo>
                      <a:pt x="36" y="511"/>
                      <a:pt x="36" y="511"/>
                      <a:pt x="43" y="511"/>
                    </a:cubicBezTo>
                    <a:lnTo>
                      <a:pt x="50" y="511"/>
                    </a:lnTo>
                    <a:cubicBezTo>
                      <a:pt x="93" y="518"/>
                      <a:pt x="152" y="583"/>
                      <a:pt x="109" y="663"/>
                    </a:cubicBezTo>
                    <a:cubicBezTo>
                      <a:pt x="136" y="663"/>
                      <a:pt x="166" y="676"/>
                      <a:pt x="195" y="690"/>
                    </a:cubicBezTo>
                    <a:cubicBezTo>
                      <a:pt x="259" y="726"/>
                      <a:pt x="345" y="756"/>
                      <a:pt x="431" y="756"/>
                    </a:cubicBezTo>
                    <a:lnTo>
                      <a:pt x="474" y="756"/>
                    </a:lnTo>
                    <a:cubicBezTo>
                      <a:pt x="481" y="749"/>
                      <a:pt x="490" y="749"/>
                      <a:pt x="497" y="749"/>
                    </a:cubicBezTo>
                    <a:lnTo>
                      <a:pt x="540" y="749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56"/>
              <p:cNvSpPr/>
              <p:nvPr/>
            </p:nvSpPr>
            <p:spPr>
              <a:xfrm>
                <a:off x="4641881" y="4892763"/>
                <a:ext cx="28645" cy="33536"/>
              </a:xfrm>
              <a:custGeom>
                <a:rect b="b" l="l" r="r" t="t"/>
                <a:pathLst>
                  <a:path extrusionOk="0" h="144" w="123">
                    <a:moveTo>
                      <a:pt x="87" y="0"/>
                    </a:moveTo>
                    <a:cubicBezTo>
                      <a:pt x="80" y="0"/>
                      <a:pt x="73" y="0"/>
                      <a:pt x="66" y="7"/>
                    </a:cubicBezTo>
                    <a:cubicBezTo>
                      <a:pt x="1" y="28"/>
                      <a:pt x="7" y="71"/>
                      <a:pt x="7" y="71"/>
                    </a:cubicBezTo>
                    <a:cubicBezTo>
                      <a:pt x="14" y="86"/>
                      <a:pt x="37" y="107"/>
                      <a:pt x="57" y="143"/>
                    </a:cubicBezTo>
                    <a:cubicBezTo>
                      <a:pt x="57" y="143"/>
                      <a:pt x="44" y="93"/>
                      <a:pt x="116" y="57"/>
                    </a:cubicBezTo>
                    <a:cubicBezTo>
                      <a:pt x="116" y="57"/>
                      <a:pt x="123" y="57"/>
                      <a:pt x="123" y="5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56"/>
              <p:cNvSpPr/>
              <p:nvPr/>
            </p:nvSpPr>
            <p:spPr>
              <a:xfrm>
                <a:off x="4677280" y="4880653"/>
                <a:ext cx="21891" cy="18631"/>
              </a:xfrm>
              <a:custGeom>
                <a:rect b="b" l="l" r="r" t="t"/>
                <a:pathLst>
                  <a:path extrusionOk="0" h="80" w="94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  <a:lnTo>
                      <a:pt x="35" y="80"/>
                    </a:lnTo>
                    <a:lnTo>
                      <a:pt x="43" y="73"/>
                    </a:lnTo>
                    <a:cubicBezTo>
                      <a:pt x="50" y="73"/>
                      <a:pt x="57" y="66"/>
                      <a:pt x="64" y="66"/>
                    </a:cubicBezTo>
                    <a:cubicBezTo>
                      <a:pt x="71" y="59"/>
                      <a:pt x="87" y="59"/>
                      <a:pt x="93" y="52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0" name="Google Shape;4480;p56"/>
              <p:cNvSpPr/>
              <p:nvPr/>
            </p:nvSpPr>
            <p:spPr>
              <a:xfrm>
                <a:off x="4705459" y="4867379"/>
                <a:ext cx="23755" cy="18631"/>
              </a:xfrm>
              <a:custGeom>
                <a:rect b="b" l="l" r="r" t="t"/>
                <a:pathLst>
                  <a:path extrusionOk="0" h="80" w="102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  <a:lnTo>
                      <a:pt x="36" y="80"/>
                    </a:lnTo>
                    <a:cubicBezTo>
                      <a:pt x="59" y="73"/>
                      <a:pt x="79" y="66"/>
                      <a:pt x="102" y="57"/>
                    </a:cubicBez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56"/>
              <p:cNvSpPr/>
              <p:nvPr/>
            </p:nvSpPr>
            <p:spPr>
              <a:xfrm>
                <a:off x="4732241" y="4852474"/>
                <a:ext cx="25618" cy="21891"/>
              </a:xfrm>
              <a:custGeom>
                <a:rect b="b" l="l" r="r" t="t"/>
                <a:pathLst>
                  <a:path extrusionOk="0" h="94" w="11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  <a:lnTo>
                      <a:pt x="44" y="94"/>
                    </a:lnTo>
                    <a:cubicBezTo>
                      <a:pt x="66" y="87"/>
                      <a:pt x="87" y="71"/>
                      <a:pt x="109" y="64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56"/>
              <p:cNvSpPr/>
              <p:nvPr/>
            </p:nvSpPr>
            <p:spPr>
              <a:xfrm>
                <a:off x="4548261" y="4976137"/>
                <a:ext cx="376579" cy="35399"/>
              </a:xfrm>
              <a:custGeom>
                <a:rect b="b" l="l" r="r" t="t"/>
                <a:pathLst>
                  <a:path extrusionOk="0" h="152" w="1617">
                    <a:moveTo>
                      <a:pt x="7" y="1"/>
                    </a:moveTo>
                    <a:lnTo>
                      <a:pt x="1" y="151"/>
                    </a:lnTo>
                    <a:lnTo>
                      <a:pt x="1603" y="151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56"/>
              <p:cNvSpPr/>
              <p:nvPr/>
            </p:nvSpPr>
            <p:spPr>
              <a:xfrm>
                <a:off x="4549891" y="4907435"/>
                <a:ext cx="119238" cy="68935"/>
              </a:xfrm>
              <a:custGeom>
                <a:rect b="b" l="l" r="r" t="t"/>
                <a:pathLst>
                  <a:path extrusionOk="0" h="296" w="512">
                    <a:moveTo>
                      <a:pt x="396" y="1"/>
                    </a:moveTo>
                    <a:cubicBezTo>
                      <a:pt x="0" y="73"/>
                      <a:pt x="0" y="296"/>
                      <a:pt x="0" y="296"/>
                    </a:cubicBezTo>
                    <a:lnTo>
                      <a:pt x="511" y="296"/>
                    </a:lnTo>
                    <a:cubicBezTo>
                      <a:pt x="511" y="196"/>
                      <a:pt x="482" y="130"/>
                      <a:pt x="452" y="80"/>
                    </a:cubicBezTo>
                    <a:cubicBezTo>
                      <a:pt x="432" y="44"/>
                      <a:pt x="409" y="23"/>
                      <a:pt x="402" y="8"/>
                    </a:cubicBezTo>
                    <a:cubicBezTo>
                      <a:pt x="396" y="8"/>
                      <a:pt x="396" y="1"/>
                      <a:pt x="3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4" name="Google Shape;4484;p56"/>
              <p:cNvSpPr/>
              <p:nvPr/>
            </p:nvSpPr>
            <p:spPr>
              <a:xfrm>
                <a:off x="4651895" y="4854104"/>
                <a:ext cx="278301" cy="122266"/>
              </a:xfrm>
              <a:custGeom>
                <a:rect b="b" l="l" r="r" t="t"/>
                <a:pathLst>
                  <a:path extrusionOk="0" h="525" w="1195">
                    <a:moveTo>
                      <a:pt x="634" y="1"/>
                    </a:moveTo>
                    <a:cubicBezTo>
                      <a:pt x="611" y="1"/>
                      <a:pt x="591" y="7"/>
                      <a:pt x="568" y="14"/>
                    </a:cubicBezTo>
                    <a:cubicBezTo>
                      <a:pt x="561" y="14"/>
                      <a:pt x="548" y="21"/>
                      <a:pt x="541" y="21"/>
                    </a:cubicBezTo>
                    <a:cubicBezTo>
                      <a:pt x="532" y="28"/>
                      <a:pt x="525" y="28"/>
                      <a:pt x="511" y="37"/>
                    </a:cubicBezTo>
                    <a:lnTo>
                      <a:pt x="568" y="107"/>
                    </a:lnTo>
                    <a:cubicBezTo>
                      <a:pt x="568" y="114"/>
                      <a:pt x="575" y="114"/>
                      <a:pt x="575" y="114"/>
                    </a:cubicBezTo>
                    <a:lnTo>
                      <a:pt x="575" y="137"/>
                    </a:lnTo>
                    <a:cubicBezTo>
                      <a:pt x="575" y="144"/>
                      <a:pt x="568" y="151"/>
                      <a:pt x="561" y="158"/>
                    </a:cubicBezTo>
                    <a:lnTo>
                      <a:pt x="541" y="158"/>
                    </a:lnTo>
                    <a:cubicBezTo>
                      <a:pt x="532" y="158"/>
                      <a:pt x="525" y="158"/>
                      <a:pt x="518" y="144"/>
                    </a:cubicBezTo>
                    <a:lnTo>
                      <a:pt x="454" y="57"/>
                    </a:lnTo>
                    <a:cubicBezTo>
                      <a:pt x="432" y="64"/>
                      <a:pt x="411" y="80"/>
                      <a:pt x="389" y="87"/>
                    </a:cubicBezTo>
                    <a:lnTo>
                      <a:pt x="439" y="158"/>
                    </a:lnTo>
                    <a:cubicBezTo>
                      <a:pt x="454" y="173"/>
                      <a:pt x="446" y="194"/>
                      <a:pt x="432" y="201"/>
                    </a:cubicBezTo>
                    <a:cubicBezTo>
                      <a:pt x="425" y="209"/>
                      <a:pt x="425" y="209"/>
                      <a:pt x="418" y="209"/>
                    </a:cubicBezTo>
                    <a:cubicBezTo>
                      <a:pt x="403" y="209"/>
                      <a:pt x="396" y="201"/>
                      <a:pt x="389" y="194"/>
                    </a:cubicBezTo>
                    <a:lnTo>
                      <a:pt x="332" y="114"/>
                    </a:lnTo>
                    <a:cubicBezTo>
                      <a:pt x="309" y="123"/>
                      <a:pt x="289" y="130"/>
                      <a:pt x="266" y="137"/>
                    </a:cubicBezTo>
                    <a:lnTo>
                      <a:pt x="309" y="201"/>
                    </a:lnTo>
                    <a:cubicBezTo>
                      <a:pt x="325" y="216"/>
                      <a:pt x="316" y="237"/>
                      <a:pt x="303" y="252"/>
                    </a:cubicBezTo>
                    <a:lnTo>
                      <a:pt x="289" y="252"/>
                    </a:lnTo>
                    <a:cubicBezTo>
                      <a:pt x="273" y="252"/>
                      <a:pt x="266" y="252"/>
                      <a:pt x="259" y="237"/>
                    </a:cubicBezTo>
                    <a:lnTo>
                      <a:pt x="202" y="166"/>
                    </a:lnTo>
                    <a:cubicBezTo>
                      <a:pt x="196" y="173"/>
                      <a:pt x="180" y="173"/>
                      <a:pt x="173" y="180"/>
                    </a:cubicBezTo>
                    <a:cubicBezTo>
                      <a:pt x="166" y="180"/>
                      <a:pt x="159" y="187"/>
                      <a:pt x="152" y="187"/>
                    </a:cubicBezTo>
                    <a:lnTo>
                      <a:pt x="144" y="194"/>
                    </a:lnTo>
                    <a:lnTo>
                      <a:pt x="187" y="252"/>
                    </a:lnTo>
                    <a:cubicBezTo>
                      <a:pt x="196" y="266"/>
                      <a:pt x="196" y="287"/>
                      <a:pt x="180" y="296"/>
                    </a:cubicBezTo>
                    <a:cubicBezTo>
                      <a:pt x="173" y="302"/>
                      <a:pt x="166" y="302"/>
                      <a:pt x="159" y="302"/>
                    </a:cubicBezTo>
                    <a:cubicBezTo>
                      <a:pt x="152" y="302"/>
                      <a:pt x="137" y="296"/>
                      <a:pt x="130" y="287"/>
                    </a:cubicBezTo>
                    <a:lnTo>
                      <a:pt x="87" y="216"/>
                    </a:lnTo>
                    <a:lnTo>
                      <a:pt x="80" y="216"/>
                    </a:lnTo>
                    <a:cubicBezTo>
                      <a:pt x="80" y="223"/>
                      <a:pt x="73" y="223"/>
                      <a:pt x="73" y="223"/>
                    </a:cubicBezTo>
                    <a:cubicBezTo>
                      <a:pt x="1" y="259"/>
                      <a:pt x="14" y="309"/>
                      <a:pt x="14" y="309"/>
                    </a:cubicBezTo>
                    <a:cubicBezTo>
                      <a:pt x="44" y="359"/>
                      <a:pt x="73" y="425"/>
                      <a:pt x="73" y="525"/>
                    </a:cubicBezTo>
                    <a:lnTo>
                      <a:pt x="1172" y="525"/>
                    </a:lnTo>
                    <a:cubicBezTo>
                      <a:pt x="1194" y="352"/>
                      <a:pt x="1136" y="173"/>
                      <a:pt x="1101" y="114"/>
                    </a:cubicBezTo>
                    <a:cubicBezTo>
                      <a:pt x="1101" y="114"/>
                      <a:pt x="1093" y="107"/>
                      <a:pt x="1093" y="101"/>
                    </a:cubicBezTo>
                    <a:cubicBezTo>
                      <a:pt x="1093" y="101"/>
                      <a:pt x="1086" y="101"/>
                      <a:pt x="1086" y="94"/>
                    </a:cubicBezTo>
                    <a:lnTo>
                      <a:pt x="1079" y="94"/>
                    </a:lnTo>
                    <a:lnTo>
                      <a:pt x="1072" y="87"/>
                    </a:lnTo>
                    <a:lnTo>
                      <a:pt x="1022" y="87"/>
                    </a:lnTo>
                    <a:cubicBezTo>
                      <a:pt x="1015" y="87"/>
                      <a:pt x="1006" y="87"/>
                      <a:pt x="999" y="94"/>
                    </a:cubicBezTo>
                    <a:lnTo>
                      <a:pt x="956" y="94"/>
                    </a:lnTo>
                    <a:cubicBezTo>
                      <a:pt x="870" y="94"/>
                      <a:pt x="784" y="64"/>
                      <a:pt x="720" y="28"/>
                    </a:cubicBezTo>
                    <a:cubicBezTo>
                      <a:pt x="691" y="14"/>
                      <a:pt x="661" y="1"/>
                      <a:pt x="6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5" name="Google Shape;4485;p56"/>
              <p:cNvSpPr/>
              <p:nvPr/>
            </p:nvSpPr>
            <p:spPr>
              <a:xfrm>
                <a:off x="4891303" y="4874132"/>
                <a:ext cx="7220" cy="233"/>
              </a:xfrm>
              <a:custGeom>
                <a:rect b="b" l="l" r="r" t="t"/>
                <a:pathLst>
                  <a:path extrusionOk="0" fill="none" h="1" w="31">
                    <a:moveTo>
                      <a:pt x="1" y="1"/>
                    </a:moveTo>
                    <a:lnTo>
                      <a:pt x="3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6" name="Google Shape;4486;p56"/>
              <p:cNvSpPr/>
              <p:nvPr/>
            </p:nvSpPr>
            <p:spPr>
              <a:xfrm>
                <a:off x="4677280" y="4880653"/>
                <a:ext cx="13507" cy="5356"/>
              </a:xfrm>
              <a:custGeom>
                <a:rect b="b" l="l" r="r" t="t"/>
                <a:pathLst>
                  <a:path extrusionOk="0" fill="none" h="23" w="58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7" name="Google Shape;4487;p56"/>
              <p:cNvSpPr/>
              <p:nvPr/>
            </p:nvSpPr>
            <p:spPr>
              <a:xfrm>
                <a:off x="4732241" y="4852474"/>
                <a:ext cx="13507" cy="8384"/>
              </a:xfrm>
              <a:custGeom>
                <a:rect b="b" l="l" r="r" t="t"/>
                <a:pathLst>
                  <a:path extrusionOk="0" fill="none" h="36" w="58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8" name="Google Shape;4488;p56"/>
              <p:cNvSpPr/>
              <p:nvPr/>
            </p:nvSpPr>
            <p:spPr>
              <a:xfrm>
                <a:off x="4757626" y="4818705"/>
                <a:ext cx="51934" cy="44016"/>
              </a:xfrm>
              <a:custGeom>
                <a:rect b="b" l="l" r="r" t="t"/>
                <a:pathLst>
                  <a:path extrusionOk="0" h="189" w="223">
                    <a:moveTo>
                      <a:pt x="114" y="1"/>
                    </a:moveTo>
                    <a:cubicBezTo>
                      <a:pt x="107" y="1"/>
                      <a:pt x="107" y="1"/>
                      <a:pt x="100" y="8"/>
                    </a:cubicBezTo>
                    <a:lnTo>
                      <a:pt x="94" y="8"/>
                    </a:lnTo>
                    <a:lnTo>
                      <a:pt x="87" y="16"/>
                    </a:lnTo>
                    <a:cubicBezTo>
                      <a:pt x="87" y="16"/>
                      <a:pt x="78" y="16"/>
                      <a:pt x="78" y="23"/>
                    </a:cubicBezTo>
                    <a:cubicBezTo>
                      <a:pt x="78" y="23"/>
                      <a:pt x="71" y="23"/>
                      <a:pt x="71" y="30"/>
                    </a:cubicBezTo>
                    <a:lnTo>
                      <a:pt x="50" y="51"/>
                    </a:lnTo>
                    <a:lnTo>
                      <a:pt x="28" y="73"/>
                    </a:lnTo>
                    <a:cubicBezTo>
                      <a:pt x="21" y="80"/>
                      <a:pt x="21" y="87"/>
                      <a:pt x="14" y="87"/>
                    </a:cubicBezTo>
                    <a:cubicBezTo>
                      <a:pt x="7" y="94"/>
                      <a:pt x="7" y="103"/>
                      <a:pt x="0" y="103"/>
                    </a:cubicBezTo>
                    <a:lnTo>
                      <a:pt x="57" y="189"/>
                    </a:lnTo>
                    <a:cubicBezTo>
                      <a:pt x="71" y="180"/>
                      <a:pt x="78" y="180"/>
                      <a:pt x="87" y="173"/>
                    </a:cubicBezTo>
                    <a:cubicBezTo>
                      <a:pt x="94" y="173"/>
                      <a:pt x="107" y="166"/>
                      <a:pt x="114" y="166"/>
                    </a:cubicBezTo>
                    <a:cubicBezTo>
                      <a:pt x="137" y="159"/>
                      <a:pt x="157" y="153"/>
                      <a:pt x="180" y="153"/>
                    </a:cubicBezTo>
                    <a:cubicBezTo>
                      <a:pt x="223" y="73"/>
                      <a:pt x="164" y="8"/>
                      <a:pt x="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9" name="Google Shape;4489;p56"/>
              <p:cNvSpPr/>
              <p:nvPr/>
            </p:nvSpPr>
            <p:spPr>
              <a:xfrm>
                <a:off x="4779284" y="4820336"/>
                <a:ext cx="1863" cy="233"/>
              </a:xfrm>
              <a:custGeom>
                <a:rect b="b" l="l" r="r" t="t"/>
                <a:pathLst>
                  <a:path extrusionOk="0" fill="none" h="1" w="8">
                    <a:moveTo>
                      <a:pt x="7" y="1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0" name="Google Shape;4490;p56"/>
              <p:cNvSpPr/>
              <p:nvPr/>
            </p:nvSpPr>
            <p:spPr>
              <a:xfrm>
                <a:off x="4769270" y="4825692"/>
                <a:ext cx="5124" cy="4891"/>
              </a:xfrm>
              <a:custGeom>
                <a:rect b="b" l="l" r="r" t="t"/>
                <a:pathLst>
                  <a:path extrusionOk="0" fill="none" h="21" w="22">
                    <a:moveTo>
                      <a:pt x="21" y="0"/>
                    </a:moveTo>
                    <a:lnTo>
                      <a:pt x="0" y="2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1" name="Google Shape;4491;p56"/>
              <p:cNvSpPr/>
              <p:nvPr/>
            </p:nvSpPr>
            <p:spPr>
              <a:xfrm>
                <a:off x="4705459" y="4867379"/>
                <a:ext cx="13740" cy="6987"/>
              </a:xfrm>
              <a:custGeom>
                <a:rect b="b" l="l" r="r" t="t"/>
                <a:pathLst>
                  <a:path extrusionOk="0" fill="none" h="30" w="59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2" name="Google Shape;4492;p56"/>
              <p:cNvSpPr/>
              <p:nvPr/>
            </p:nvSpPr>
            <p:spPr>
              <a:xfrm>
                <a:off x="4641881" y="4892763"/>
                <a:ext cx="20261" cy="16535"/>
              </a:xfrm>
              <a:custGeom>
                <a:rect b="b" l="l" r="r" t="t"/>
                <a:pathLst>
                  <a:path extrusionOk="0" fill="none" h="71" w="87">
                    <a:moveTo>
                      <a:pt x="7" y="71"/>
                    </a:moveTo>
                    <a:cubicBezTo>
                      <a:pt x="7" y="71"/>
                      <a:pt x="1" y="28"/>
                      <a:pt x="66" y="7"/>
                    </a:cubicBezTo>
                    <a:cubicBezTo>
                      <a:pt x="73" y="0"/>
                      <a:pt x="80" y="0"/>
                      <a:pt x="87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3" name="Google Shape;4493;p56"/>
              <p:cNvSpPr/>
              <p:nvPr/>
            </p:nvSpPr>
            <p:spPr>
              <a:xfrm>
                <a:off x="4658649" y="4877393"/>
                <a:ext cx="38892" cy="47276"/>
              </a:xfrm>
              <a:custGeom>
                <a:rect b="b" l="l" r="r" t="t"/>
                <a:pathLst>
                  <a:path extrusionOk="0" h="203" w="167">
                    <a:moveTo>
                      <a:pt x="37" y="1"/>
                    </a:moveTo>
                    <a:cubicBezTo>
                      <a:pt x="29" y="1"/>
                      <a:pt x="22" y="1"/>
                      <a:pt x="15" y="7"/>
                    </a:cubicBezTo>
                    <a:cubicBezTo>
                      <a:pt x="1" y="14"/>
                      <a:pt x="1" y="37"/>
                      <a:pt x="8" y="51"/>
                    </a:cubicBezTo>
                    <a:lnTo>
                      <a:pt x="15" y="66"/>
                    </a:lnTo>
                    <a:lnTo>
                      <a:pt x="51" y="116"/>
                    </a:lnTo>
                    <a:lnTo>
                      <a:pt x="58" y="116"/>
                    </a:lnTo>
                    <a:lnTo>
                      <a:pt x="101" y="187"/>
                    </a:lnTo>
                    <a:cubicBezTo>
                      <a:pt x="108" y="196"/>
                      <a:pt x="123" y="202"/>
                      <a:pt x="130" y="202"/>
                    </a:cubicBezTo>
                    <a:cubicBezTo>
                      <a:pt x="137" y="202"/>
                      <a:pt x="144" y="202"/>
                      <a:pt x="151" y="196"/>
                    </a:cubicBezTo>
                    <a:cubicBezTo>
                      <a:pt x="167" y="187"/>
                      <a:pt x="167" y="166"/>
                      <a:pt x="158" y="152"/>
                    </a:cubicBezTo>
                    <a:lnTo>
                      <a:pt x="115" y="94"/>
                    </a:lnTo>
                    <a:lnTo>
                      <a:pt x="80" y="37"/>
                    </a:lnTo>
                    <a:lnTo>
                      <a:pt x="58" y="14"/>
                    </a:lnTo>
                    <a:cubicBezTo>
                      <a:pt x="51" y="7"/>
                      <a:pt x="44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4" name="Google Shape;4494;p56"/>
              <p:cNvSpPr/>
              <p:nvPr/>
            </p:nvSpPr>
            <p:spPr>
              <a:xfrm>
                <a:off x="4685198" y="4864118"/>
                <a:ext cx="42386" cy="48906"/>
              </a:xfrm>
              <a:custGeom>
                <a:rect b="b" l="l" r="r" t="t"/>
                <a:pathLst>
                  <a:path extrusionOk="0" h="210" w="182">
                    <a:moveTo>
                      <a:pt x="37" y="1"/>
                    </a:moveTo>
                    <a:cubicBezTo>
                      <a:pt x="30" y="1"/>
                      <a:pt x="23" y="1"/>
                      <a:pt x="23" y="8"/>
                    </a:cubicBezTo>
                    <a:cubicBezTo>
                      <a:pt x="9" y="14"/>
                      <a:pt x="1" y="37"/>
                      <a:pt x="16" y="51"/>
                    </a:cubicBezTo>
                    <a:lnTo>
                      <a:pt x="23" y="71"/>
                    </a:lnTo>
                    <a:lnTo>
                      <a:pt x="59" y="123"/>
                    </a:lnTo>
                    <a:lnTo>
                      <a:pt x="116" y="194"/>
                    </a:lnTo>
                    <a:cubicBezTo>
                      <a:pt x="123" y="209"/>
                      <a:pt x="130" y="209"/>
                      <a:pt x="146" y="209"/>
                    </a:cubicBezTo>
                    <a:lnTo>
                      <a:pt x="160" y="209"/>
                    </a:lnTo>
                    <a:cubicBezTo>
                      <a:pt x="173" y="194"/>
                      <a:pt x="182" y="173"/>
                      <a:pt x="166" y="158"/>
                    </a:cubicBezTo>
                    <a:lnTo>
                      <a:pt x="123" y="94"/>
                    </a:lnTo>
                    <a:lnTo>
                      <a:pt x="87" y="44"/>
                    </a:lnTo>
                    <a:lnTo>
                      <a:pt x="66" y="14"/>
                    </a:lnTo>
                    <a:cubicBezTo>
                      <a:pt x="59" y="8"/>
                      <a:pt x="53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5" name="Google Shape;4495;p56"/>
              <p:cNvSpPr/>
              <p:nvPr/>
            </p:nvSpPr>
            <p:spPr>
              <a:xfrm>
                <a:off x="4713843" y="4850611"/>
                <a:ext cx="44016" cy="52400"/>
              </a:xfrm>
              <a:custGeom>
                <a:rect b="b" l="l" r="r" t="t"/>
                <a:pathLst>
                  <a:path extrusionOk="0" h="225" w="189">
                    <a:moveTo>
                      <a:pt x="37" y="0"/>
                    </a:moveTo>
                    <a:cubicBezTo>
                      <a:pt x="30" y="0"/>
                      <a:pt x="23" y="0"/>
                      <a:pt x="16" y="9"/>
                    </a:cubicBezTo>
                    <a:cubicBezTo>
                      <a:pt x="0" y="16"/>
                      <a:pt x="0" y="36"/>
                      <a:pt x="7" y="52"/>
                    </a:cubicBezTo>
                    <a:lnTo>
                      <a:pt x="23" y="72"/>
                    </a:lnTo>
                    <a:lnTo>
                      <a:pt x="66" y="129"/>
                    </a:lnTo>
                    <a:lnTo>
                      <a:pt x="123" y="209"/>
                    </a:lnTo>
                    <a:cubicBezTo>
                      <a:pt x="130" y="216"/>
                      <a:pt x="137" y="224"/>
                      <a:pt x="152" y="224"/>
                    </a:cubicBezTo>
                    <a:cubicBezTo>
                      <a:pt x="159" y="224"/>
                      <a:pt x="159" y="224"/>
                      <a:pt x="166" y="216"/>
                    </a:cubicBezTo>
                    <a:cubicBezTo>
                      <a:pt x="180" y="209"/>
                      <a:pt x="188" y="188"/>
                      <a:pt x="173" y="173"/>
                    </a:cubicBezTo>
                    <a:lnTo>
                      <a:pt x="123" y="102"/>
                    </a:lnTo>
                    <a:lnTo>
                      <a:pt x="80" y="43"/>
                    </a:lnTo>
                    <a:lnTo>
                      <a:pt x="59" y="16"/>
                    </a:lnTo>
                    <a:cubicBezTo>
                      <a:pt x="59" y="9"/>
                      <a:pt x="43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6" name="Google Shape;4496;p56"/>
              <p:cNvSpPr/>
              <p:nvPr/>
            </p:nvSpPr>
            <p:spPr>
              <a:xfrm>
                <a:off x="4740625" y="4837336"/>
                <a:ext cx="45413" cy="53564"/>
              </a:xfrm>
              <a:custGeom>
                <a:rect b="b" l="l" r="r" t="t"/>
                <a:pathLst>
                  <a:path extrusionOk="0" h="230" w="195">
                    <a:moveTo>
                      <a:pt x="37" y="0"/>
                    </a:moveTo>
                    <a:cubicBezTo>
                      <a:pt x="30" y="0"/>
                      <a:pt x="22" y="0"/>
                      <a:pt x="22" y="7"/>
                    </a:cubicBezTo>
                    <a:cubicBezTo>
                      <a:pt x="8" y="14"/>
                      <a:pt x="1" y="36"/>
                      <a:pt x="15" y="50"/>
                    </a:cubicBezTo>
                    <a:lnTo>
                      <a:pt x="22" y="66"/>
                    </a:lnTo>
                    <a:lnTo>
                      <a:pt x="73" y="129"/>
                    </a:lnTo>
                    <a:lnTo>
                      <a:pt x="137" y="216"/>
                    </a:lnTo>
                    <a:cubicBezTo>
                      <a:pt x="144" y="230"/>
                      <a:pt x="151" y="230"/>
                      <a:pt x="160" y="230"/>
                    </a:cubicBezTo>
                    <a:lnTo>
                      <a:pt x="180" y="230"/>
                    </a:lnTo>
                    <a:cubicBezTo>
                      <a:pt x="187" y="223"/>
                      <a:pt x="194" y="216"/>
                      <a:pt x="194" y="209"/>
                    </a:cubicBezTo>
                    <a:lnTo>
                      <a:pt x="194" y="186"/>
                    </a:lnTo>
                    <a:cubicBezTo>
                      <a:pt x="194" y="186"/>
                      <a:pt x="187" y="186"/>
                      <a:pt x="187" y="179"/>
                    </a:cubicBezTo>
                    <a:lnTo>
                      <a:pt x="130" y="109"/>
                    </a:lnTo>
                    <a:lnTo>
                      <a:pt x="73" y="23"/>
                    </a:lnTo>
                    <a:lnTo>
                      <a:pt x="65" y="14"/>
                    </a:lnTo>
                    <a:cubicBezTo>
                      <a:pt x="58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7" name="Google Shape;4497;p56"/>
              <p:cNvSpPr/>
              <p:nvPr/>
            </p:nvSpPr>
            <p:spPr>
              <a:xfrm>
                <a:off x="4554782" y="3524789"/>
                <a:ext cx="383799" cy="1175383"/>
              </a:xfrm>
              <a:custGeom>
                <a:rect b="b" l="l" r="r" t="t"/>
                <a:pathLst>
                  <a:path extrusionOk="0" h="5047" w="1648">
                    <a:moveTo>
                      <a:pt x="1337" y="0"/>
                    </a:moveTo>
                    <a:cubicBezTo>
                      <a:pt x="1310" y="16"/>
                      <a:pt x="921" y="152"/>
                      <a:pt x="411" y="166"/>
                    </a:cubicBezTo>
                    <a:cubicBezTo>
                      <a:pt x="378" y="167"/>
                      <a:pt x="346" y="168"/>
                      <a:pt x="312" y="168"/>
                    </a:cubicBezTo>
                    <a:cubicBezTo>
                      <a:pt x="213" y="168"/>
                      <a:pt x="109" y="161"/>
                      <a:pt x="0" y="145"/>
                    </a:cubicBezTo>
                    <a:lnTo>
                      <a:pt x="0" y="145"/>
                    </a:lnTo>
                    <a:cubicBezTo>
                      <a:pt x="52" y="418"/>
                      <a:pt x="181" y="1101"/>
                      <a:pt x="295" y="1698"/>
                    </a:cubicBezTo>
                    <a:cubicBezTo>
                      <a:pt x="375" y="2093"/>
                      <a:pt x="447" y="2452"/>
                      <a:pt x="483" y="2631"/>
                    </a:cubicBezTo>
                    <a:cubicBezTo>
                      <a:pt x="590" y="3157"/>
                      <a:pt x="878" y="4415"/>
                      <a:pt x="914" y="5046"/>
                    </a:cubicBezTo>
                    <a:lnTo>
                      <a:pt x="1553" y="5046"/>
                    </a:lnTo>
                    <a:cubicBezTo>
                      <a:pt x="1553" y="5046"/>
                      <a:pt x="1648" y="3775"/>
                      <a:pt x="1605" y="3437"/>
                    </a:cubicBezTo>
                    <a:cubicBezTo>
                      <a:pt x="1553" y="3092"/>
                      <a:pt x="1432" y="2610"/>
                      <a:pt x="1416" y="2431"/>
                    </a:cubicBezTo>
                    <a:cubicBezTo>
                      <a:pt x="1410" y="2251"/>
                      <a:pt x="1403" y="1101"/>
                      <a:pt x="1410" y="928"/>
                    </a:cubicBezTo>
                    <a:cubicBezTo>
                      <a:pt x="1410" y="756"/>
                      <a:pt x="1518" y="454"/>
                      <a:pt x="13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8" name="Google Shape;4498;p56"/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rect b="b" l="l" r="r" t="t"/>
                <a:pathLst>
                  <a:path extrusionOk="0" h="22" w="8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9" name="Google Shape;4499;p56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rect b="b" l="l" r="r" t="t"/>
                <a:pathLst>
                  <a:path extrusionOk="0" h="52" w="15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0" name="Google Shape;4500;p56"/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rect b="b" l="l" r="r" t="t"/>
                <a:pathLst>
                  <a:path extrusionOk="0" h="15" w="8">
                    <a:moveTo>
                      <a:pt x="1" y="0"/>
                    </a:moveTo>
                    <a:lnTo>
                      <a:pt x="1" y="14"/>
                    </a:lnTo>
                    <a:cubicBezTo>
                      <a:pt x="7" y="7"/>
                      <a:pt x="7" y="7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1" name="Google Shape;4501;p56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rect b="b" l="l" r="r" t="t"/>
                <a:pathLst>
                  <a:path extrusionOk="0" h="15" w="37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2" name="Google Shape;4502;p56"/>
              <p:cNvSpPr/>
              <p:nvPr/>
            </p:nvSpPr>
            <p:spPr>
              <a:xfrm>
                <a:off x="4904577" y="3087894"/>
                <a:ext cx="7220" cy="15138"/>
              </a:xfrm>
              <a:custGeom>
                <a:rect b="b" l="l" r="r" t="t"/>
                <a:pathLst>
                  <a:path extrusionOk="0" h="65" w="31">
                    <a:moveTo>
                      <a:pt x="30" y="1"/>
                    </a:moveTo>
                    <a:cubicBezTo>
                      <a:pt x="23" y="22"/>
                      <a:pt x="16" y="44"/>
                      <a:pt x="1" y="65"/>
                    </a:cubicBezTo>
                    <a:lnTo>
                      <a:pt x="1" y="65"/>
                    </a:lnTo>
                    <a:cubicBezTo>
                      <a:pt x="16" y="44"/>
                      <a:pt x="23" y="22"/>
                      <a:pt x="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3" name="Google Shape;4503;p56"/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rect b="b" l="l" r="r" t="t"/>
                <a:pathLst>
                  <a:path extrusionOk="0" h="65" w="8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4" name="Google Shape;4504;p56"/>
              <p:cNvSpPr/>
              <p:nvPr/>
            </p:nvSpPr>
            <p:spPr>
              <a:xfrm>
                <a:off x="4872905" y="3153102"/>
                <a:ext cx="6987" cy="13973"/>
              </a:xfrm>
              <a:custGeom>
                <a:rect b="b" l="l" r="r" t="t"/>
                <a:pathLst>
                  <a:path extrusionOk="0" h="60" w="30">
                    <a:moveTo>
                      <a:pt x="30" y="0"/>
                    </a:moveTo>
                    <a:cubicBezTo>
                      <a:pt x="23" y="16"/>
                      <a:pt x="7" y="37"/>
                      <a:pt x="0" y="59"/>
                    </a:cubicBezTo>
                    <a:cubicBezTo>
                      <a:pt x="14" y="37"/>
                      <a:pt x="23" y="16"/>
                      <a:pt x="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5" name="Google Shape;4505;p56"/>
              <p:cNvSpPr/>
              <p:nvPr/>
            </p:nvSpPr>
            <p:spPr>
              <a:xfrm>
                <a:off x="4467915" y="2964231"/>
                <a:ext cx="233" cy="5124"/>
              </a:xfrm>
              <a:custGeom>
                <a:rect b="b" l="l" r="r" t="t"/>
                <a:pathLst>
                  <a:path extrusionOk="0" h="22" w="1">
                    <a:moveTo>
                      <a:pt x="1" y="1"/>
                    </a:moveTo>
                    <a:lnTo>
                      <a:pt x="1" y="2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6" name="Google Shape;4506;p56"/>
              <p:cNvSpPr/>
              <p:nvPr/>
            </p:nvSpPr>
            <p:spPr>
              <a:xfrm>
                <a:off x="4519849" y="2699439"/>
                <a:ext cx="445281" cy="197954"/>
              </a:xfrm>
              <a:custGeom>
                <a:rect b="b" l="l" r="r" t="t"/>
                <a:pathLst>
                  <a:path extrusionOk="0" h="850" w="1912">
                    <a:moveTo>
                      <a:pt x="1387" y="1"/>
                    </a:moveTo>
                    <a:cubicBezTo>
                      <a:pt x="1416" y="44"/>
                      <a:pt x="1437" y="66"/>
                      <a:pt x="1437" y="66"/>
                    </a:cubicBezTo>
                    <a:cubicBezTo>
                      <a:pt x="1437" y="66"/>
                      <a:pt x="1268" y="347"/>
                      <a:pt x="881" y="347"/>
                    </a:cubicBezTo>
                    <a:cubicBezTo>
                      <a:pt x="831" y="347"/>
                      <a:pt x="777" y="343"/>
                      <a:pt x="719" y="332"/>
                    </a:cubicBezTo>
                    <a:cubicBezTo>
                      <a:pt x="604" y="310"/>
                      <a:pt x="547" y="246"/>
                      <a:pt x="518" y="189"/>
                    </a:cubicBezTo>
                    <a:cubicBezTo>
                      <a:pt x="511" y="166"/>
                      <a:pt x="504" y="153"/>
                      <a:pt x="504" y="137"/>
                    </a:cubicBezTo>
                    <a:lnTo>
                      <a:pt x="504" y="116"/>
                    </a:lnTo>
                    <a:cubicBezTo>
                      <a:pt x="495" y="116"/>
                      <a:pt x="495" y="109"/>
                      <a:pt x="495" y="103"/>
                    </a:cubicBezTo>
                    <a:cubicBezTo>
                      <a:pt x="495" y="80"/>
                      <a:pt x="504" y="59"/>
                      <a:pt x="511" y="51"/>
                    </a:cubicBezTo>
                    <a:cubicBezTo>
                      <a:pt x="511" y="44"/>
                      <a:pt x="518" y="37"/>
                      <a:pt x="525" y="30"/>
                    </a:cubicBezTo>
                    <a:lnTo>
                      <a:pt x="525" y="30"/>
                    </a:lnTo>
                    <a:cubicBezTo>
                      <a:pt x="461" y="73"/>
                      <a:pt x="309" y="109"/>
                      <a:pt x="245" y="159"/>
                    </a:cubicBezTo>
                    <a:lnTo>
                      <a:pt x="236" y="166"/>
                    </a:lnTo>
                    <a:cubicBezTo>
                      <a:pt x="236" y="166"/>
                      <a:pt x="230" y="166"/>
                      <a:pt x="230" y="173"/>
                    </a:cubicBezTo>
                    <a:cubicBezTo>
                      <a:pt x="230" y="173"/>
                      <a:pt x="223" y="173"/>
                      <a:pt x="223" y="180"/>
                    </a:cubicBezTo>
                    <a:cubicBezTo>
                      <a:pt x="159" y="253"/>
                      <a:pt x="93" y="454"/>
                      <a:pt x="43" y="555"/>
                    </a:cubicBezTo>
                    <a:cubicBezTo>
                      <a:pt x="29" y="577"/>
                      <a:pt x="14" y="598"/>
                      <a:pt x="0" y="627"/>
                    </a:cubicBezTo>
                    <a:cubicBezTo>
                      <a:pt x="93" y="663"/>
                      <a:pt x="209" y="698"/>
                      <a:pt x="352" y="727"/>
                    </a:cubicBezTo>
                    <a:cubicBezTo>
                      <a:pt x="654" y="793"/>
                      <a:pt x="1056" y="850"/>
                      <a:pt x="1573" y="850"/>
                    </a:cubicBezTo>
                    <a:cubicBezTo>
                      <a:pt x="1607" y="574"/>
                      <a:pt x="1772" y="339"/>
                      <a:pt x="1882" y="339"/>
                    </a:cubicBezTo>
                    <a:cubicBezTo>
                      <a:pt x="1892" y="339"/>
                      <a:pt x="1902" y="341"/>
                      <a:pt x="1912" y="346"/>
                    </a:cubicBezTo>
                    <a:cubicBezTo>
                      <a:pt x="1855" y="296"/>
                      <a:pt x="1782" y="260"/>
                      <a:pt x="1711" y="223"/>
                    </a:cubicBezTo>
                    <a:cubicBezTo>
                      <a:pt x="1646" y="189"/>
                      <a:pt x="1523" y="153"/>
                      <a:pt x="1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7" name="Google Shape;4507;p56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rect b="b" l="l" r="r" t="t"/>
                <a:pathLst>
                  <a:path extrusionOk="0" fill="none" h="52" w="15">
                    <a:moveTo>
                      <a:pt x="15" y="52"/>
                    </a:moveTo>
                    <a:cubicBezTo>
                      <a:pt x="8" y="29"/>
                      <a:pt x="1" y="16"/>
                      <a:pt x="1" y="0"/>
                    </a:cubicBezTo>
                    <a:cubicBezTo>
                      <a:pt x="1" y="16"/>
                      <a:pt x="8" y="36"/>
                      <a:pt x="15" y="52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8" name="Google Shape;4508;p56"/>
              <p:cNvSpPr/>
              <p:nvPr/>
            </p:nvSpPr>
            <p:spPr>
              <a:xfrm>
                <a:off x="4419242" y="3253476"/>
                <a:ext cx="460651" cy="310672"/>
              </a:xfrm>
              <a:custGeom>
                <a:rect b="b" l="l" r="r" t="t"/>
                <a:pathLst>
                  <a:path extrusionOk="0" h="1334" w="1978">
                    <a:moveTo>
                      <a:pt x="230" y="1"/>
                    </a:moveTo>
                    <a:cubicBezTo>
                      <a:pt x="203" y="225"/>
                      <a:pt x="137" y="491"/>
                      <a:pt x="87" y="691"/>
                    </a:cubicBezTo>
                    <a:cubicBezTo>
                      <a:pt x="44" y="849"/>
                      <a:pt x="15" y="972"/>
                      <a:pt x="8" y="1001"/>
                    </a:cubicBezTo>
                    <a:cubicBezTo>
                      <a:pt x="1" y="1036"/>
                      <a:pt x="1" y="1065"/>
                      <a:pt x="1" y="1094"/>
                    </a:cubicBezTo>
                    <a:cubicBezTo>
                      <a:pt x="15" y="1138"/>
                      <a:pt x="30" y="1165"/>
                      <a:pt x="30" y="1165"/>
                    </a:cubicBezTo>
                    <a:cubicBezTo>
                      <a:pt x="30" y="1165"/>
                      <a:pt x="37" y="1165"/>
                      <a:pt x="37" y="1174"/>
                    </a:cubicBezTo>
                    <a:cubicBezTo>
                      <a:pt x="223" y="1245"/>
                      <a:pt x="403" y="1288"/>
                      <a:pt x="582" y="1310"/>
                    </a:cubicBezTo>
                    <a:cubicBezTo>
                      <a:pt x="691" y="1326"/>
                      <a:pt x="795" y="1333"/>
                      <a:pt x="894" y="1333"/>
                    </a:cubicBezTo>
                    <a:cubicBezTo>
                      <a:pt x="928" y="1333"/>
                      <a:pt x="960" y="1332"/>
                      <a:pt x="993" y="1331"/>
                    </a:cubicBezTo>
                    <a:cubicBezTo>
                      <a:pt x="1503" y="1317"/>
                      <a:pt x="1892" y="1181"/>
                      <a:pt x="1919" y="1165"/>
                    </a:cubicBezTo>
                    <a:cubicBezTo>
                      <a:pt x="1919" y="1165"/>
                      <a:pt x="1978" y="1101"/>
                      <a:pt x="1962" y="1072"/>
                    </a:cubicBezTo>
                    <a:cubicBezTo>
                      <a:pt x="1955" y="1044"/>
                      <a:pt x="1862" y="699"/>
                      <a:pt x="1805" y="484"/>
                    </a:cubicBezTo>
                    <a:cubicBezTo>
                      <a:pt x="1776" y="368"/>
                      <a:pt x="1762" y="289"/>
                      <a:pt x="1776" y="173"/>
                    </a:cubicBezTo>
                    <a:lnTo>
                      <a:pt x="1704" y="173"/>
                    </a:lnTo>
                    <a:cubicBezTo>
                      <a:pt x="1143" y="173"/>
                      <a:pt x="712" y="116"/>
                      <a:pt x="403" y="44"/>
                    </a:cubicBezTo>
                    <a:cubicBezTo>
                      <a:pt x="389" y="37"/>
                      <a:pt x="375" y="37"/>
                      <a:pt x="360" y="30"/>
                    </a:cubicBezTo>
                    <a:cubicBezTo>
                      <a:pt x="317" y="23"/>
                      <a:pt x="273" y="9"/>
                      <a:pt x="2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9" name="Google Shape;4509;p56"/>
              <p:cNvSpPr/>
              <p:nvPr/>
            </p:nvSpPr>
            <p:spPr>
              <a:xfrm>
                <a:off x="4472806" y="3238571"/>
                <a:ext cx="361674" cy="55427"/>
              </a:xfrm>
              <a:custGeom>
                <a:rect b="b" l="l" r="r" t="t"/>
                <a:pathLst>
                  <a:path extrusionOk="0" h="238" w="1553">
                    <a:moveTo>
                      <a:pt x="7" y="1"/>
                    </a:moveTo>
                    <a:cubicBezTo>
                      <a:pt x="7" y="22"/>
                      <a:pt x="7" y="44"/>
                      <a:pt x="0" y="65"/>
                    </a:cubicBezTo>
                    <a:cubicBezTo>
                      <a:pt x="43" y="73"/>
                      <a:pt x="87" y="87"/>
                      <a:pt x="130" y="94"/>
                    </a:cubicBezTo>
                    <a:cubicBezTo>
                      <a:pt x="145" y="101"/>
                      <a:pt x="159" y="101"/>
                      <a:pt x="173" y="108"/>
                    </a:cubicBezTo>
                    <a:cubicBezTo>
                      <a:pt x="482" y="180"/>
                      <a:pt x="913" y="237"/>
                      <a:pt x="1474" y="237"/>
                    </a:cubicBezTo>
                    <a:lnTo>
                      <a:pt x="1546" y="237"/>
                    </a:lnTo>
                    <a:cubicBezTo>
                      <a:pt x="1546" y="223"/>
                      <a:pt x="1546" y="203"/>
                      <a:pt x="1553" y="180"/>
                    </a:cubicBezTo>
                    <a:cubicBezTo>
                      <a:pt x="956" y="180"/>
                      <a:pt x="511" y="123"/>
                      <a:pt x="188" y="44"/>
                    </a:cubicBezTo>
                    <a:cubicBezTo>
                      <a:pt x="173" y="44"/>
                      <a:pt x="159" y="37"/>
                      <a:pt x="145" y="37"/>
                    </a:cubicBezTo>
                    <a:cubicBezTo>
                      <a:pt x="93" y="22"/>
                      <a:pt x="50" y="15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0" name="Google Shape;4510;p56"/>
              <p:cNvSpPr/>
              <p:nvPr/>
            </p:nvSpPr>
            <p:spPr>
              <a:xfrm>
                <a:off x="4474436" y="3188501"/>
                <a:ext cx="373784" cy="92223"/>
              </a:xfrm>
              <a:custGeom>
                <a:rect b="b" l="l" r="r" t="t"/>
                <a:pathLst>
                  <a:path extrusionOk="0" h="396" w="1605">
                    <a:moveTo>
                      <a:pt x="23" y="0"/>
                    </a:moveTo>
                    <a:cubicBezTo>
                      <a:pt x="23" y="30"/>
                      <a:pt x="16" y="64"/>
                      <a:pt x="16" y="100"/>
                    </a:cubicBezTo>
                    <a:cubicBezTo>
                      <a:pt x="16" y="116"/>
                      <a:pt x="16" y="130"/>
                      <a:pt x="9" y="143"/>
                    </a:cubicBezTo>
                    <a:cubicBezTo>
                      <a:pt x="9" y="166"/>
                      <a:pt x="9" y="187"/>
                      <a:pt x="0" y="216"/>
                    </a:cubicBezTo>
                    <a:cubicBezTo>
                      <a:pt x="43" y="230"/>
                      <a:pt x="86" y="237"/>
                      <a:pt x="138" y="252"/>
                    </a:cubicBezTo>
                    <a:cubicBezTo>
                      <a:pt x="152" y="252"/>
                      <a:pt x="166" y="259"/>
                      <a:pt x="181" y="259"/>
                    </a:cubicBezTo>
                    <a:cubicBezTo>
                      <a:pt x="504" y="338"/>
                      <a:pt x="949" y="395"/>
                      <a:pt x="1546" y="395"/>
                    </a:cubicBezTo>
                    <a:cubicBezTo>
                      <a:pt x="1561" y="331"/>
                      <a:pt x="1575" y="266"/>
                      <a:pt x="1605" y="180"/>
                    </a:cubicBezTo>
                    <a:lnTo>
                      <a:pt x="1525" y="180"/>
                    </a:lnTo>
                    <a:cubicBezTo>
                      <a:pt x="942" y="180"/>
                      <a:pt x="504" y="116"/>
                      <a:pt x="188" y="43"/>
                    </a:cubicBezTo>
                    <a:cubicBezTo>
                      <a:pt x="130" y="30"/>
                      <a:pt x="73" y="14"/>
                      <a:pt x="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1" name="Google Shape;4511;p56"/>
              <p:cNvSpPr/>
              <p:nvPr/>
            </p:nvSpPr>
            <p:spPr>
              <a:xfrm>
                <a:off x="4479559" y="3173130"/>
                <a:ext cx="373552" cy="57290"/>
              </a:xfrm>
              <a:custGeom>
                <a:rect b="b" l="l" r="r" t="t"/>
                <a:pathLst>
                  <a:path extrusionOk="0" h="246" w="1604">
                    <a:moveTo>
                      <a:pt x="7" y="1"/>
                    </a:moveTo>
                    <a:cubicBezTo>
                      <a:pt x="7" y="23"/>
                      <a:pt x="1" y="37"/>
                      <a:pt x="1" y="66"/>
                    </a:cubicBezTo>
                    <a:cubicBezTo>
                      <a:pt x="51" y="80"/>
                      <a:pt x="108" y="96"/>
                      <a:pt x="166" y="109"/>
                    </a:cubicBezTo>
                    <a:cubicBezTo>
                      <a:pt x="482" y="182"/>
                      <a:pt x="920" y="246"/>
                      <a:pt x="1503" y="246"/>
                    </a:cubicBezTo>
                    <a:lnTo>
                      <a:pt x="1583" y="246"/>
                    </a:lnTo>
                    <a:cubicBezTo>
                      <a:pt x="1589" y="225"/>
                      <a:pt x="1596" y="209"/>
                      <a:pt x="1603" y="189"/>
                    </a:cubicBezTo>
                    <a:lnTo>
                      <a:pt x="1603" y="189"/>
                    </a:lnTo>
                    <a:cubicBezTo>
                      <a:pt x="1576" y="189"/>
                      <a:pt x="1548" y="189"/>
                      <a:pt x="1521" y="189"/>
                    </a:cubicBezTo>
                    <a:cubicBezTo>
                      <a:pt x="937" y="189"/>
                      <a:pt x="497" y="120"/>
                      <a:pt x="180" y="44"/>
                    </a:cubicBezTo>
                    <a:cubicBezTo>
                      <a:pt x="116" y="30"/>
                      <a:pt x="58" y="16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2" name="Google Shape;4512;p56"/>
              <p:cNvSpPr/>
              <p:nvPr/>
            </p:nvSpPr>
            <p:spPr>
              <a:xfrm>
                <a:off x="4481190" y="3121429"/>
                <a:ext cx="391950" cy="95950"/>
              </a:xfrm>
              <a:custGeom>
                <a:rect b="b" l="l" r="r" t="t"/>
                <a:pathLst>
                  <a:path extrusionOk="0" h="412" w="1683">
                    <a:moveTo>
                      <a:pt x="14" y="0"/>
                    </a:moveTo>
                    <a:cubicBezTo>
                      <a:pt x="7" y="59"/>
                      <a:pt x="7" y="130"/>
                      <a:pt x="0" y="223"/>
                    </a:cubicBezTo>
                    <a:cubicBezTo>
                      <a:pt x="51" y="238"/>
                      <a:pt x="109" y="252"/>
                      <a:pt x="173" y="266"/>
                    </a:cubicBezTo>
                    <a:cubicBezTo>
                      <a:pt x="490" y="342"/>
                      <a:pt x="930" y="411"/>
                      <a:pt x="1514" y="411"/>
                    </a:cubicBezTo>
                    <a:cubicBezTo>
                      <a:pt x="1541" y="411"/>
                      <a:pt x="1569" y="411"/>
                      <a:pt x="1596" y="411"/>
                    </a:cubicBezTo>
                    <a:cubicBezTo>
                      <a:pt x="1610" y="368"/>
                      <a:pt x="1632" y="331"/>
                      <a:pt x="1646" y="288"/>
                    </a:cubicBezTo>
                    <a:cubicBezTo>
                      <a:pt x="1662" y="252"/>
                      <a:pt x="1669" y="223"/>
                      <a:pt x="1682" y="195"/>
                    </a:cubicBezTo>
                    <a:lnTo>
                      <a:pt x="1553" y="195"/>
                    </a:lnTo>
                    <a:cubicBezTo>
                      <a:pt x="972" y="195"/>
                      <a:pt x="540" y="130"/>
                      <a:pt x="230" y="59"/>
                    </a:cubicBezTo>
                    <a:cubicBezTo>
                      <a:pt x="152" y="36"/>
                      <a:pt x="80" y="23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3" name="Google Shape;4513;p56"/>
              <p:cNvSpPr/>
              <p:nvPr/>
            </p:nvSpPr>
            <p:spPr>
              <a:xfrm>
                <a:off x="4484450" y="3106525"/>
                <a:ext cx="395443" cy="60551"/>
              </a:xfrm>
              <a:custGeom>
                <a:rect b="b" l="l" r="r" t="t"/>
                <a:pathLst>
                  <a:path extrusionOk="0" h="260" w="1698">
                    <a:moveTo>
                      <a:pt x="0" y="0"/>
                    </a:moveTo>
                    <a:lnTo>
                      <a:pt x="0" y="64"/>
                    </a:lnTo>
                    <a:cubicBezTo>
                      <a:pt x="66" y="87"/>
                      <a:pt x="138" y="100"/>
                      <a:pt x="216" y="123"/>
                    </a:cubicBezTo>
                    <a:cubicBezTo>
                      <a:pt x="526" y="194"/>
                      <a:pt x="958" y="259"/>
                      <a:pt x="1539" y="259"/>
                    </a:cubicBezTo>
                    <a:lnTo>
                      <a:pt x="1668" y="259"/>
                    </a:lnTo>
                    <a:cubicBezTo>
                      <a:pt x="1675" y="237"/>
                      <a:pt x="1691" y="216"/>
                      <a:pt x="1698" y="200"/>
                    </a:cubicBezTo>
                    <a:lnTo>
                      <a:pt x="1698" y="200"/>
                    </a:lnTo>
                    <a:cubicBezTo>
                      <a:pt x="1659" y="201"/>
                      <a:pt x="1621" y="201"/>
                      <a:pt x="1584" y="201"/>
                    </a:cubicBezTo>
                    <a:cubicBezTo>
                      <a:pt x="994" y="201"/>
                      <a:pt x="549" y="139"/>
                      <a:pt x="231" y="64"/>
                    </a:cubicBezTo>
                    <a:cubicBezTo>
                      <a:pt x="145" y="43"/>
                      <a:pt x="66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4" name="Google Shape;4514;p56"/>
              <p:cNvSpPr/>
              <p:nvPr/>
            </p:nvSpPr>
            <p:spPr>
              <a:xfrm>
                <a:off x="4477929" y="3051098"/>
                <a:ext cx="426883" cy="102471"/>
              </a:xfrm>
              <a:custGeom>
                <a:rect b="b" l="l" r="r" t="t"/>
                <a:pathLst>
                  <a:path extrusionOk="0" h="440" w="1833">
                    <a:moveTo>
                      <a:pt x="1" y="0"/>
                    </a:moveTo>
                    <a:lnTo>
                      <a:pt x="1" y="0"/>
                    </a:lnTo>
                    <a:cubicBezTo>
                      <a:pt x="8" y="16"/>
                      <a:pt x="8" y="30"/>
                      <a:pt x="8" y="43"/>
                    </a:cubicBezTo>
                    <a:cubicBezTo>
                      <a:pt x="21" y="102"/>
                      <a:pt x="28" y="159"/>
                      <a:pt x="28" y="238"/>
                    </a:cubicBezTo>
                    <a:cubicBezTo>
                      <a:pt x="94" y="259"/>
                      <a:pt x="173" y="281"/>
                      <a:pt x="259" y="302"/>
                    </a:cubicBezTo>
                    <a:cubicBezTo>
                      <a:pt x="577" y="377"/>
                      <a:pt x="1022" y="439"/>
                      <a:pt x="1612" y="439"/>
                    </a:cubicBezTo>
                    <a:cubicBezTo>
                      <a:pt x="1649" y="439"/>
                      <a:pt x="1687" y="439"/>
                      <a:pt x="1726" y="438"/>
                    </a:cubicBezTo>
                    <a:cubicBezTo>
                      <a:pt x="1762" y="368"/>
                      <a:pt x="1797" y="295"/>
                      <a:pt x="1833" y="223"/>
                    </a:cubicBezTo>
                    <a:lnTo>
                      <a:pt x="1617" y="223"/>
                    </a:lnTo>
                    <a:cubicBezTo>
                      <a:pt x="1050" y="223"/>
                      <a:pt x="618" y="166"/>
                      <a:pt x="309" y="87"/>
                    </a:cubicBezTo>
                    <a:cubicBezTo>
                      <a:pt x="187" y="59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5" name="Google Shape;4515;p56"/>
              <p:cNvSpPr/>
              <p:nvPr/>
            </p:nvSpPr>
            <p:spPr>
              <a:xfrm>
                <a:off x="4476299" y="3036193"/>
                <a:ext cx="435500" cy="66839"/>
              </a:xfrm>
              <a:custGeom>
                <a:rect b="b" l="l" r="r" t="t"/>
                <a:pathLst>
                  <a:path extrusionOk="0" h="287" w="1870">
                    <a:moveTo>
                      <a:pt x="1" y="0"/>
                    </a:moveTo>
                    <a:lnTo>
                      <a:pt x="1" y="21"/>
                    </a:lnTo>
                    <a:cubicBezTo>
                      <a:pt x="1" y="28"/>
                      <a:pt x="8" y="37"/>
                      <a:pt x="8" y="44"/>
                    </a:cubicBezTo>
                    <a:lnTo>
                      <a:pt x="8" y="64"/>
                    </a:lnTo>
                    <a:cubicBezTo>
                      <a:pt x="94" y="94"/>
                      <a:pt x="194" y="123"/>
                      <a:pt x="316" y="151"/>
                    </a:cubicBezTo>
                    <a:cubicBezTo>
                      <a:pt x="625" y="230"/>
                      <a:pt x="1057" y="287"/>
                      <a:pt x="1624" y="287"/>
                    </a:cubicBezTo>
                    <a:lnTo>
                      <a:pt x="1840" y="287"/>
                    </a:lnTo>
                    <a:cubicBezTo>
                      <a:pt x="1855" y="266"/>
                      <a:pt x="1862" y="244"/>
                      <a:pt x="1869" y="223"/>
                    </a:cubicBezTo>
                    <a:lnTo>
                      <a:pt x="1869" y="223"/>
                    </a:lnTo>
                    <a:cubicBezTo>
                      <a:pt x="1787" y="225"/>
                      <a:pt x="1708" y="227"/>
                      <a:pt x="1631" y="227"/>
                    </a:cubicBezTo>
                    <a:cubicBezTo>
                      <a:pt x="1068" y="227"/>
                      <a:pt x="641" y="163"/>
                      <a:pt x="337" y="94"/>
                    </a:cubicBezTo>
                    <a:cubicBezTo>
                      <a:pt x="201" y="64"/>
                      <a:pt x="87" y="28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6" name="Google Shape;4516;p56"/>
              <p:cNvSpPr/>
              <p:nvPr/>
            </p:nvSpPr>
            <p:spPr>
              <a:xfrm>
                <a:off x="4467915" y="2979136"/>
                <a:ext cx="470666" cy="109923"/>
              </a:xfrm>
              <a:custGeom>
                <a:rect b="b" l="l" r="r" t="t"/>
                <a:pathLst>
                  <a:path extrusionOk="0" h="472" w="2021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cubicBezTo>
                      <a:pt x="7" y="87"/>
                      <a:pt x="21" y="173"/>
                      <a:pt x="37" y="245"/>
                    </a:cubicBezTo>
                    <a:cubicBezTo>
                      <a:pt x="123" y="273"/>
                      <a:pt x="237" y="309"/>
                      <a:pt x="373" y="339"/>
                    </a:cubicBezTo>
                    <a:cubicBezTo>
                      <a:pt x="677" y="408"/>
                      <a:pt x="1104" y="472"/>
                      <a:pt x="1667" y="472"/>
                    </a:cubicBezTo>
                    <a:cubicBezTo>
                      <a:pt x="1744" y="472"/>
                      <a:pt x="1823" y="470"/>
                      <a:pt x="1905" y="468"/>
                    </a:cubicBezTo>
                    <a:cubicBezTo>
                      <a:pt x="1948" y="402"/>
                      <a:pt x="1984" y="332"/>
                      <a:pt x="2021" y="266"/>
                    </a:cubicBezTo>
                    <a:cubicBezTo>
                      <a:pt x="2005" y="259"/>
                      <a:pt x="1991" y="259"/>
                      <a:pt x="1984" y="252"/>
                    </a:cubicBezTo>
                    <a:cubicBezTo>
                      <a:pt x="1891" y="259"/>
                      <a:pt x="1805" y="259"/>
                      <a:pt x="1719" y="259"/>
                    </a:cubicBezTo>
                    <a:cubicBezTo>
                      <a:pt x="1158" y="259"/>
                      <a:pt x="734" y="202"/>
                      <a:pt x="425" y="130"/>
                    </a:cubicBezTo>
                    <a:cubicBezTo>
                      <a:pt x="244" y="87"/>
                      <a:pt x="108" y="44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7" name="Google Shape;4517;p56"/>
              <p:cNvSpPr/>
              <p:nvPr/>
            </p:nvSpPr>
            <p:spPr>
              <a:xfrm>
                <a:off x="4487943" y="2858501"/>
                <a:ext cx="400567" cy="103868"/>
              </a:xfrm>
              <a:custGeom>
                <a:rect b="b" l="l" r="r" t="t"/>
                <a:pathLst>
                  <a:path extrusionOk="0" h="446" w="1720">
                    <a:moveTo>
                      <a:pt x="101" y="1"/>
                    </a:moveTo>
                    <a:cubicBezTo>
                      <a:pt x="80" y="37"/>
                      <a:pt x="58" y="80"/>
                      <a:pt x="37" y="117"/>
                    </a:cubicBezTo>
                    <a:lnTo>
                      <a:pt x="37" y="123"/>
                    </a:lnTo>
                    <a:cubicBezTo>
                      <a:pt x="22" y="144"/>
                      <a:pt x="8" y="167"/>
                      <a:pt x="1" y="196"/>
                    </a:cubicBezTo>
                    <a:lnTo>
                      <a:pt x="8" y="196"/>
                    </a:lnTo>
                    <a:cubicBezTo>
                      <a:pt x="115" y="230"/>
                      <a:pt x="253" y="273"/>
                      <a:pt x="425" y="317"/>
                    </a:cubicBezTo>
                    <a:cubicBezTo>
                      <a:pt x="734" y="389"/>
                      <a:pt x="1158" y="446"/>
                      <a:pt x="1719" y="446"/>
                    </a:cubicBezTo>
                    <a:cubicBezTo>
                      <a:pt x="1710" y="382"/>
                      <a:pt x="1703" y="310"/>
                      <a:pt x="1710" y="230"/>
                    </a:cubicBezTo>
                    <a:cubicBezTo>
                      <a:pt x="1179" y="230"/>
                      <a:pt x="777" y="173"/>
                      <a:pt x="475" y="101"/>
                    </a:cubicBezTo>
                    <a:cubicBezTo>
                      <a:pt x="323" y="73"/>
                      <a:pt x="201" y="37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8" name="Google Shape;4518;p56"/>
              <p:cNvSpPr/>
              <p:nvPr/>
            </p:nvSpPr>
            <p:spPr>
              <a:xfrm>
                <a:off x="4467915" y="2915558"/>
                <a:ext cx="443884" cy="109690"/>
              </a:xfrm>
              <a:custGeom>
                <a:rect b="b" l="l" r="r" t="t"/>
                <a:pathLst>
                  <a:path extrusionOk="0" h="471" w="1906">
                    <a:moveTo>
                      <a:pt x="57" y="1"/>
                    </a:moveTo>
                    <a:cubicBezTo>
                      <a:pt x="44" y="28"/>
                      <a:pt x="28" y="58"/>
                      <a:pt x="21" y="87"/>
                    </a:cubicBezTo>
                    <a:cubicBezTo>
                      <a:pt x="7" y="123"/>
                      <a:pt x="7" y="166"/>
                      <a:pt x="1" y="210"/>
                    </a:cubicBezTo>
                    <a:cubicBezTo>
                      <a:pt x="7" y="217"/>
                      <a:pt x="14" y="217"/>
                      <a:pt x="21" y="217"/>
                    </a:cubicBezTo>
                    <a:cubicBezTo>
                      <a:pt x="123" y="260"/>
                      <a:pt x="259" y="303"/>
                      <a:pt x="439" y="339"/>
                    </a:cubicBezTo>
                    <a:cubicBezTo>
                      <a:pt x="746" y="410"/>
                      <a:pt x="1172" y="470"/>
                      <a:pt x="1734" y="470"/>
                    </a:cubicBezTo>
                    <a:cubicBezTo>
                      <a:pt x="1789" y="470"/>
                      <a:pt x="1847" y="470"/>
                      <a:pt x="1905" y="468"/>
                    </a:cubicBezTo>
                    <a:cubicBezTo>
                      <a:pt x="1862" y="425"/>
                      <a:pt x="1833" y="353"/>
                      <a:pt x="1812" y="260"/>
                    </a:cubicBezTo>
                    <a:lnTo>
                      <a:pt x="1776" y="260"/>
                    </a:lnTo>
                    <a:cubicBezTo>
                      <a:pt x="1222" y="260"/>
                      <a:pt x="798" y="201"/>
                      <a:pt x="496" y="130"/>
                    </a:cubicBezTo>
                    <a:cubicBezTo>
                      <a:pt x="316" y="94"/>
                      <a:pt x="187" y="51"/>
                      <a:pt x="80" y="8"/>
                    </a:cubicBezTo>
                    <a:cubicBezTo>
                      <a:pt x="71" y="8"/>
                      <a:pt x="64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9" name="Google Shape;4519;p56"/>
              <p:cNvSpPr/>
              <p:nvPr/>
            </p:nvSpPr>
            <p:spPr>
              <a:xfrm>
                <a:off x="4467915" y="2964231"/>
                <a:ext cx="462282" cy="75456"/>
              </a:xfrm>
              <a:custGeom>
                <a:rect b="b" l="l" r="r" t="t"/>
                <a:pathLst>
                  <a:path extrusionOk="0" h="324" w="1985">
                    <a:moveTo>
                      <a:pt x="1" y="1"/>
                    </a:moveTo>
                    <a:lnTo>
                      <a:pt x="1" y="21"/>
                    </a:lnTo>
                    <a:lnTo>
                      <a:pt x="1" y="64"/>
                    </a:lnTo>
                    <a:lnTo>
                      <a:pt x="7" y="64"/>
                    </a:lnTo>
                    <a:cubicBezTo>
                      <a:pt x="108" y="108"/>
                      <a:pt x="244" y="151"/>
                      <a:pt x="425" y="194"/>
                    </a:cubicBezTo>
                    <a:cubicBezTo>
                      <a:pt x="734" y="266"/>
                      <a:pt x="1158" y="323"/>
                      <a:pt x="1719" y="323"/>
                    </a:cubicBezTo>
                    <a:cubicBezTo>
                      <a:pt x="1805" y="323"/>
                      <a:pt x="1891" y="323"/>
                      <a:pt x="1984" y="316"/>
                    </a:cubicBezTo>
                    <a:cubicBezTo>
                      <a:pt x="1955" y="309"/>
                      <a:pt x="1926" y="287"/>
                      <a:pt x="1905" y="259"/>
                    </a:cubicBezTo>
                    <a:cubicBezTo>
                      <a:pt x="1847" y="261"/>
                      <a:pt x="1789" y="261"/>
                      <a:pt x="1734" y="261"/>
                    </a:cubicBezTo>
                    <a:cubicBezTo>
                      <a:pt x="1172" y="261"/>
                      <a:pt x="746" y="201"/>
                      <a:pt x="439" y="130"/>
                    </a:cubicBezTo>
                    <a:cubicBezTo>
                      <a:pt x="259" y="94"/>
                      <a:pt x="123" y="51"/>
                      <a:pt x="21" y="8"/>
                    </a:cubicBezTo>
                    <a:cubicBezTo>
                      <a:pt x="14" y="8"/>
                      <a:pt x="7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0" name="Google Shape;4520;p56"/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rect b="b" l="l" r="r" t="t"/>
                <a:pathLst>
                  <a:path extrusionOk="0" fill="none" h="15" w="8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1" name="Google Shape;4521;p56"/>
              <p:cNvSpPr/>
              <p:nvPr/>
            </p:nvSpPr>
            <p:spPr>
              <a:xfrm>
                <a:off x="4481190" y="2903914"/>
                <a:ext cx="408718" cy="72195"/>
              </a:xfrm>
              <a:custGeom>
                <a:rect b="b" l="l" r="r" t="t"/>
                <a:pathLst>
                  <a:path extrusionOk="0" h="310" w="1755">
                    <a:moveTo>
                      <a:pt x="30" y="1"/>
                    </a:moveTo>
                    <a:cubicBezTo>
                      <a:pt x="23" y="8"/>
                      <a:pt x="14" y="15"/>
                      <a:pt x="14" y="22"/>
                    </a:cubicBezTo>
                    <a:cubicBezTo>
                      <a:pt x="7" y="35"/>
                      <a:pt x="0" y="44"/>
                      <a:pt x="0" y="51"/>
                    </a:cubicBezTo>
                    <a:cubicBezTo>
                      <a:pt x="7" y="58"/>
                      <a:pt x="14" y="58"/>
                      <a:pt x="23" y="58"/>
                    </a:cubicBezTo>
                    <a:cubicBezTo>
                      <a:pt x="130" y="101"/>
                      <a:pt x="259" y="144"/>
                      <a:pt x="439" y="180"/>
                    </a:cubicBezTo>
                    <a:cubicBezTo>
                      <a:pt x="741" y="251"/>
                      <a:pt x="1165" y="310"/>
                      <a:pt x="1719" y="310"/>
                    </a:cubicBezTo>
                    <a:lnTo>
                      <a:pt x="1755" y="310"/>
                    </a:lnTo>
                    <a:cubicBezTo>
                      <a:pt x="1755" y="287"/>
                      <a:pt x="1748" y="273"/>
                      <a:pt x="1748" y="251"/>
                    </a:cubicBezTo>
                    <a:cubicBezTo>
                      <a:pt x="1187" y="251"/>
                      <a:pt x="763" y="194"/>
                      <a:pt x="454" y="122"/>
                    </a:cubicBezTo>
                    <a:cubicBezTo>
                      <a:pt x="282" y="78"/>
                      <a:pt x="144" y="35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2" name="Google Shape;4522;p56"/>
              <p:cNvSpPr/>
              <p:nvPr/>
            </p:nvSpPr>
            <p:spPr>
              <a:xfrm>
                <a:off x="4511232" y="2845226"/>
                <a:ext cx="375182" cy="67072"/>
              </a:xfrm>
              <a:custGeom>
                <a:rect b="b" l="l" r="r" t="t"/>
                <a:pathLst>
                  <a:path extrusionOk="0" h="288" w="1611">
                    <a:moveTo>
                      <a:pt x="37" y="1"/>
                    </a:moveTo>
                    <a:cubicBezTo>
                      <a:pt x="23" y="22"/>
                      <a:pt x="15" y="37"/>
                      <a:pt x="1" y="58"/>
                    </a:cubicBezTo>
                    <a:cubicBezTo>
                      <a:pt x="101" y="94"/>
                      <a:pt x="223" y="130"/>
                      <a:pt x="375" y="158"/>
                    </a:cubicBezTo>
                    <a:cubicBezTo>
                      <a:pt x="677" y="230"/>
                      <a:pt x="1079" y="287"/>
                      <a:pt x="1610" y="287"/>
                    </a:cubicBezTo>
                    <a:lnTo>
                      <a:pt x="1610" y="267"/>
                    </a:lnTo>
                    <a:lnTo>
                      <a:pt x="1610" y="224"/>
                    </a:lnTo>
                    <a:cubicBezTo>
                      <a:pt x="1093" y="224"/>
                      <a:pt x="691" y="167"/>
                      <a:pt x="389" y="101"/>
                    </a:cubicBezTo>
                    <a:cubicBezTo>
                      <a:pt x="246" y="72"/>
                      <a:pt x="130" y="37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3" name="Google Shape;4523;p56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rect b="b" l="l" r="r" t="t"/>
                <a:pathLst>
                  <a:path extrusionOk="0" fill="none" h="15" w="37">
                    <a:moveTo>
                      <a:pt x="37" y="0"/>
                    </a:moveTo>
                    <a:lnTo>
                      <a:pt x="37" y="14"/>
                    </a:lnTo>
                    <a:cubicBezTo>
                      <a:pt x="21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4" name="Google Shape;4524;p56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rect b="b" l="l" r="r" t="t"/>
                <a:pathLst>
                  <a:path extrusionOk="0" h="52" w="15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5" name="Google Shape;4525;p56"/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rect b="b" l="l" r="r" t="t"/>
                <a:pathLst>
                  <a:path extrusionOk="0" h="22" w="8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6" name="Google Shape;4526;p56"/>
              <p:cNvSpPr/>
              <p:nvPr/>
            </p:nvSpPr>
            <p:spPr>
              <a:xfrm>
                <a:off x="4635128" y="2572516"/>
                <a:ext cx="219613" cy="207969"/>
              </a:xfrm>
              <a:custGeom>
                <a:rect b="b" l="l" r="r" t="t"/>
                <a:pathLst>
                  <a:path extrusionOk="0" h="893" w="943">
                    <a:moveTo>
                      <a:pt x="785" y="1"/>
                    </a:moveTo>
                    <a:cubicBezTo>
                      <a:pt x="699" y="130"/>
                      <a:pt x="569" y="216"/>
                      <a:pt x="440" y="280"/>
                    </a:cubicBezTo>
                    <a:cubicBezTo>
                      <a:pt x="345" y="316"/>
                      <a:pt x="252" y="337"/>
                      <a:pt x="166" y="353"/>
                    </a:cubicBezTo>
                    <a:cubicBezTo>
                      <a:pt x="116" y="482"/>
                      <a:pt x="59" y="546"/>
                      <a:pt x="30" y="575"/>
                    </a:cubicBezTo>
                    <a:cubicBezTo>
                      <a:pt x="23" y="582"/>
                      <a:pt x="16" y="589"/>
                      <a:pt x="16" y="596"/>
                    </a:cubicBezTo>
                    <a:cubicBezTo>
                      <a:pt x="9" y="604"/>
                      <a:pt x="0" y="625"/>
                      <a:pt x="0" y="648"/>
                    </a:cubicBezTo>
                    <a:cubicBezTo>
                      <a:pt x="0" y="654"/>
                      <a:pt x="0" y="661"/>
                      <a:pt x="9" y="661"/>
                    </a:cubicBezTo>
                    <a:lnTo>
                      <a:pt x="9" y="682"/>
                    </a:lnTo>
                    <a:cubicBezTo>
                      <a:pt x="9" y="698"/>
                      <a:pt x="16" y="718"/>
                      <a:pt x="23" y="734"/>
                    </a:cubicBezTo>
                    <a:cubicBezTo>
                      <a:pt x="52" y="791"/>
                      <a:pt x="109" y="855"/>
                      <a:pt x="224" y="877"/>
                    </a:cubicBezTo>
                    <a:cubicBezTo>
                      <a:pt x="282" y="888"/>
                      <a:pt x="336" y="892"/>
                      <a:pt x="386" y="892"/>
                    </a:cubicBezTo>
                    <a:cubicBezTo>
                      <a:pt x="773" y="892"/>
                      <a:pt x="942" y="611"/>
                      <a:pt x="942" y="611"/>
                    </a:cubicBezTo>
                    <a:cubicBezTo>
                      <a:pt x="942" y="611"/>
                      <a:pt x="921" y="589"/>
                      <a:pt x="892" y="546"/>
                    </a:cubicBezTo>
                    <a:cubicBezTo>
                      <a:pt x="863" y="518"/>
                      <a:pt x="842" y="475"/>
                      <a:pt x="820" y="423"/>
                    </a:cubicBezTo>
                    <a:cubicBezTo>
                      <a:pt x="806" y="389"/>
                      <a:pt x="799" y="359"/>
                      <a:pt x="799" y="316"/>
                    </a:cubicBezTo>
                    <a:cubicBezTo>
                      <a:pt x="792" y="287"/>
                      <a:pt x="792" y="259"/>
                      <a:pt x="792" y="223"/>
                    </a:cubicBezTo>
                    <a:lnTo>
                      <a:pt x="792" y="158"/>
                    </a:lnTo>
                    <a:cubicBezTo>
                      <a:pt x="792" y="144"/>
                      <a:pt x="792" y="137"/>
                      <a:pt x="799" y="130"/>
                    </a:cubicBezTo>
                    <a:lnTo>
                      <a:pt x="799" y="108"/>
                    </a:lnTo>
                    <a:lnTo>
                      <a:pt x="799" y="71"/>
                    </a:lnTo>
                    <a:lnTo>
                      <a:pt x="799" y="21"/>
                    </a:lnTo>
                    <a:cubicBezTo>
                      <a:pt x="799" y="14"/>
                      <a:pt x="806" y="8"/>
                      <a:pt x="806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7" name="Google Shape;4527;p56"/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rect b="b" l="l" r="r" t="t"/>
                <a:pathLst>
                  <a:path extrusionOk="0" fill="none" h="52" w="15">
                    <a:moveTo>
                      <a:pt x="1" y="0"/>
                    </a:moveTo>
                    <a:cubicBezTo>
                      <a:pt x="1" y="16"/>
                      <a:pt x="8" y="36"/>
                      <a:pt x="15" y="52"/>
                    </a:cubicBezTo>
                    <a:cubicBezTo>
                      <a:pt x="8" y="29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8" name="Google Shape;4528;p56"/>
              <p:cNvSpPr/>
              <p:nvPr/>
            </p:nvSpPr>
            <p:spPr>
              <a:xfrm>
                <a:off x="4444161" y="2214803"/>
                <a:ext cx="615056" cy="480214"/>
              </a:xfrm>
              <a:custGeom>
                <a:rect b="b" l="l" r="r" t="t"/>
                <a:pathLst>
                  <a:path extrusionOk="0" h="2062" w="2641">
                    <a:moveTo>
                      <a:pt x="1229" y="1"/>
                    </a:moveTo>
                    <a:cubicBezTo>
                      <a:pt x="1014" y="1"/>
                      <a:pt x="821" y="60"/>
                      <a:pt x="713" y="127"/>
                    </a:cubicBezTo>
                    <a:cubicBezTo>
                      <a:pt x="354" y="336"/>
                      <a:pt x="1" y="847"/>
                      <a:pt x="441" y="1026"/>
                    </a:cubicBezTo>
                    <a:cubicBezTo>
                      <a:pt x="398" y="1607"/>
                      <a:pt x="354" y="1959"/>
                      <a:pt x="677" y="2061"/>
                    </a:cubicBezTo>
                    <a:cubicBezTo>
                      <a:pt x="677" y="2061"/>
                      <a:pt x="656" y="1968"/>
                      <a:pt x="663" y="1802"/>
                    </a:cubicBezTo>
                    <a:cubicBezTo>
                      <a:pt x="561" y="1687"/>
                      <a:pt x="498" y="1478"/>
                      <a:pt x="511" y="1378"/>
                    </a:cubicBezTo>
                    <a:cubicBezTo>
                      <a:pt x="518" y="1321"/>
                      <a:pt x="518" y="1285"/>
                      <a:pt x="518" y="1249"/>
                    </a:cubicBezTo>
                    <a:lnTo>
                      <a:pt x="518" y="1212"/>
                    </a:lnTo>
                    <a:cubicBezTo>
                      <a:pt x="527" y="1169"/>
                      <a:pt x="527" y="1126"/>
                      <a:pt x="527" y="1054"/>
                    </a:cubicBezTo>
                    <a:lnTo>
                      <a:pt x="527" y="967"/>
                    </a:lnTo>
                    <a:lnTo>
                      <a:pt x="527" y="933"/>
                    </a:lnTo>
                    <a:lnTo>
                      <a:pt x="527" y="874"/>
                    </a:lnTo>
                    <a:cubicBezTo>
                      <a:pt x="534" y="702"/>
                      <a:pt x="577" y="545"/>
                      <a:pt x="691" y="407"/>
                    </a:cubicBezTo>
                    <a:cubicBezTo>
                      <a:pt x="727" y="502"/>
                      <a:pt x="777" y="602"/>
                      <a:pt x="863" y="702"/>
                    </a:cubicBezTo>
                    <a:cubicBezTo>
                      <a:pt x="929" y="788"/>
                      <a:pt x="1015" y="867"/>
                      <a:pt x="1131" y="940"/>
                    </a:cubicBezTo>
                    <a:lnTo>
                      <a:pt x="1138" y="947"/>
                    </a:lnTo>
                    <a:cubicBezTo>
                      <a:pt x="1181" y="967"/>
                      <a:pt x="1217" y="997"/>
                      <a:pt x="1260" y="1010"/>
                    </a:cubicBezTo>
                    <a:cubicBezTo>
                      <a:pt x="1433" y="1112"/>
                      <a:pt x="1590" y="1155"/>
                      <a:pt x="1698" y="1183"/>
                    </a:cubicBezTo>
                    <a:lnTo>
                      <a:pt x="1698" y="1176"/>
                    </a:lnTo>
                    <a:cubicBezTo>
                      <a:pt x="1712" y="1162"/>
                      <a:pt x="1726" y="1140"/>
                      <a:pt x="1748" y="1126"/>
                    </a:cubicBezTo>
                    <a:cubicBezTo>
                      <a:pt x="1785" y="1097"/>
                      <a:pt x="1828" y="1076"/>
                      <a:pt x="1885" y="1076"/>
                    </a:cubicBezTo>
                    <a:cubicBezTo>
                      <a:pt x="1928" y="1083"/>
                      <a:pt x="1957" y="1105"/>
                      <a:pt x="1964" y="1140"/>
                    </a:cubicBezTo>
                    <a:cubicBezTo>
                      <a:pt x="1964" y="1155"/>
                      <a:pt x="1971" y="1169"/>
                      <a:pt x="1964" y="1192"/>
                    </a:cubicBezTo>
                    <a:cubicBezTo>
                      <a:pt x="1964" y="1255"/>
                      <a:pt x="1928" y="1342"/>
                      <a:pt x="1885" y="1399"/>
                    </a:cubicBezTo>
                    <a:cubicBezTo>
                      <a:pt x="1812" y="1500"/>
                      <a:pt x="1691" y="1537"/>
                      <a:pt x="1626" y="1537"/>
                    </a:cubicBezTo>
                    <a:cubicBezTo>
                      <a:pt x="1626" y="1544"/>
                      <a:pt x="1626" y="1550"/>
                      <a:pt x="1619" y="1557"/>
                    </a:cubicBezTo>
                    <a:lnTo>
                      <a:pt x="1619" y="1607"/>
                    </a:lnTo>
                    <a:lnTo>
                      <a:pt x="1619" y="1644"/>
                    </a:lnTo>
                    <a:lnTo>
                      <a:pt x="1619" y="1666"/>
                    </a:lnTo>
                    <a:cubicBezTo>
                      <a:pt x="1612" y="1673"/>
                      <a:pt x="1612" y="1680"/>
                      <a:pt x="1612" y="1694"/>
                    </a:cubicBezTo>
                    <a:lnTo>
                      <a:pt x="1612" y="1759"/>
                    </a:lnTo>
                    <a:cubicBezTo>
                      <a:pt x="1612" y="1795"/>
                      <a:pt x="1612" y="1823"/>
                      <a:pt x="1619" y="1852"/>
                    </a:cubicBezTo>
                    <a:cubicBezTo>
                      <a:pt x="1619" y="1895"/>
                      <a:pt x="1626" y="1925"/>
                      <a:pt x="1640" y="1959"/>
                    </a:cubicBezTo>
                    <a:cubicBezTo>
                      <a:pt x="1597" y="1644"/>
                      <a:pt x="1928" y="1680"/>
                      <a:pt x="2086" y="1205"/>
                    </a:cubicBezTo>
                    <a:cubicBezTo>
                      <a:pt x="2130" y="1226"/>
                      <a:pt x="2173" y="1235"/>
                      <a:pt x="2216" y="1235"/>
                    </a:cubicBezTo>
                    <a:cubicBezTo>
                      <a:pt x="2425" y="1235"/>
                      <a:pt x="2604" y="1047"/>
                      <a:pt x="2625" y="810"/>
                    </a:cubicBezTo>
                    <a:cubicBezTo>
                      <a:pt x="2640" y="579"/>
                      <a:pt x="2488" y="393"/>
                      <a:pt x="2280" y="393"/>
                    </a:cubicBezTo>
                    <a:cubicBezTo>
                      <a:pt x="2200" y="393"/>
                      <a:pt x="2130" y="422"/>
                      <a:pt x="2064" y="465"/>
                    </a:cubicBezTo>
                    <a:cubicBezTo>
                      <a:pt x="1993" y="336"/>
                      <a:pt x="1878" y="207"/>
                      <a:pt x="1705" y="113"/>
                    </a:cubicBezTo>
                    <a:cubicBezTo>
                      <a:pt x="1551" y="32"/>
                      <a:pt x="1384" y="1"/>
                      <a:pt x="1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9" name="Google Shape;4529;p56"/>
              <p:cNvSpPr/>
              <p:nvPr/>
            </p:nvSpPr>
            <p:spPr>
              <a:xfrm>
                <a:off x="4559905" y="2309355"/>
                <a:ext cx="343276" cy="347701"/>
              </a:xfrm>
              <a:custGeom>
                <a:rect b="b" l="l" r="r" t="t"/>
                <a:pathLst>
                  <a:path extrusionOk="0" h="1493" w="1474">
                    <a:moveTo>
                      <a:pt x="194" y="639"/>
                    </a:moveTo>
                    <a:cubicBezTo>
                      <a:pt x="197" y="639"/>
                      <a:pt x="200" y="640"/>
                      <a:pt x="202" y="641"/>
                    </a:cubicBezTo>
                    <a:cubicBezTo>
                      <a:pt x="223" y="641"/>
                      <a:pt x="230" y="656"/>
                      <a:pt x="237" y="670"/>
                    </a:cubicBezTo>
                    <a:cubicBezTo>
                      <a:pt x="246" y="684"/>
                      <a:pt x="246" y="691"/>
                      <a:pt x="246" y="706"/>
                    </a:cubicBezTo>
                    <a:cubicBezTo>
                      <a:pt x="246" y="742"/>
                      <a:pt x="216" y="770"/>
                      <a:pt x="194" y="770"/>
                    </a:cubicBezTo>
                    <a:cubicBezTo>
                      <a:pt x="166" y="763"/>
                      <a:pt x="151" y="734"/>
                      <a:pt x="151" y="699"/>
                    </a:cubicBezTo>
                    <a:cubicBezTo>
                      <a:pt x="151" y="691"/>
                      <a:pt x="151" y="677"/>
                      <a:pt x="159" y="670"/>
                    </a:cubicBezTo>
                    <a:cubicBezTo>
                      <a:pt x="165" y="652"/>
                      <a:pt x="180" y="639"/>
                      <a:pt x="194" y="639"/>
                    </a:cubicBezTo>
                    <a:close/>
                    <a:moveTo>
                      <a:pt x="806" y="699"/>
                    </a:moveTo>
                    <a:cubicBezTo>
                      <a:pt x="841" y="706"/>
                      <a:pt x="863" y="734"/>
                      <a:pt x="856" y="777"/>
                    </a:cubicBezTo>
                    <a:cubicBezTo>
                      <a:pt x="856" y="820"/>
                      <a:pt x="827" y="849"/>
                      <a:pt x="791" y="849"/>
                    </a:cubicBezTo>
                    <a:cubicBezTo>
                      <a:pt x="784" y="849"/>
                      <a:pt x="770" y="843"/>
                      <a:pt x="763" y="829"/>
                    </a:cubicBezTo>
                    <a:cubicBezTo>
                      <a:pt x="748" y="813"/>
                      <a:pt x="741" y="793"/>
                      <a:pt x="741" y="770"/>
                    </a:cubicBezTo>
                    <a:cubicBezTo>
                      <a:pt x="741" y="749"/>
                      <a:pt x="748" y="734"/>
                      <a:pt x="763" y="727"/>
                    </a:cubicBezTo>
                    <a:cubicBezTo>
                      <a:pt x="770" y="706"/>
                      <a:pt x="791" y="699"/>
                      <a:pt x="806" y="699"/>
                    </a:cubicBezTo>
                    <a:close/>
                    <a:moveTo>
                      <a:pt x="194" y="1"/>
                    </a:moveTo>
                    <a:cubicBezTo>
                      <a:pt x="80" y="139"/>
                      <a:pt x="37" y="296"/>
                      <a:pt x="30" y="468"/>
                    </a:cubicBezTo>
                    <a:lnTo>
                      <a:pt x="30" y="527"/>
                    </a:lnTo>
                    <a:lnTo>
                      <a:pt x="30" y="561"/>
                    </a:lnTo>
                    <a:lnTo>
                      <a:pt x="30" y="648"/>
                    </a:lnTo>
                    <a:cubicBezTo>
                      <a:pt x="30" y="720"/>
                      <a:pt x="30" y="763"/>
                      <a:pt x="21" y="806"/>
                    </a:cubicBezTo>
                    <a:lnTo>
                      <a:pt x="21" y="843"/>
                    </a:lnTo>
                    <a:cubicBezTo>
                      <a:pt x="21" y="879"/>
                      <a:pt x="21" y="915"/>
                      <a:pt x="14" y="972"/>
                    </a:cubicBezTo>
                    <a:cubicBezTo>
                      <a:pt x="1" y="1072"/>
                      <a:pt x="64" y="1281"/>
                      <a:pt x="166" y="1396"/>
                    </a:cubicBezTo>
                    <a:cubicBezTo>
                      <a:pt x="209" y="1446"/>
                      <a:pt x="252" y="1476"/>
                      <a:pt x="296" y="1483"/>
                    </a:cubicBezTo>
                    <a:cubicBezTo>
                      <a:pt x="321" y="1489"/>
                      <a:pt x="351" y="1493"/>
                      <a:pt x="384" y="1493"/>
                    </a:cubicBezTo>
                    <a:cubicBezTo>
                      <a:pt x="418" y="1493"/>
                      <a:pt x="453" y="1489"/>
                      <a:pt x="489" y="1483"/>
                    </a:cubicBezTo>
                    <a:cubicBezTo>
                      <a:pt x="575" y="1467"/>
                      <a:pt x="668" y="1446"/>
                      <a:pt x="763" y="1410"/>
                    </a:cubicBezTo>
                    <a:cubicBezTo>
                      <a:pt x="892" y="1346"/>
                      <a:pt x="1022" y="1260"/>
                      <a:pt x="1108" y="1131"/>
                    </a:cubicBezTo>
                    <a:lnTo>
                      <a:pt x="1129" y="1131"/>
                    </a:lnTo>
                    <a:cubicBezTo>
                      <a:pt x="1194" y="1131"/>
                      <a:pt x="1315" y="1094"/>
                      <a:pt x="1388" y="993"/>
                    </a:cubicBezTo>
                    <a:cubicBezTo>
                      <a:pt x="1431" y="936"/>
                      <a:pt x="1467" y="849"/>
                      <a:pt x="1467" y="786"/>
                    </a:cubicBezTo>
                    <a:cubicBezTo>
                      <a:pt x="1474" y="763"/>
                      <a:pt x="1467" y="749"/>
                      <a:pt x="1467" y="734"/>
                    </a:cubicBezTo>
                    <a:cubicBezTo>
                      <a:pt x="1460" y="699"/>
                      <a:pt x="1431" y="677"/>
                      <a:pt x="1388" y="670"/>
                    </a:cubicBezTo>
                    <a:cubicBezTo>
                      <a:pt x="1331" y="670"/>
                      <a:pt x="1288" y="691"/>
                      <a:pt x="1251" y="720"/>
                    </a:cubicBezTo>
                    <a:cubicBezTo>
                      <a:pt x="1229" y="734"/>
                      <a:pt x="1215" y="756"/>
                      <a:pt x="1201" y="770"/>
                    </a:cubicBezTo>
                    <a:lnTo>
                      <a:pt x="1201" y="777"/>
                    </a:lnTo>
                    <a:cubicBezTo>
                      <a:pt x="1093" y="749"/>
                      <a:pt x="936" y="706"/>
                      <a:pt x="763" y="604"/>
                    </a:cubicBezTo>
                    <a:cubicBezTo>
                      <a:pt x="720" y="591"/>
                      <a:pt x="684" y="561"/>
                      <a:pt x="641" y="541"/>
                    </a:cubicBezTo>
                    <a:lnTo>
                      <a:pt x="634" y="534"/>
                    </a:lnTo>
                    <a:cubicBezTo>
                      <a:pt x="518" y="461"/>
                      <a:pt x="432" y="382"/>
                      <a:pt x="366" y="296"/>
                    </a:cubicBezTo>
                    <a:cubicBezTo>
                      <a:pt x="280" y="196"/>
                      <a:pt x="230" y="96"/>
                      <a:pt x="194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0" name="Google Shape;4530;p56"/>
              <p:cNvSpPr/>
              <p:nvPr/>
            </p:nvSpPr>
            <p:spPr>
              <a:xfrm>
                <a:off x="4732241" y="2472142"/>
                <a:ext cx="28878" cy="35166"/>
              </a:xfrm>
              <a:custGeom>
                <a:rect b="b" l="l" r="r" t="t"/>
                <a:pathLst>
                  <a:path extrusionOk="0" h="151" w="124">
                    <a:moveTo>
                      <a:pt x="66" y="0"/>
                    </a:moveTo>
                    <a:cubicBezTo>
                      <a:pt x="51" y="0"/>
                      <a:pt x="30" y="7"/>
                      <a:pt x="23" y="28"/>
                    </a:cubicBezTo>
                    <a:cubicBezTo>
                      <a:pt x="8" y="35"/>
                      <a:pt x="1" y="50"/>
                      <a:pt x="1" y="71"/>
                    </a:cubicBezTo>
                    <a:cubicBezTo>
                      <a:pt x="1" y="94"/>
                      <a:pt x="8" y="114"/>
                      <a:pt x="23" y="130"/>
                    </a:cubicBezTo>
                    <a:cubicBezTo>
                      <a:pt x="30" y="144"/>
                      <a:pt x="44" y="150"/>
                      <a:pt x="51" y="150"/>
                    </a:cubicBezTo>
                    <a:cubicBezTo>
                      <a:pt x="87" y="150"/>
                      <a:pt x="116" y="121"/>
                      <a:pt x="116" y="78"/>
                    </a:cubicBezTo>
                    <a:cubicBezTo>
                      <a:pt x="123" y="35"/>
                      <a:pt x="101" y="7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1" name="Google Shape;4531;p56"/>
              <p:cNvSpPr/>
              <p:nvPr/>
            </p:nvSpPr>
            <p:spPr>
              <a:xfrm>
                <a:off x="4594838" y="2457936"/>
                <a:ext cx="22357" cy="30974"/>
              </a:xfrm>
              <a:custGeom>
                <a:rect b="b" l="l" r="r" t="t"/>
                <a:pathLst>
                  <a:path extrusionOk="0" h="133" w="96">
                    <a:moveTo>
                      <a:pt x="44" y="1"/>
                    </a:moveTo>
                    <a:cubicBezTo>
                      <a:pt x="30" y="1"/>
                      <a:pt x="15" y="14"/>
                      <a:pt x="9" y="32"/>
                    </a:cubicBezTo>
                    <a:cubicBezTo>
                      <a:pt x="1" y="39"/>
                      <a:pt x="1" y="53"/>
                      <a:pt x="1" y="61"/>
                    </a:cubicBezTo>
                    <a:cubicBezTo>
                      <a:pt x="1" y="96"/>
                      <a:pt x="16" y="125"/>
                      <a:pt x="44" y="132"/>
                    </a:cubicBezTo>
                    <a:cubicBezTo>
                      <a:pt x="66" y="132"/>
                      <a:pt x="96" y="104"/>
                      <a:pt x="96" y="68"/>
                    </a:cubicBezTo>
                    <a:cubicBezTo>
                      <a:pt x="96" y="53"/>
                      <a:pt x="96" y="46"/>
                      <a:pt x="87" y="32"/>
                    </a:cubicBezTo>
                    <a:cubicBezTo>
                      <a:pt x="80" y="18"/>
                      <a:pt x="73" y="3"/>
                      <a:pt x="52" y="3"/>
                    </a:cubicBezTo>
                    <a:cubicBezTo>
                      <a:pt x="50" y="2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2" name="Google Shape;4532;p56"/>
              <p:cNvSpPr/>
              <p:nvPr/>
            </p:nvSpPr>
            <p:spPr>
              <a:xfrm>
                <a:off x="4623483" y="2525473"/>
                <a:ext cx="8617" cy="20494"/>
              </a:xfrm>
              <a:custGeom>
                <a:rect b="b" l="l" r="r" t="t"/>
                <a:pathLst>
                  <a:path extrusionOk="0" fill="none" h="88" w="37">
                    <a:moveTo>
                      <a:pt x="36" y="87"/>
                    </a:moveTo>
                    <a:cubicBezTo>
                      <a:pt x="36" y="87"/>
                      <a:pt x="0" y="58"/>
                      <a:pt x="23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3" name="Google Shape;4533;p56"/>
              <p:cNvSpPr/>
              <p:nvPr/>
            </p:nvSpPr>
            <p:spPr>
              <a:xfrm>
                <a:off x="4625113" y="2584161"/>
                <a:ext cx="57290" cy="13507"/>
              </a:xfrm>
              <a:custGeom>
                <a:rect b="b" l="l" r="r" t="t"/>
                <a:pathLst>
                  <a:path extrusionOk="0" fill="none" h="58" w="246">
                    <a:moveTo>
                      <a:pt x="0" y="14"/>
                    </a:moveTo>
                    <a:cubicBezTo>
                      <a:pt x="0" y="14"/>
                      <a:pt x="116" y="58"/>
                      <a:pt x="245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4" name="Google Shape;4534;p56"/>
              <p:cNvSpPr/>
              <p:nvPr/>
            </p:nvSpPr>
            <p:spPr>
              <a:xfrm>
                <a:off x="4697308" y="2435113"/>
                <a:ext cx="11877" cy="1863"/>
              </a:xfrm>
              <a:custGeom>
                <a:rect b="b" l="l" r="r" t="t"/>
                <a:pathLst>
                  <a:path extrusionOk="0" fill="none" h="8" w="51">
                    <a:moveTo>
                      <a:pt x="51" y="1"/>
                    </a:moveTo>
                    <a:cubicBezTo>
                      <a:pt x="14" y="1"/>
                      <a:pt x="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5" name="Google Shape;4535;p56"/>
              <p:cNvSpPr/>
              <p:nvPr/>
            </p:nvSpPr>
            <p:spPr>
              <a:xfrm>
                <a:off x="4600195" y="2419976"/>
                <a:ext cx="20261" cy="6987"/>
              </a:xfrm>
              <a:custGeom>
                <a:rect b="b" l="l" r="r" t="t"/>
                <a:pathLst>
                  <a:path extrusionOk="0" fill="none" h="30" w="87">
                    <a:moveTo>
                      <a:pt x="86" y="29"/>
                    </a:moveTo>
                    <a:cubicBezTo>
                      <a:pt x="86" y="29"/>
                      <a:pt x="50" y="9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6" name="Google Shape;4536;p56"/>
              <p:cNvSpPr/>
              <p:nvPr/>
            </p:nvSpPr>
            <p:spPr>
              <a:xfrm>
                <a:off x="4866151" y="3104894"/>
                <a:ext cx="217983" cy="291575"/>
              </a:xfrm>
              <a:custGeom>
                <a:rect b="b" l="l" r="r" t="t"/>
                <a:pathLst>
                  <a:path extrusionOk="0" h="1252" w="936">
                    <a:moveTo>
                      <a:pt x="763" y="0"/>
                    </a:moveTo>
                    <a:cubicBezTo>
                      <a:pt x="647" y="50"/>
                      <a:pt x="361" y="173"/>
                      <a:pt x="318" y="194"/>
                    </a:cubicBezTo>
                    <a:cubicBezTo>
                      <a:pt x="268" y="216"/>
                      <a:pt x="238" y="266"/>
                      <a:pt x="209" y="323"/>
                    </a:cubicBezTo>
                    <a:cubicBezTo>
                      <a:pt x="188" y="380"/>
                      <a:pt x="36" y="668"/>
                      <a:pt x="23" y="704"/>
                    </a:cubicBezTo>
                    <a:cubicBezTo>
                      <a:pt x="9" y="747"/>
                      <a:pt x="9" y="913"/>
                      <a:pt x="0" y="956"/>
                    </a:cubicBezTo>
                    <a:cubicBezTo>
                      <a:pt x="0" y="992"/>
                      <a:pt x="52" y="1129"/>
                      <a:pt x="66" y="1156"/>
                    </a:cubicBezTo>
                    <a:cubicBezTo>
                      <a:pt x="72" y="1190"/>
                      <a:pt x="84" y="1229"/>
                      <a:pt x="99" y="1229"/>
                    </a:cubicBezTo>
                    <a:cubicBezTo>
                      <a:pt x="100" y="1229"/>
                      <a:pt x="101" y="1229"/>
                      <a:pt x="102" y="1229"/>
                    </a:cubicBezTo>
                    <a:cubicBezTo>
                      <a:pt x="122" y="1222"/>
                      <a:pt x="143" y="1183"/>
                      <a:pt x="139" y="1154"/>
                    </a:cubicBezTo>
                    <a:lnTo>
                      <a:pt x="139" y="1154"/>
                    </a:lnTo>
                    <a:cubicBezTo>
                      <a:pt x="141" y="1160"/>
                      <a:pt x="145" y="1168"/>
                      <a:pt x="145" y="1179"/>
                    </a:cubicBezTo>
                    <a:cubicBezTo>
                      <a:pt x="151" y="1212"/>
                      <a:pt x="164" y="1252"/>
                      <a:pt x="178" y="1252"/>
                    </a:cubicBezTo>
                    <a:cubicBezTo>
                      <a:pt x="179" y="1252"/>
                      <a:pt x="180" y="1252"/>
                      <a:pt x="181" y="1251"/>
                    </a:cubicBezTo>
                    <a:cubicBezTo>
                      <a:pt x="195" y="1242"/>
                      <a:pt x="231" y="1199"/>
                      <a:pt x="216" y="1122"/>
                    </a:cubicBezTo>
                    <a:cubicBezTo>
                      <a:pt x="216" y="1099"/>
                      <a:pt x="216" y="1079"/>
                      <a:pt x="209" y="1063"/>
                    </a:cubicBezTo>
                    <a:lnTo>
                      <a:pt x="209" y="1042"/>
                    </a:lnTo>
                    <a:lnTo>
                      <a:pt x="209" y="1027"/>
                    </a:lnTo>
                    <a:cubicBezTo>
                      <a:pt x="224" y="1070"/>
                      <a:pt x="268" y="1149"/>
                      <a:pt x="281" y="1172"/>
                    </a:cubicBezTo>
                    <a:cubicBezTo>
                      <a:pt x="285" y="1181"/>
                      <a:pt x="296" y="1188"/>
                      <a:pt x="307" y="1188"/>
                    </a:cubicBezTo>
                    <a:cubicBezTo>
                      <a:pt x="321" y="1188"/>
                      <a:pt x="335" y="1179"/>
                      <a:pt x="338" y="1156"/>
                    </a:cubicBezTo>
                    <a:cubicBezTo>
                      <a:pt x="338" y="1106"/>
                      <a:pt x="324" y="1063"/>
                      <a:pt x="318" y="1027"/>
                    </a:cubicBezTo>
                    <a:cubicBezTo>
                      <a:pt x="306" y="1005"/>
                      <a:pt x="312" y="965"/>
                      <a:pt x="313" y="932"/>
                    </a:cubicBezTo>
                    <a:lnTo>
                      <a:pt x="313" y="932"/>
                    </a:lnTo>
                    <a:cubicBezTo>
                      <a:pt x="315" y="948"/>
                      <a:pt x="318" y="961"/>
                      <a:pt x="318" y="970"/>
                    </a:cubicBezTo>
                    <a:cubicBezTo>
                      <a:pt x="331" y="1006"/>
                      <a:pt x="425" y="1092"/>
                      <a:pt x="440" y="1106"/>
                    </a:cubicBezTo>
                    <a:cubicBezTo>
                      <a:pt x="442" y="1109"/>
                      <a:pt x="445" y="1110"/>
                      <a:pt x="447" y="1110"/>
                    </a:cubicBezTo>
                    <a:cubicBezTo>
                      <a:pt x="462" y="1110"/>
                      <a:pt x="480" y="1076"/>
                      <a:pt x="461" y="1027"/>
                    </a:cubicBezTo>
                    <a:cubicBezTo>
                      <a:pt x="440" y="970"/>
                      <a:pt x="411" y="956"/>
                      <a:pt x="411" y="920"/>
                    </a:cubicBezTo>
                    <a:cubicBezTo>
                      <a:pt x="411" y="891"/>
                      <a:pt x="397" y="761"/>
                      <a:pt x="404" y="747"/>
                    </a:cubicBezTo>
                    <a:cubicBezTo>
                      <a:pt x="411" y="734"/>
                      <a:pt x="490" y="647"/>
                      <a:pt x="518" y="518"/>
                    </a:cubicBezTo>
                    <a:cubicBezTo>
                      <a:pt x="533" y="452"/>
                      <a:pt x="533" y="409"/>
                      <a:pt x="554" y="395"/>
                    </a:cubicBezTo>
                    <a:cubicBezTo>
                      <a:pt x="561" y="380"/>
                      <a:pt x="706" y="345"/>
                      <a:pt x="820" y="316"/>
                    </a:cubicBezTo>
                    <a:cubicBezTo>
                      <a:pt x="863" y="309"/>
                      <a:pt x="906" y="294"/>
                      <a:pt x="935" y="287"/>
                    </a:cubicBezTo>
                    <a:lnTo>
                      <a:pt x="899" y="230"/>
                    </a:lnTo>
                    <a:lnTo>
                      <a:pt x="763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7" name="Google Shape;4537;p56"/>
              <p:cNvSpPr/>
              <p:nvPr/>
            </p:nvSpPr>
            <p:spPr>
              <a:xfrm>
                <a:off x="4931592" y="3283751"/>
                <a:ext cx="6987" cy="30275"/>
              </a:xfrm>
              <a:custGeom>
                <a:rect b="b" l="l" r="r" t="t"/>
                <a:pathLst>
                  <a:path extrusionOk="0" fill="none" h="130" w="30">
                    <a:moveTo>
                      <a:pt x="0" y="0"/>
                    </a:moveTo>
                    <a:cubicBezTo>
                      <a:pt x="0" y="0"/>
                      <a:pt x="14" y="73"/>
                      <a:pt x="30" y="12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8" name="Google Shape;4538;p56"/>
              <p:cNvSpPr/>
              <p:nvPr/>
            </p:nvSpPr>
            <p:spPr>
              <a:xfrm>
                <a:off x="4938346" y="3313794"/>
                <a:ext cx="233" cy="2329"/>
              </a:xfrm>
              <a:custGeom>
                <a:rect b="b" l="l" r="r" t="t"/>
                <a:pathLst>
                  <a:path extrusionOk="0" fill="none" h="10" w="1">
                    <a:moveTo>
                      <a:pt x="1" y="9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9" name="Google Shape;4539;p56"/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rect b="b" l="l" r="r" t="t"/>
                <a:pathLst>
                  <a:path extrusionOk="0" h="210" w="28">
                    <a:moveTo>
                      <a:pt x="0" y="1"/>
                    </a:moveTo>
                    <a:cubicBezTo>
                      <a:pt x="0" y="1"/>
                      <a:pt x="14" y="123"/>
                      <a:pt x="21" y="194"/>
                    </a:cubicBezTo>
                    <a:cubicBezTo>
                      <a:pt x="21" y="201"/>
                      <a:pt x="21" y="201"/>
                      <a:pt x="28" y="20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0" name="Google Shape;4540;p56"/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rect b="b" l="l" r="r" t="t"/>
                <a:pathLst>
                  <a:path extrusionOk="0" fill="none" h="210" w="28">
                    <a:moveTo>
                      <a:pt x="28" y="209"/>
                    </a:moveTo>
                    <a:cubicBezTo>
                      <a:pt x="21" y="201"/>
                      <a:pt x="21" y="201"/>
                      <a:pt x="21" y="194"/>
                    </a:cubicBezTo>
                    <a:cubicBezTo>
                      <a:pt x="14" y="123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1" name="Google Shape;4541;p56"/>
              <p:cNvSpPr/>
              <p:nvPr/>
            </p:nvSpPr>
            <p:spPr>
              <a:xfrm>
                <a:off x="4912961" y="3332192"/>
                <a:ext cx="1863" cy="3959"/>
              </a:xfrm>
              <a:custGeom>
                <a:rect b="b" l="l" r="r" t="t"/>
                <a:pathLst>
                  <a:path extrusionOk="0" fill="none" h="17" w="8">
                    <a:moveTo>
                      <a:pt x="1" y="1"/>
                    </a:moveTo>
                    <a:cubicBezTo>
                      <a:pt x="1" y="8"/>
                      <a:pt x="1" y="8"/>
                      <a:pt x="8" y="16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2" name="Google Shape;4542;p56"/>
              <p:cNvSpPr/>
              <p:nvPr/>
            </p:nvSpPr>
            <p:spPr>
              <a:xfrm>
                <a:off x="4914591" y="3337548"/>
                <a:ext cx="233" cy="3493"/>
              </a:xfrm>
              <a:custGeom>
                <a:rect b="b" l="l" r="r" t="t"/>
                <a:pathLst>
                  <a:path extrusionOk="0" fill="none" h="15" w="1">
                    <a:moveTo>
                      <a:pt x="1" y="14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3" name="Google Shape;4543;p56"/>
              <p:cNvSpPr/>
              <p:nvPr/>
            </p:nvSpPr>
            <p:spPr>
              <a:xfrm>
                <a:off x="4914591" y="3347562"/>
                <a:ext cx="233" cy="5124"/>
              </a:xfrm>
              <a:custGeom>
                <a:rect b="b" l="l" r="r" t="t"/>
                <a:pathLst>
                  <a:path extrusionOk="0" fill="none" h="22" w="1">
                    <a:moveTo>
                      <a:pt x="1" y="21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4" name="Google Shape;4544;p56"/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rect b="b" l="l" r="r" t="t"/>
                <a:pathLst>
                  <a:path extrusionOk="0" h="367" w="53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5" name="Google Shape;4545;p56"/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rect b="b" l="l" r="r" t="t"/>
                <a:pathLst>
                  <a:path extrusionOk="0" fill="none" h="367" w="53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6" name="Google Shape;4546;p56"/>
              <p:cNvSpPr/>
              <p:nvPr/>
            </p:nvSpPr>
            <p:spPr>
              <a:xfrm>
                <a:off x="4884549" y="2778388"/>
                <a:ext cx="430609" cy="401731"/>
              </a:xfrm>
              <a:custGeom>
                <a:rect b="b" l="l" r="r" t="t"/>
                <a:pathLst>
                  <a:path extrusionOk="0" h="1725" w="1849">
                    <a:moveTo>
                      <a:pt x="316" y="0"/>
                    </a:moveTo>
                    <a:cubicBezTo>
                      <a:pt x="206" y="0"/>
                      <a:pt x="41" y="235"/>
                      <a:pt x="7" y="511"/>
                    </a:cubicBezTo>
                    <a:lnTo>
                      <a:pt x="7" y="554"/>
                    </a:lnTo>
                    <a:lnTo>
                      <a:pt x="7" y="574"/>
                    </a:lnTo>
                    <a:cubicBezTo>
                      <a:pt x="0" y="654"/>
                      <a:pt x="7" y="726"/>
                      <a:pt x="16" y="790"/>
                    </a:cubicBezTo>
                    <a:cubicBezTo>
                      <a:pt x="16" y="812"/>
                      <a:pt x="23" y="826"/>
                      <a:pt x="23" y="849"/>
                    </a:cubicBezTo>
                    <a:cubicBezTo>
                      <a:pt x="44" y="942"/>
                      <a:pt x="73" y="1014"/>
                      <a:pt x="116" y="1057"/>
                    </a:cubicBezTo>
                    <a:cubicBezTo>
                      <a:pt x="137" y="1085"/>
                      <a:pt x="166" y="1107"/>
                      <a:pt x="195" y="1114"/>
                    </a:cubicBezTo>
                    <a:lnTo>
                      <a:pt x="232" y="1114"/>
                    </a:lnTo>
                    <a:lnTo>
                      <a:pt x="232" y="1128"/>
                    </a:lnTo>
                    <a:cubicBezTo>
                      <a:pt x="375" y="1151"/>
                      <a:pt x="942" y="1244"/>
                      <a:pt x="942" y="1244"/>
                    </a:cubicBezTo>
                    <a:cubicBezTo>
                      <a:pt x="827" y="1294"/>
                      <a:pt x="670" y="1373"/>
                      <a:pt x="670" y="1373"/>
                    </a:cubicBezTo>
                    <a:lnTo>
                      <a:pt x="684" y="1402"/>
                    </a:lnTo>
                    <a:lnTo>
                      <a:pt x="820" y="1632"/>
                    </a:lnTo>
                    <a:lnTo>
                      <a:pt x="856" y="1689"/>
                    </a:lnTo>
                    <a:lnTo>
                      <a:pt x="870" y="1725"/>
                    </a:lnTo>
                    <a:cubicBezTo>
                      <a:pt x="870" y="1725"/>
                      <a:pt x="1208" y="1696"/>
                      <a:pt x="1460" y="1625"/>
                    </a:cubicBezTo>
                    <a:cubicBezTo>
                      <a:pt x="1553" y="1596"/>
                      <a:pt x="1632" y="1559"/>
                      <a:pt x="1676" y="1516"/>
                    </a:cubicBezTo>
                    <a:cubicBezTo>
                      <a:pt x="1848" y="1359"/>
                      <a:pt x="1812" y="1230"/>
                      <a:pt x="1755" y="1171"/>
                    </a:cubicBezTo>
                    <a:cubicBezTo>
                      <a:pt x="1741" y="1157"/>
                      <a:pt x="1719" y="1135"/>
                      <a:pt x="1676" y="1107"/>
                    </a:cubicBezTo>
                    <a:cubicBezTo>
                      <a:pt x="1526" y="978"/>
                      <a:pt x="1172" y="683"/>
                      <a:pt x="949" y="497"/>
                    </a:cubicBezTo>
                    <a:cubicBezTo>
                      <a:pt x="684" y="272"/>
                      <a:pt x="346" y="7"/>
                      <a:pt x="346" y="7"/>
                    </a:cubicBezTo>
                    <a:cubicBezTo>
                      <a:pt x="336" y="2"/>
                      <a:pt x="326" y="0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7" name="Google Shape;4547;p56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rect b="b" l="l" r="r" t="t"/>
                <a:pathLst>
                  <a:path extrusionOk="0" h="15" w="37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8" name="Google Shape;4548;p56"/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rect b="b" l="l" r="r" t="t"/>
                <a:pathLst>
                  <a:path extrusionOk="0" h="15" w="37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9" name="Google Shape;4549;p56"/>
              <p:cNvSpPr/>
              <p:nvPr/>
            </p:nvSpPr>
            <p:spPr>
              <a:xfrm>
                <a:off x="5040350" y="3030837"/>
                <a:ext cx="206105" cy="140897"/>
              </a:xfrm>
              <a:custGeom>
                <a:rect b="b" l="l" r="r" t="t"/>
                <a:pathLst>
                  <a:path extrusionOk="0" fill="none" h="605" w="885">
                    <a:moveTo>
                      <a:pt x="884" y="51"/>
                    </a:moveTo>
                    <a:cubicBezTo>
                      <a:pt x="575" y="1"/>
                      <a:pt x="439" y="73"/>
                      <a:pt x="382" y="110"/>
                    </a:cubicBezTo>
                    <a:cubicBezTo>
                      <a:pt x="360" y="117"/>
                      <a:pt x="323" y="130"/>
                      <a:pt x="273" y="160"/>
                    </a:cubicBezTo>
                    <a:cubicBezTo>
                      <a:pt x="158" y="210"/>
                      <a:pt x="1" y="289"/>
                      <a:pt x="1" y="289"/>
                    </a:cubicBezTo>
                    <a:lnTo>
                      <a:pt x="15" y="318"/>
                    </a:lnTo>
                    <a:lnTo>
                      <a:pt x="151" y="548"/>
                    </a:lnTo>
                    <a:lnTo>
                      <a:pt x="187" y="605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0" name="Google Shape;4550;p56"/>
              <p:cNvSpPr/>
              <p:nvPr/>
            </p:nvSpPr>
            <p:spPr>
              <a:xfrm>
                <a:off x="4549891" y="2428360"/>
                <a:ext cx="309973" cy="109690"/>
              </a:xfrm>
              <a:custGeom>
                <a:rect b="b" l="l" r="r" t="t"/>
                <a:pathLst>
                  <a:path extrusionOk="0" h="471" w="1331">
                    <a:moveTo>
                      <a:pt x="130" y="43"/>
                    </a:moveTo>
                    <a:cubicBezTo>
                      <a:pt x="144" y="43"/>
                      <a:pt x="159" y="43"/>
                      <a:pt x="180" y="50"/>
                    </a:cubicBezTo>
                    <a:cubicBezTo>
                      <a:pt x="202" y="50"/>
                      <a:pt x="223" y="59"/>
                      <a:pt x="252" y="59"/>
                    </a:cubicBezTo>
                    <a:cubicBezTo>
                      <a:pt x="273" y="66"/>
                      <a:pt x="302" y="73"/>
                      <a:pt x="323" y="87"/>
                    </a:cubicBezTo>
                    <a:lnTo>
                      <a:pt x="339" y="87"/>
                    </a:lnTo>
                    <a:lnTo>
                      <a:pt x="339" y="93"/>
                    </a:lnTo>
                    <a:lnTo>
                      <a:pt x="346" y="102"/>
                    </a:lnTo>
                    <a:lnTo>
                      <a:pt x="346" y="145"/>
                    </a:lnTo>
                    <a:cubicBezTo>
                      <a:pt x="346" y="152"/>
                      <a:pt x="346" y="159"/>
                      <a:pt x="339" y="166"/>
                    </a:cubicBezTo>
                    <a:lnTo>
                      <a:pt x="339" y="188"/>
                    </a:lnTo>
                    <a:cubicBezTo>
                      <a:pt x="339" y="202"/>
                      <a:pt x="332" y="216"/>
                      <a:pt x="332" y="238"/>
                    </a:cubicBezTo>
                    <a:cubicBezTo>
                      <a:pt x="316" y="266"/>
                      <a:pt x="309" y="302"/>
                      <a:pt x="289" y="318"/>
                    </a:cubicBezTo>
                    <a:cubicBezTo>
                      <a:pt x="273" y="332"/>
                      <a:pt x="259" y="338"/>
                      <a:pt x="245" y="345"/>
                    </a:cubicBezTo>
                    <a:cubicBezTo>
                      <a:pt x="230" y="345"/>
                      <a:pt x="216" y="352"/>
                      <a:pt x="194" y="352"/>
                    </a:cubicBezTo>
                    <a:cubicBezTo>
                      <a:pt x="166" y="352"/>
                      <a:pt x="130" y="345"/>
                      <a:pt x="107" y="325"/>
                    </a:cubicBezTo>
                    <a:cubicBezTo>
                      <a:pt x="80" y="309"/>
                      <a:pt x="57" y="288"/>
                      <a:pt x="44" y="266"/>
                    </a:cubicBezTo>
                    <a:lnTo>
                      <a:pt x="44" y="252"/>
                    </a:lnTo>
                    <a:cubicBezTo>
                      <a:pt x="44" y="252"/>
                      <a:pt x="44" y="245"/>
                      <a:pt x="37" y="245"/>
                    </a:cubicBezTo>
                    <a:lnTo>
                      <a:pt x="37" y="238"/>
                    </a:lnTo>
                    <a:lnTo>
                      <a:pt x="37" y="231"/>
                    </a:lnTo>
                    <a:cubicBezTo>
                      <a:pt x="37" y="216"/>
                      <a:pt x="37" y="202"/>
                      <a:pt x="44" y="188"/>
                    </a:cubicBezTo>
                    <a:cubicBezTo>
                      <a:pt x="44" y="166"/>
                      <a:pt x="51" y="137"/>
                      <a:pt x="51" y="116"/>
                    </a:cubicBezTo>
                    <a:cubicBezTo>
                      <a:pt x="57" y="102"/>
                      <a:pt x="57" y="80"/>
                      <a:pt x="64" y="73"/>
                    </a:cubicBezTo>
                    <a:cubicBezTo>
                      <a:pt x="73" y="66"/>
                      <a:pt x="73" y="59"/>
                      <a:pt x="73" y="59"/>
                    </a:cubicBezTo>
                    <a:lnTo>
                      <a:pt x="80" y="50"/>
                    </a:lnTo>
                    <a:lnTo>
                      <a:pt x="87" y="50"/>
                    </a:lnTo>
                    <a:cubicBezTo>
                      <a:pt x="87" y="50"/>
                      <a:pt x="94" y="50"/>
                      <a:pt x="94" y="43"/>
                    </a:cubicBezTo>
                    <a:close/>
                    <a:moveTo>
                      <a:pt x="677" y="109"/>
                    </a:moveTo>
                    <a:cubicBezTo>
                      <a:pt x="697" y="116"/>
                      <a:pt x="727" y="116"/>
                      <a:pt x="754" y="116"/>
                    </a:cubicBezTo>
                    <a:cubicBezTo>
                      <a:pt x="777" y="116"/>
                      <a:pt x="813" y="123"/>
                      <a:pt x="849" y="123"/>
                    </a:cubicBezTo>
                    <a:cubicBezTo>
                      <a:pt x="884" y="130"/>
                      <a:pt x="920" y="137"/>
                      <a:pt x="956" y="145"/>
                    </a:cubicBezTo>
                    <a:cubicBezTo>
                      <a:pt x="979" y="145"/>
                      <a:pt x="999" y="152"/>
                      <a:pt x="1013" y="159"/>
                    </a:cubicBezTo>
                    <a:cubicBezTo>
                      <a:pt x="1029" y="159"/>
                      <a:pt x="1036" y="159"/>
                      <a:pt x="1049" y="166"/>
                    </a:cubicBezTo>
                    <a:lnTo>
                      <a:pt x="1056" y="166"/>
                    </a:lnTo>
                    <a:cubicBezTo>
                      <a:pt x="1056" y="173"/>
                      <a:pt x="1056" y="173"/>
                      <a:pt x="1065" y="173"/>
                    </a:cubicBezTo>
                    <a:cubicBezTo>
                      <a:pt x="1072" y="188"/>
                      <a:pt x="1072" y="202"/>
                      <a:pt x="1072" y="223"/>
                    </a:cubicBezTo>
                    <a:cubicBezTo>
                      <a:pt x="1079" y="231"/>
                      <a:pt x="1079" y="238"/>
                      <a:pt x="1079" y="245"/>
                    </a:cubicBezTo>
                    <a:lnTo>
                      <a:pt x="1079" y="259"/>
                    </a:lnTo>
                    <a:cubicBezTo>
                      <a:pt x="1072" y="266"/>
                      <a:pt x="1072" y="302"/>
                      <a:pt x="1072" y="309"/>
                    </a:cubicBezTo>
                    <a:cubicBezTo>
                      <a:pt x="1065" y="325"/>
                      <a:pt x="1065" y="332"/>
                      <a:pt x="1056" y="345"/>
                    </a:cubicBezTo>
                    <a:cubicBezTo>
                      <a:pt x="1056" y="361"/>
                      <a:pt x="1049" y="368"/>
                      <a:pt x="1049" y="375"/>
                    </a:cubicBezTo>
                    <a:cubicBezTo>
                      <a:pt x="1036" y="395"/>
                      <a:pt x="1022" y="404"/>
                      <a:pt x="999" y="418"/>
                    </a:cubicBezTo>
                    <a:cubicBezTo>
                      <a:pt x="992" y="425"/>
                      <a:pt x="986" y="425"/>
                      <a:pt x="970" y="432"/>
                    </a:cubicBezTo>
                    <a:lnTo>
                      <a:pt x="942" y="439"/>
                    </a:lnTo>
                    <a:cubicBezTo>
                      <a:pt x="913" y="439"/>
                      <a:pt x="892" y="447"/>
                      <a:pt x="870" y="447"/>
                    </a:cubicBezTo>
                    <a:cubicBezTo>
                      <a:pt x="827" y="447"/>
                      <a:pt x="784" y="447"/>
                      <a:pt x="741" y="432"/>
                    </a:cubicBezTo>
                    <a:cubicBezTo>
                      <a:pt x="697" y="425"/>
                      <a:pt x="661" y="411"/>
                      <a:pt x="625" y="388"/>
                    </a:cubicBezTo>
                    <a:cubicBezTo>
                      <a:pt x="611" y="382"/>
                      <a:pt x="590" y="368"/>
                      <a:pt x="582" y="352"/>
                    </a:cubicBezTo>
                    <a:cubicBezTo>
                      <a:pt x="575" y="352"/>
                      <a:pt x="568" y="345"/>
                      <a:pt x="561" y="338"/>
                    </a:cubicBezTo>
                    <a:lnTo>
                      <a:pt x="561" y="332"/>
                    </a:lnTo>
                    <a:lnTo>
                      <a:pt x="554" y="332"/>
                    </a:lnTo>
                    <a:lnTo>
                      <a:pt x="554" y="318"/>
                    </a:lnTo>
                    <a:cubicBezTo>
                      <a:pt x="547" y="288"/>
                      <a:pt x="554" y="231"/>
                      <a:pt x="561" y="202"/>
                    </a:cubicBezTo>
                    <a:lnTo>
                      <a:pt x="561" y="180"/>
                    </a:lnTo>
                    <a:cubicBezTo>
                      <a:pt x="561" y="173"/>
                      <a:pt x="568" y="173"/>
                      <a:pt x="568" y="166"/>
                    </a:cubicBezTo>
                    <a:cubicBezTo>
                      <a:pt x="568" y="152"/>
                      <a:pt x="575" y="145"/>
                      <a:pt x="575" y="137"/>
                    </a:cubicBezTo>
                    <a:cubicBezTo>
                      <a:pt x="590" y="123"/>
                      <a:pt x="597" y="116"/>
                      <a:pt x="604" y="116"/>
                    </a:cubicBezTo>
                    <a:lnTo>
                      <a:pt x="618" y="116"/>
                    </a:lnTo>
                    <a:cubicBezTo>
                      <a:pt x="618" y="116"/>
                      <a:pt x="640" y="116"/>
                      <a:pt x="677" y="109"/>
                    </a:cubicBezTo>
                    <a:close/>
                    <a:moveTo>
                      <a:pt x="130" y="0"/>
                    </a:moveTo>
                    <a:cubicBezTo>
                      <a:pt x="116" y="0"/>
                      <a:pt x="101" y="7"/>
                      <a:pt x="94" y="7"/>
                    </a:cubicBezTo>
                    <a:lnTo>
                      <a:pt x="73" y="7"/>
                    </a:lnTo>
                    <a:cubicBezTo>
                      <a:pt x="73" y="12"/>
                      <a:pt x="71" y="12"/>
                      <a:pt x="68" y="12"/>
                    </a:cubicBezTo>
                    <a:cubicBezTo>
                      <a:pt x="65" y="12"/>
                      <a:pt x="61" y="12"/>
                      <a:pt x="57" y="16"/>
                    </a:cubicBezTo>
                    <a:lnTo>
                      <a:pt x="57" y="23"/>
                    </a:lnTo>
                    <a:cubicBezTo>
                      <a:pt x="57" y="23"/>
                      <a:pt x="21" y="30"/>
                      <a:pt x="14" y="37"/>
                    </a:cubicBezTo>
                    <a:cubicBezTo>
                      <a:pt x="7" y="37"/>
                      <a:pt x="7" y="43"/>
                      <a:pt x="7" y="50"/>
                    </a:cubicBezTo>
                    <a:cubicBezTo>
                      <a:pt x="0" y="59"/>
                      <a:pt x="0" y="73"/>
                      <a:pt x="0" y="80"/>
                    </a:cubicBezTo>
                    <a:cubicBezTo>
                      <a:pt x="0" y="80"/>
                      <a:pt x="14" y="87"/>
                      <a:pt x="21" y="93"/>
                    </a:cubicBezTo>
                    <a:cubicBezTo>
                      <a:pt x="21" y="102"/>
                      <a:pt x="14" y="109"/>
                      <a:pt x="14" y="116"/>
                    </a:cubicBezTo>
                    <a:cubicBezTo>
                      <a:pt x="14" y="137"/>
                      <a:pt x="7" y="159"/>
                      <a:pt x="7" y="188"/>
                    </a:cubicBezTo>
                    <a:lnTo>
                      <a:pt x="7" y="231"/>
                    </a:lnTo>
                    <a:lnTo>
                      <a:pt x="7" y="238"/>
                    </a:lnTo>
                    <a:lnTo>
                      <a:pt x="7" y="245"/>
                    </a:lnTo>
                    <a:lnTo>
                      <a:pt x="7" y="252"/>
                    </a:lnTo>
                    <a:cubicBezTo>
                      <a:pt x="14" y="259"/>
                      <a:pt x="14" y="266"/>
                      <a:pt x="21" y="275"/>
                    </a:cubicBezTo>
                    <a:cubicBezTo>
                      <a:pt x="37" y="302"/>
                      <a:pt x="64" y="332"/>
                      <a:pt x="94" y="345"/>
                    </a:cubicBezTo>
                    <a:cubicBezTo>
                      <a:pt x="123" y="368"/>
                      <a:pt x="159" y="375"/>
                      <a:pt x="194" y="375"/>
                    </a:cubicBezTo>
                    <a:cubicBezTo>
                      <a:pt x="230" y="375"/>
                      <a:pt x="273" y="368"/>
                      <a:pt x="302" y="338"/>
                    </a:cubicBezTo>
                    <a:cubicBezTo>
                      <a:pt x="339" y="318"/>
                      <a:pt x="352" y="282"/>
                      <a:pt x="366" y="252"/>
                    </a:cubicBezTo>
                    <a:cubicBezTo>
                      <a:pt x="375" y="231"/>
                      <a:pt x="382" y="216"/>
                      <a:pt x="382" y="195"/>
                    </a:cubicBezTo>
                    <a:cubicBezTo>
                      <a:pt x="389" y="188"/>
                      <a:pt x="389" y="180"/>
                      <a:pt x="389" y="173"/>
                    </a:cubicBezTo>
                    <a:cubicBezTo>
                      <a:pt x="394" y="172"/>
                      <a:pt x="399" y="172"/>
                      <a:pt x="405" y="172"/>
                    </a:cubicBezTo>
                    <a:cubicBezTo>
                      <a:pt x="452" y="172"/>
                      <a:pt x="506" y="196"/>
                      <a:pt x="525" y="202"/>
                    </a:cubicBezTo>
                    <a:cubicBezTo>
                      <a:pt x="525" y="238"/>
                      <a:pt x="518" y="288"/>
                      <a:pt x="525" y="325"/>
                    </a:cubicBezTo>
                    <a:lnTo>
                      <a:pt x="525" y="338"/>
                    </a:lnTo>
                    <a:lnTo>
                      <a:pt x="532" y="345"/>
                    </a:lnTo>
                    <a:cubicBezTo>
                      <a:pt x="532" y="352"/>
                      <a:pt x="532" y="352"/>
                      <a:pt x="539" y="352"/>
                    </a:cubicBezTo>
                    <a:cubicBezTo>
                      <a:pt x="547" y="368"/>
                      <a:pt x="554" y="375"/>
                      <a:pt x="561" y="382"/>
                    </a:cubicBezTo>
                    <a:cubicBezTo>
                      <a:pt x="575" y="388"/>
                      <a:pt x="590" y="404"/>
                      <a:pt x="611" y="411"/>
                    </a:cubicBezTo>
                    <a:cubicBezTo>
                      <a:pt x="647" y="432"/>
                      <a:pt x="691" y="447"/>
                      <a:pt x="734" y="461"/>
                    </a:cubicBezTo>
                    <a:cubicBezTo>
                      <a:pt x="764" y="466"/>
                      <a:pt x="798" y="471"/>
                      <a:pt x="831" y="471"/>
                    </a:cubicBezTo>
                    <a:cubicBezTo>
                      <a:pt x="844" y="471"/>
                      <a:pt x="857" y="470"/>
                      <a:pt x="870" y="468"/>
                    </a:cubicBezTo>
                    <a:cubicBezTo>
                      <a:pt x="920" y="468"/>
                      <a:pt x="970" y="461"/>
                      <a:pt x="1013" y="439"/>
                    </a:cubicBezTo>
                    <a:cubicBezTo>
                      <a:pt x="1036" y="432"/>
                      <a:pt x="1056" y="418"/>
                      <a:pt x="1079" y="395"/>
                    </a:cubicBezTo>
                    <a:cubicBezTo>
                      <a:pt x="1086" y="382"/>
                      <a:pt x="1086" y="368"/>
                      <a:pt x="1092" y="361"/>
                    </a:cubicBezTo>
                    <a:cubicBezTo>
                      <a:pt x="1099" y="345"/>
                      <a:pt x="1099" y="338"/>
                      <a:pt x="1108" y="325"/>
                    </a:cubicBezTo>
                    <a:cubicBezTo>
                      <a:pt x="1115" y="318"/>
                      <a:pt x="1115" y="275"/>
                      <a:pt x="1122" y="259"/>
                    </a:cubicBezTo>
                    <a:cubicBezTo>
                      <a:pt x="1122" y="259"/>
                      <a:pt x="1129" y="245"/>
                      <a:pt x="1136" y="245"/>
                    </a:cubicBezTo>
                    <a:cubicBezTo>
                      <a:pt x="1136" y="238"/>
                      <a:pt x="1143" y="238"/>
                      <a:pt x="1151" y="231"/>
                    </a:cubicBezTo>
                    <a:lnTo>
                      <a:pt x="1294" y="275"/>
                    </a:lnTo>
                    <a:lnTo>
                      <a:pt x="1331" y="223"/>
                    </a:lnTo>
                    <a:lnTo>
                      <a:pt x="1143" y="145"/>
                    </a:lnTo>
                    <a:cubicBezTo>
                      <a:pt x="1129" y="145"/>
                      <a:pt x="1079" y="123"/>
                      <a:pt x="1079" y="123"/>
                    </a:cubicBezTo>
                    <a:cubicBezTo>
                      <a:pt x="1072" y="123"/>
                      <a:pt x="1072" y="123"/>
                      <a:pt x="1065" y="116"/>
                    </a:cubicBezTo>
                    <a:cubicBezTo>
                      <a:pt x="1049" y="116"/>
                      <a:pt x="1042" y="109"/>
                      <a:pt x="1029" y="109"/>
                    </a:cubicBezTo>
                    <a:cubicBezTo>
                      <a:pt x="1006" y="102"/>
                      <a:pt x="986" y="102"/>
                      <a:pt x="963" y="93"/>
                    </a:cubicBezTo>
                    <a:cubicBezTo>
                      <a:pt x="927" y="87"/>
                      <a:pt x="884" y="80"/>
                      <a:pt x="856" y="80"/>
                    </a:cubicBezTo>
                    <a:cubicBezTo>
                      <a:pt x="784" y="73"/>
                      <a:pt x="720" y="73"/>
                      <a:pt x="677" y="73"/>
                    </a:cubicBezTo>
                    <a:lnTo>
                      <a:pt x="611" y="73"/>
                    </a:lnTo>
                    <a:cubicBezTo>
                      <a:pt x="611" y="73"/>
                      <a:pt x="604" y="73"/>
                      <a:pt x="590" y="80"/>
                    </a:cubicBezTo>
                    <a:cubicBezTo>
                      <a:pt x="575" y="87"/>
                      <a:pt x="561" y="93"/>
                      <a:pt x="547" y="116"/>
                    </a:cubicBezTo>
                    <a:cubicBezTo>
                      <a:pt x="539" y="123"/>
                      <a:pt x="539" y="130"/>
                      <a:pt x="539" y="137"/>
                    </a:cubicBezTo>
                    <a:cubicBezTo>
                      <a:pt x="482" y="109"/>
                      <a:pt x="418" y="109"/>
                      <a:pt x="396" y="109"/>
                    </a:cubicBezTo>
                    <a:cubicBezTo>
                      <a:pt x="396" y="102"/>
                      <a:pt x="396" y="93"/>
                      <a:pt x="389" y="87"/>
                    </a:cubicBezTo>
                    <a:lnTo>
                      <a:pt x="389" y="73"/>
                    </a:lnTo>
                    <a:cubicBezTo>
                      <a:pt x="382" y="66"/>
                      <a:pt x="382" y="59"/>
                      <a:pt x="375" y="59"/>
                    </a:cubicBezTo>
                    <a:lnTo>
                      <a:pt x="366" y="50"/>
                    </a:lnTo>
                    <a:lnTo>
                      <a:pt x="359" y="50"/>
                    </a:lnTo>
                    <a:lnTo>
                      <a:pt x="359" y="43"/>
                    </a:lnTo>
                    <a:lnTo>
                      <a:pt x="346" y="43"/>
                    </a:lnTo>
                    <a:cubicBezTo>
                      <a:pt x="316" y="30"/>
                      <a:pt x="289" y="23"/>
                      <a:pt x="259" y="16"/>
                    </a:cubicBezTo>
                    <a:cubicBezTo>
                      <a:pt x="237" y="7"/>
                      <a:pt x="209" y="7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51" name="Google Shape;4551;p56"/>
            <p:cNvGrpSpPr/>
            <p:nvPr/>
          </p:nvGrpSpPr>
          <p:grpSpPr>
            <a:xfrm>
              <a:off x="7732315" y="1409998"/>
              <a:ext cx="114150" cy="114196"/>
              <a:chOff x="-685100" y="4136737"/>
              <a:chExt cx="38359" cy="38359"/>
            </a:xfrm>
          </p:grpSpPr>
          <p:sp>
            <p:nvSpPr>
              <p:cNvPr id="4552" name="Google Shape;4552;p5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3" name="Google Shape;4553;p5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54" name="Google Shape;4554;p56"/>
            <p:cNvSpPr/>
            <p:nvPr/>
          </p:nvSpPr>
          <p:spPr>
            <a:xfrm>
              <a:off x="6130587" y="2079663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56"/>
            <p:cNvSpPr/>
            <p:nvPr/>
          </p:nvSpPr>
          <p:spPr>
            <a:xfrm>
              <a:off x="4489390" y="3340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56"/>
            <p:cNvSpPr/>
            <p:nvPr/>
          </p:nvSpPr>
          <p:spPr>
            <a:xfrm>
              <a:off x="5368540" y="16594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